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78" r:id="rId4"/>
    <p:sldId id="279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6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AC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49" autoAdjust="0"/>
    <p:restoredTop sz="94660"/>
  </p:normalViewPr>
  <p:slideViewPr>
    <p:cSldViewPr snapToGrid="0">
      <p:cViewPr>
        <p:scale>
          <a:sx n="243" d="100"/>
          <a:sy n="243" d="100"/>
        </p:scale>
        <p:origin x="5040" y="2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2023/9/15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2023/9/15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5879E94-7762-41F7-B819-EF0BBAD3A123}"/>
              </a:ext>
            </a:extLst>
          </p:cNvPr>
          <p:cNvSpPr/>
          <p:nvPr/>
        </p:nvSpPr>
        <p:spPr>
          <a:xfrm>
            <a:off x="1580418" y="4208546"/>
            <a:ext cx="4648190" cy="4283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234E8E8-D9AA-48B7-A785-1E8FE6384B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7" t="26797" r="1203" b="38154"/>
          <a:stretch/>
        </p:blipFill>
        <p:spPr>
          <a:xfrm flipV="1">
            <a:off x="-1" y="0"/>
            <a:ext cx="12192001" cy="5734522"/>
          </a:xfrm>
          <a:custGeom>
            <a:avLst/>
            <a:gdLst>
              <a:gd name="connsiteX0" fmla="*/ 0 w 12192001"/>
              <a:gd name="connsiteY0" fmla="*/ 1738694 h 5734522"/>
              <a:gd name="connsiteX1" fmla="*/ 24135 w 12192001"/>
              <a:gd name="connsiteY1" fmla="*/ 1725374 h 5734522"/>
              <a:gd name="connsiteX2" fmla="*/ 101600 w 12192001"/>
              <a:gd name="connsiteY2" fmla="*/ 1683221 h 5734522"/>
              <a:gd name="connsiteX3" fmla="*/ 266700 w 12192001"/>
              <a:gd name="connsiteY3" fmla="*/ 1607021 h 5734522"/>
              <a:gd name="connsiteX4" fmla="*/ 444500 w 12192001"/>
              <a:gd name="connsiteY4" fmla="*/ 1492721 h 5734522"/>
              <a:gd name="connsiteX5" fmla="*/ 876300 w 12192001"/>
              <a:gd name="connsiteY5" fmla="*/ 1251421 h 5734522"/>
              <a:gd name="connsiteX6" fmla="*/ 1104900 w 12192001"/>
              <a:gd name="connsiteY6" fmla="*/ 1124421 h 5734522"/>
              <a:gd name="connsiteX7" fmla="*/ 1358695 w 12192001"/>
              <a:gd name="connsiteY7" fmla="*/ 1010953 h 5734522"/>
              <a:gd name="connsiteX8" fmla="*/ 1360510 w 12192001"/>
              <a:gd name="connsiteY8" fmla="*/ 1010124 h 5734522"/>
              <a:gd name="connsiteX9" fmla="*/ 1360567 w 12192001"/>
              <a:gd name="connsiteY9" fmla="*/ 1010097 h 5734522"/>
              <a:gd name="connsiteX10" fmla="*/ 1366227 w 12192001"/>
              <a:gd name="connsiteY10" fmla="*/ 1007511 h 5734522"/>
              <a:gd name="connsiteX11" fmla="*/ 1360510 w 12192001"/>
              <a:gd name="connsiteY11" fmla="*/ 1010124 h 5734522"/>
              <a:gd name="connsiteX12" fmla="*/ 1328018 w 12192001"/>
              <a:gd name="connsiteY12" fmla="*/ 1025469 h 5734522"/>
              <a:gd name="connsiteX13" fmla="*/ 1587500 w 12192001"/>
              <a:gd name="connsiteY13" fmla="*/ 933921 h 5734522"/>
              <a:gd name="connsiteX14" fmla="*/ 1841500 w 12192001"/>
              <a:gd name="connsiteY14" fmla="*/ 819621 h 5734522"/>
              <a:gd name="connsiteX15" fmla="*/ 2336800 w 12192001"/>
              <a:gd name="connsiteY15" fmla="*/ 641821 h 5734522"/>
              <a:gd name="connsiteX16" fmla="*/ 2590800 w 12192001"/>
              <a:gd name="connsiteY16" fmla="*/ 552921 h 5734522"/>
              <a:gd name="connsiteX17" fmla="*/ 2844800 w 12192001"/>
              <a:gd name="connsiteY17" fmla="*/ 464021 h 5734522"/>
              <a:gd name="connsiteX18" fmla="*/ 3251200 w 12192001"/>
              <a:gd name="connsiteY18" fmla="*/ 362421 h 5734522"/>
              <a:gd name="connsiteX19" fmla="*/ 3416300 w 12192001"/>
              <a:gd name="connsiteY19" fmla="*/ 324321 h 5734522"/>
              <a:gd name="connsiteX20" fmla="*/ 3594100 w 12192001"/>
              <a:gd name="connsiteY20" fmla="*/ 286221 h 5734522"/>
              <a:gd name="connsiteX21" fmla="*/ 3949700 w 12192001"/>
              <a:gd name="connsiteY21" fmla="*/ 197321 h 5734522"/>
              <a:gd name="connsiteX22" fmla="*/ 4114800 w 12192001"/>
              <a:gd name="connsiteY22" fmla="*/ 171921 h 5734522"/>
              <a:gd name="connsiteX23" fmla="*/ 4610100 w 12192001"/>
              <a:gd name="connsiteY23" fmla="*/ 70321 h 5734522"/>
              <a:gd name="connsiteX24" fmla="*/ 4775201 w 12192001"/>
              <a:gd name="connsiteY24" fmla="*/ 44921 h 5734522"/>
              <a:gd name="connsiteX25" fmla="*/ 4877652 w 12192001"/>
              <a:gd name="connsiteY25" fmla="*/ 13070 h 5734522"/>
              <a:gd name="connsiteX26" fmla="*/ 4918691 w 12192001"/>
              <a:gd name="connsiteY26" fmla="*/ 0 h 5734522"/>
              <a:gd name="connsiteX27" fmla="*/ 0 w 12192001"/>
              <a:gd name="connsiteY27" fmla="*/ 0 h 5734522"/>
              <a:gd name="connsiteX28" fmla="*/ 0 w 12192001"/>
              <a:gd name="connsiteY28" fmla="*/ 5734522 h 5734522"/>
              <a:gd name="connsiteX29" fmla="*/ 12192001 w 12192001"/>
              <a:gd name="connsiteY29" fmla="*/ 5734522 h 5734522"/>
              <a:gd name="connsiteX30" fmla="*/ 12192001 w 12192001"/>
              <a:gd name="connsiteY30" fmla="*/ 0 h 5734522"/>
              <a:gd name="connsiteX31" fmla="*/ 7527609 w 12192001"/>
              <a:gd name="connsiteY31" fmla="*/ 0 h 5734522"/>
              <a:gd name="connsiteX32" fmla="*/ 7556500 w 12192001"/>
              <a:gd name="connsiteY32" fmla="*/ 57621 h 5734522"/>
              <a:gd name="connsiteX33" fmla="*/ 7569200 w 12192001"/>
              <a:gd name="connsiteY33" fmla="*/ 146521 h 5734522"/>
              <a:gd name="connsiteX34" fmla="*/ 7404100 w 12192001"/>
              <a:gd name="connsiteY34" fmla="*/ 603721 h 5734522"/>
              <a:gd name="connsiteX35" fmla="*/ 7226300 w 12192001"/>
              <a:gd name="connsiteY35" fmla="*/ 870421 h 5734522"/>
              <a:gd name="connsiteX36" fmla="*/ 7124700 w 12192001"/>
              <a:gd name="connsiteY36" fmla="*/ 984721 h 5734522"/>
              <a:gd name="connsiteX37" fmla="*/ 6718300 w 12192001"/>
              <a:gd name="connsiteY37" fmla="*/ 1340321 h 5734522"/>
              <a:gd name="connsiteX38" fmla="*/ 6591300 w 12192001"/>
              <a:gd name="connsiteY38" fmla="*/ 1441921 h 5734522"/>
              <a:gd name="connsiteX39" fmla="*/ 6451600 w 12192001"/>
              <a:gd name="connsiteY39" fmla="*/ 1530821 h 5734522"/>
              <a:gd name="connsiteX40" fmla="*/ 6324600 w 12192001"/>
              <a:gd name="connsiteY40" fmla="*/ 1632421 h 5734522"/>
              <a:gd name="connsiteX41" fmla="*/ 6172200 w 12192001"/>
              <a:gd name="connsiteY41" fmla="*/ 1721321 h 5734522"/>
              <a:gd name="connsiteX42" fmla="*/ 6057900 w 12192001"/>
              <a:gd name="connsiteY42" fmla="*/ 1810221 h 5734522"/>
              <a:gd name="connsiteX43" fmla="*/ 5803900 w 12192001"/>
              <a:gd name="connsiteY43" fmla="*/ 1962621 h 5734522"/>
              <a:gd name="connsiteX44" fmla="*/ 5689600 w 12192001"/>
              <a:gd name="connsiteY44" fmla="*/ 2038821 h 5734522"/>
              <a:gd name="connsiteX45" fmla="*/ 5524500 w 12192001"/>
              <a:gd name="connsiteY45" fmla="*/ 2140421 h 5734522"/>
              <a:gd name="connsiteX46" fmla="*/ 5461000 w 12192001"/>
              <a:gd name="connsiteY46" fmla="*/ 2191221 h 5734522"/>
              <a:gd name="connsiteX47" fmla="*/ 5422901 w 12192001"/>
              <a:gd name="connsiteY47" fmla="*/ 2216621 h 5734522"/>
              <a:gd name="connsiteX48" fmla="*/ 5334000 w 12192001"/>
              <a:gd name="connsiteY48" fmla="*/ 2330921 h 5734522"/>
              <a:gd name="connsiteX49" fmla="*/ 5308600 w 12192001"/>
              <a:gd name="connsiteY49" fmla="*/ 2407121 h 5734522"/>
              <a:gd name="connsiteX50" fmla="*/ 5257800 w 12192001"/>
              <a:gd name="connsiteY50" fmla="*/ 2483321 h 5734522"/>
              <a:gd name="connsiteX51" fmla="*/ 5219701 w 12192001"/>
              <a:gd name="connsiteY51" fmla="*/ 2572221 h 5734522"/>
              <a:gd name="connsiteX52" fmla="*/ 5194301 w 12192001"/>
              <a:gd name="connsiteY52" fmla="*/ 2610321 h 5734522"/>
              <a:gd name="connsiteX53" fmla="*/ 5080000 w 12192001"/>
              <a:gd name="connsiteY53" fmla="*/ 2788121 h 5734522"/>
              <a:gd name="connsiteX54" fmla="*/ 5029200 w 12192001"/>
              <a:gd name="connsiteY54" fmla="*/ 2838921 h 5734522"/>
              <a:gd name="connsiteX55" fmla="*/ 4991101 w 12192001"/>
              <a:gd name="connsiteY55" fmla="*/ 2889721 h 5734522"/>
              <a:gd name="connsiteX56" fmla="*/ 4953000 w 12192001"/>
              <a:gd name="connsiteY56" fmla="*/ 2927821 h 5734522"/>
              <a:gd name="connsiteX57" fmla="*/ 4902200 w 12192001"/>
              <a:gd name="connsiteY57" fmla="*/ 2991321 h 5734522"/>
              <a:gd name="connsiteX58" fmla="*/ 4864100 w 12192001"/>
              <a:gd name="connsiteY58" fmla="*/ 3029421 h 5734522"/>
              <a:gd name="connsiteX59" fmla="*/ 4775201 w 12192001"/>
              <a:gd name="connsiteY59" fmla="*/ 3156421 h 5734522"/>
              <a:gd name="connsiteX60" fmla="*/ 4724400 w 12192001"/>
              <a:gd name="connsiteY60" fmla="*/ 3219921 h 5734522"/>
              <a:gd name="connsiteX61" fmla="*/ 4686300 w 12192001"/>
              <a:gd name="connsiteY61" fmla="*/ 3258021 h 5734522"/>
              <a:gd name="connsiteX62" fmla="*/ 4648200 w 12192001"/>
              <a:gd name="connsiteY62" fmla="*/ 3321521 h 5734522"/>
              <a:gd name="connsiteX63" fmla="*/ 4584700 w 12192001"/>
              <a:gd name="connsiteY63" fmla="*/ 3359621 h 5734522"/>
              <a:gd name="connsiteX64" fmla="*/ 4495800 w 12192001"/>
              <a:gd name="connsiteY64" fmla="*/ 3448521 h 5734522"/>
              <a:gd name="connsiteX65" fmla="*/ 4457700 w 12192001"/>
              <a:gd name="connsiteY65" fmla="*/ 3486621 h 5734522"/>
              <a:gd name="connsiteX66" fmla="*/ 4330701 w 12192001"/>
              <a:gd name="connsiteY66" fmla="*/ 3550121 h 5734522"/>
              <a:gd name="connsiteX67" fmla="*/ 4292600 w 12192001"/>
              <a:gd name="connsiteY67" fmla="*/ 3588221 h 5734522"/>
              <a:gd name="connsiteX68" fmla="*/ 4178300 w 12192001"/>
              <a:gd name="connsiteY68" fmla="*/ 3639021 h 5734522"/>
              <a:gd name="connsiteX69" fmla="*/ 4140200 w 12192001"/>
              <a:gd name="connsiteY69" fmla="*/ 3677121 h 5734522"/>
              <a:gd name="connsiteX70" fmla="*/ 4102100 w 12192001"/>
              <a:gd name="connsiteY70" fmla="*/ 3689821 h 5734522"/>
              <a:gd name="connsiteX71" fmla="*/ 4038600 w 12192001"/>
              <a:gd name="connsiteY71" fmla="*/ 3727921 h 5734522"/>
              <a:gd name="connsiteX72" fmla="*/ 3937000 w 12192001"/>
              <a:gd name="connsiteY72" fmla="*/ 3804121 h 5734522"/>
              <a:gd name="connsiteX73" fmla="*/ 3771900 w 12192001"/>
              <a:gd name="connsiteY73" fmla="*/ 3842221 h 5734522"/>
              <a:gd name="connsiteX74" fmla="*/ 3479800 w 12192001"/>
              <a:gd name="connsiteY74" fmla="*/ 3893021 h 5734522"/>
              <a:gd name="connsiteX75" fmla="*/ 2908300 w 12192001"/>
              <a:gd name="connsiteY75" fmla="*/ 3867621 h 5734522"/>
              <a:gd name="connsiteX76" fmla="*/ 2781300 w 12192001"/>
              <a:gd name="connsiteY76" fmla="*/ 3854921 h 5734522"/>
              <a:gd name="connsiteX77" fmla="*/ 2463800 w 12192001"/>
              <a:gd name="connsiteY77" fmla="*/ 3791421 h 5734522"/>
              <a:gd name="connsiteX78" fmla="*/ 2362200 w 12192001"/>
              <a:gd name="connsiteY78" fmla="*/ 3766021 h 5734522"/>
              <a:gd name="connsiteX79" fmla="*/ 2260600 w 12192001"/>
              <a:gd name="connsiteY79" fmla="*/ 3753321 h 5734522"/>
              <a:gd name="connsiteX80" fmla="*/ 2159000 w 12192001"/>
              <a:gd name="connsiteY80" fmla="*/ 3727921 h 5734522"/>
              <a:gd name="connsiteX81" fmla="*/ 2044700 w 12192001"/>
              <a:gd name="connsiteY81" fmla="*/ 3715221 h 5734522"/>
              <a:gd name="connsiteX82" fmla="*/ 1968500 w 12192001"/>
              <a:gd name="connsiteY82" fmla="*/ 3702521 h 5734522"/>
              <a:gd name="connsiteX83" fmla="*/ 1879600 w 12192001"/>
              <a:gd name="connsiteY83" fmla="*/ 3689821 h 5734522"/>
              <a:gd name="connsiteX84" fmla="*/ 1790700 w 12192001"/>
              <a:gd name="connsiteY84" fmla="*/ 3664421 h 5734522"/>
              <a:gd name="connsiteX85" fmla="*/ 1638300 w 12192001"/>
              <a:gd name="connsiteY85" fmla="*/ 3639021 h 5734522"/>
              <a:gd name="connsiteX86" fmla="*/ 1485900 w 12192001"/>
              <a:gd name="connsiteY86" fmla="*/ 3613621 h 5734522"/>
              <a:gd name="connsiteX87" fmla="*/ 1028700 w 12192001"/>
              <a:gd name="connsiteY87" fmla="*/ 3600921 h 5734522"/>
              <a:gd name="connsiteX88" fmla="*/ 927100 w 12192001"/>
              <a:gd name="connsiteY88" fmla="*/ 3588221 h 5734522"/>
              <a:gd name="connsiteX89" fmla="*/ 863600 w 12192001"/>
              <a:gd name="connsiteY89" fmla="*/ 3575521 h 5734522"/>
              <a:gd name="connsiteX90" fmla="*/ 254000 w 12192001"/>
              <a:gd name="connsiteY90" fmla="*/ 3588221 h 5734522"/>
              <a:gd name="connsiteX91" fmla="*/ 34810 w 12192001"/>
              <a:gd name="connsiteY91" fmla="*/ 3602380 h 5734522"/>
              <a:gd name="connsiteX92" fmla="*/ 0 w 12192001"/>
              <a:gd name="connsiteY92" fmla="*/ 3600438 h 573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12192001" h="5734522">
                <a:moveTo>
                  <a:pt x="0" y="1738694"/>
                </a:moveTo>
                <a:lnTo>
                  <a:pt x="24135" y="1725374"/>
                </a:lnTo>
                <a:cubicBezTo>
                  <a:pt x="46019" y="1713393"/>
                  <a:pt x="71671" y="1699433"/>
                  <a:pt x="101600" y="1683221"/>
                </a:cubicBezTo>
                <a:cubicBezTo>
                  <a:pt x="154896" y="1654352"/>
                  <a:pt x="213715" y="1636457"/>
                  <a:pt x="266700" y="1607021"/>
                </a:cubicBezTo>
                <a:cubicBezTo>
                  <a:pt x="328290" y="1572804"/>
                  <a:pt x="383641" y="1528222"/>
                  <a:pt x="444500" y="1492721"/>
                </a:cubicBezTo>
                <a:cubicBezTo>
                  <a:pt x="586922" y="1409641"/>
                  <a:pt x="732297" y="1331730"/>
                  <a:pt x="876300" y="1251421"/>
                </a:cubicBezTo>
                <a:cubicBezTo>
                  <a:pt x="952431" y="1208963"/>
                  <a:pt x="1025243" y="1159824"/>
                  <a:pt x="1104900" y="1124421"/>
                </a:cubicBezTo>
                <a:cubicBezTo>
                  <a:pt x="1269528" y="1051253"/>
                  <a:pt x="1337817" y="1020438"/>
                  <a:pt x="1358695" y="1010953"/>
                </a:cubicBezTo>
                <a:lnTo>
                  <a:pt x="1360510" y="1010124"/>
                </a:lnTo>
                <a:lnTo>
                  <a:pt x="1360567" y="1010097"/>
                </a:lnTo>
                <a:cubicBezTo>
                  <a:pt x="1364143" y="1008449"/>
                  <a:pt x="1366285" y="1007478"/>
                  <a:pt x="1366227" y="1007511"/>
                </a:cubicBezTo>
                <a:lnTo>
                  <a:pt x="1360510" y="1010124"/>
                </a:lnTo>
                <a:lnTo>
                  <a:pt x="1328018" y="1025469"/>
                </a:lnTo>
                <a:cubicBezTo>
                  <a:pt x="1277979" y="1049778"/>
                  <a:pt x="1234001" y="1075321"/>
                  <a:pt x="1587500" y="933921"/>
                </a:cubicBezTo>
                <a:cubicBezTo>
                  <a:pt x="1673704" y="899440"/>
                  <a:pt x="1754996" y="853343"/>
                  <a:pt x="1841500" y="819621"/>
                </a:cubicBezTo>
                <a:cubicBezTo>
                  <a:pt x="2004936" y="755909"/>
                  <a:pt x="2171541" y="700642"/>
                  <a:pt x="2336800" y="641821"/>
                </a:cubicBezTo>
                <a:lnTo>
                  <a:pt x="2590800" y="552921"/>
                </a:lnTo>
                <a:cubicBezTo>
                  <a:pt x="2675467" y="523288"/>
                  <a:pt x="2757776" y="485777"/>
                  <a:pt x="2844800" y="464021"/>
                </a:cubicBezTo>
                <a:lnTo>
                  <a:pt x="3251200" y="362421"/>
                </a:lnTo>
                <a:cubicBezTo>
                  <a:pt x="3306064" y="349010"/>
                  <a:pt x="3361165" y="336573"/>
                  <a:pt x="3416300" y="324321"/>
                </a:cubicBezTo>
                <a:cubicBezTo>
                  <a:pt x="3475469" y="311172"/>
                  <a:pt x="3535534" y="301838"/>
                  <a:pt x="3594100" y="286221"/>
                </a:cubicBezTo>
                <a:cubicBezTo>
                  <a:pt x="3701266" y="257643"/>
                  <a:pt x="3839083" y="218594"/>
                  <a:pt x="3949700" y="197321"/>
                </a:cubicBezTo>
                <a:cubicBezTo>
                  <a:pt x="4004379" y="186806"/>
                  <a:pt x="4059767" y="180388"/>
                  <a:pt x="4114800" y="171921"/>
                </a:cubicBezTo>
                <a:cubicBezTo>
                  <a:pt x="4378671" y="83964"/>
                  <a:pt x="4210232" y="130301"/>
                  <a:pt x="4610100" y="70321"/>
                </a:cubicBezTo>
                <a:cubicBezTo>
                  <a:pt x="4665165" y="62061"/>
                  <a:pt x="4721981" y="61296"/>
                  <a:pt x="4775201" y="44921"/>
                </a:cubicBezTo>
                <a:cubicBezTo>
                  <a:pt x="4820129" y="31097"/>
                  <a:pt x="4853287" y="20748"/>
                  <a:pt x="4877652" y="13070"/>
                </a:cubicBezTo>
                <a:lnTo>
                  <a:pt x="4918691" y="0"/>
                </a:lnTo>
                <a:lnTo>
                  <a:pt x="0" y="0"/>
                </a:lnTo>
                <a:close/>
                <a:moveTo>
                  <a:pt x="0" y="5734522"/>
                </a:moveTo>
                <a:lnTo>
                  <a:pt x="12192001" y="5734522"/>
                </a:lnTo>
                <a:lnTo>
                  <a:pt x="12192001" y="0"/>
                </a:lnTo>
                <a:lnTo>
                  <a:pt x="7527609" y="0"/>
                </a:lnTo>
                <a:lnTo>
                  <a:pt x="7556500" y="57621"/>
                </a:lnTo>
                <a:cubicBezTo>
                  <a:pt x="7560733" y="87254"/>
                  <a:pt x="7570559" y="116618"/>
                  <a:pt x="7569200" y="146521"/>
                </a:cubicBezTo>
                <a:cubicBezTo>
                  <a:pt x="7560042" y="347997"/>
                  <a:pt x="7527302" y="418917"/>
                  <a:pt x="7404100" y="603721"/>
                </a:cubicBezTo>
                <a:cubicBezTo>
                  <a:pt x="7344833" y="692621"/>
                  <a:pt x="7297284" y="790564"/>
                  <a:pt x="7226300" y="870421"/>
                </a:cubicBezTo>
                <a:cubicBezTo>
                  <a:pt x="7192433" y="908521"/>
                  <a:pt x="7161372" y="949313"/>
                  <a:pt x="7124700" y="984721"/>
                </a:cubicBezTo>
                <a:cubicBezTo>
                  <a:pt x="6960345" y="1143409"/>
                  <a:pt x="6877032" y="1211823"/>
                  <a:pt x="6718300" y="1340321"/>
                </a:cubicBezTo>
                <a:cubicBezTo>
                  <a:pt x="6676163" y="1374432"/>
                  <a:pt x="6637038" y="1412815"/>
                  <a:pt x="6591300" y="1441921"/>
                </a:cubicBezTo>
                <a:cubicBezTo>
                  <a:pt x="6544733" y="1471554"/>
                  <a:pt x="6496515" y="1498739"/>
                  <a:pt x="6451600" y="1530821"/>
                </a:cubicBezTo>
                <a:cubicBezTo>
                  <a:pt x="6407485" y="1562332"/>
                  <a:pt x="6369392" y="1601881"/>
                  <a:pt x="6324600" y="1632421"/>
                </a:cubicBezTo>
                <a:cubicBezTo>
                  <a:pt x="6276008" y="1665552"/>
                  <a:pt x="6221134" y="1688698"/>
                  <a:pt x="6172200" y="1721321"/>
                </a:cubicBezTo>
                <a:cubicBezTo>
                  <a:pt x="6132039" y="1748095"/>
                  <a:pt x="6098274" y="1783769"/>
                  <a:pt x="6057900" y="1810221"/>
                </a:cubicBezTo>
                <a:cubicBezTo>
                  <a:pt x="5975310" y="1864332"/>
                  <a:pt x="5886055" y="1907851"/>
                  <a:pt x="5803900" y="1962621"/>
                </a:cubicBezTo>
                <a:cubicBezTo>
                  <a:pt x="5765800" y="1988021"/>
                  <a:pt x="5728430" y="2014552"/>
                  <a:pt x="5689600" y="2038821"/>
                </a:cubicBezTo>
                <a:cubicBezTo>
                  <a:pt x="5583045" y="2105418"/>
                  <a:pt x="5621182" y="2070107"/>
                  <a:pt x="5524500" y="2140421"/>
                </a:cubicBezTo>
                <a:cubicBezTo>
                  <a:pt x="5502578" y="2156364"/>
                  <a:pt x="5482686" y="2174957"/>
                  <a:pt x="5461000" y="2191221"/>
                </a:cubicBezTo>
                <a:cubicBezTo>
                  <a:pt x="5448790" y="2200379"/>
                  <a:pt x="5433167" y="2205327"/>
                  <a:pt x="5422901" y="2216621"/>
                </a:cubicBezTo>
                <a:cubicBezTo>
                  <a:pt x="5390433" y="2252336"/>
                  <a:pt x="5334000" y="2330921"/>
                  <a:pt x="5334000" y="2330921"/>
                </a:cubicBezTo>
                <a:cubicBezTo>
                  <a:pt x="5325533" y="2356321"/>
                  <a:pt x="5320574" y="2383174"/>
                  <a:pt x="5308600" y="2407121"/>
                </a:cubicBezTo>
                <a:cubicBezTo>
                  <a:pt x="5294949" y="2434425"/>
                  <a:pt x="5267453" y="2454361"/>
                  <a:pt x="5257800" y="2483321"/>
                </a:cubicBezTo>
                <a:cubicBezTo>
                  <a:pt x="5243552" y="2526065"/>
                  <a:pt x="5244810" y="2528279"/>
                  <a:pt x="5219701" y="2572221"/>
                </a:cubicBezTo>
                <a:cubicBezTo>
                  <a:pt x="5212127" y="2585473"/>
                  <a:pt x="5202300" y="2597322"/>
                  <a:pt x="5194301" y="2610321"/>
                </a:cubicBezTo>
                <a:cubicBezTo>
                  <a:pt x="5162084" y="2662672"/>
                  <a:pt x="5124194" y="2737614"/>
                  <a:pt x="5080000" y="2788121"/>
                </a:cubicBezTo>
                <a:cubicBezTo>
                  <a:pt x="5064231" y="2806143"/>
                  <a:pt x="5044969" y="2820899"/>
                  <a:pt x="5029200" y="2838921"/>
                </a:cubicBezTo>
                <a:cubicBezTo>
                  <a:pt x="5015262" y="2854851"/>
                  <a:pt x="5004875" y="2873650"/>
                  <a:pt x="4991101" y="2889721"/>
                </a:cubicBezTo>
                <a:cubicBezTo>
                  <a:pt x="4979411" y="2903358"/>
                  <a:pt x="4964827" y="2914304"/>
                  <a:pt x="4953000" y="2927821"/>
                </a:cubicBezTo>
                <a:cubicBezTo>
                  <a:pt x="4935150" y="2948221"/>
                  <a:pt x="4920050" y="2970921"/>
                  <a:pt x="4902200" y="2991321"/>
                </a:cubicBezTo>
                <a:cubicBezTo>
                  <a:pt x="4890374" y="3004838"/>
                  <a:pt x="4875927" y="3015904"/>
                  <a:pt x="4864100" y="3029421"/>
                </a:cubicBezTo>
                <a:cubicBezTo>
                  <a:pt x="4775086" y="3131153"/>
                  <a:pt x="4848004" y="3052415"/>
                  <a:pt x="4775201" y="3156421"/>
                </a:cubicBezTo>
                <a:cubicBezTo>
                  <a:pt x="4759655" y="3178628"/>
                  <a:pt x="4742250" y="3199521"/>
                  <a:pt x="4724400" y="3219921"/>
                </a:cubicBezTo>
                <a:cubicBezTo>
                  <a:pt x="4712574" y="3233438"/>
                  <a:pt x="4697076" y="3243653"/>
                  <a:pt x="4686300" y="3258021"/>
                </a:cubicBezTo>
                <a:cubicBezTo>
                  <a:pt x="4671489" y="3277768"/>
                  <a:pt x="4665654" y="3304067"/>
                  <a:pt x="4648200" y="3321521"/>
                </a:cubicBezTo>
                <a:cubicBezTo>
                  <a:pt x="4630746" y="3338975"/>
                  <a:pt x="4603663" y="3343818"/>
                  <a:pt x="4584700" y="3359621"/>
                </a:cubicBezTo>
                <a:cubicBezTo>
                  <a:pt x="4552505" y="3386450"/>
                  <a:pt x="4525433" y="3418888"/>
                  <a:pt x="4495800" y="3448521"/>
                </a:cubicBezTo>
                <a:cubicBezTo>
                  <a:pt x="4483100" y="3461221"/>
                  <a:pt x="4474376" y="3479951"/>
                  <a:pt x="4457700" y="3486621"/>
                </a:cubicBezTo>
                <a:cubicBezTo>
                  <a:pt x="4404153" y="3508040"/>
                  <a:pt x="4378156" y="3514529"/>
                  <a:pt x="4330701" y="3550121"/>
                </a:cubicBezTo>
                <a:cubicBezTo>
                  <a:pt x="4316332" y="3560897"/>
                  <a:pt x="4307830" y="3578702"/>
                  <a:pt x="4292600" y="3588221"/>
                </a:cubicBezTo>
                <a:cubicBezTo>
                  <a:pt x="4212945" y="3638006"/>
                  <a:pt x="4248310" y="3589015"/>
                  <a:pt x="4178300" y="3639021"/>
                </a:cubicBezTo>
                <a:cubicBezTo>
                  <a:pt x="4163685" y="3649460"/>
                  <a:pt x="4155144" y="3667158"/>
                  <a:pt x="4140200" y="3677121"/>
                </a:cubicBezTo>
                <a:cubicBezTo>
                  <a:pt x="4129061" y="3684547"/>
                  <a:pt x="4114074" y="3683834"/>
                  <a:pt x="4102100" y="3689821"/>
                </a:cubicBezTo>
                <a:cubicBezTo>
                  <a:pt x="4080022" y="3700860"/>
                  <a:pt x="4058347" y="3713110"/>
                  <a:pt x="4038600" y="3727921"/>
                </a:cubicBezTo>
                <a:cubicBezTo>
                  <a:pt x="3964301" y="3783645"/>
                  <a:pt x="4041663" y="3756547"/>
                  <a:pt x="3937000" y="3804121"/>
                </a:cubicBezTo>
                <a:cubicBezTo>
                  <a:pt x="3864144" y="3837237"/>
                  <a:pt x="3851816" y="3827691"/>
                  <a:pt x="3771900" y="3842221"/>
                </a:cubicBezTo>
                <a:cubicBezTo>
                  <a:pt x="3476263" y="3895973"/>
                  <a:pt x="3683431" y="3867567"/>
                  <a:pt x="3479800" y="3893021"/>
                </a:cubicBezTo>
                <a:lnTo>
                  <a:pt x="2908300" y="3867621"/>
                </a:lnTo>
                <a:cubicBezTo>
                  <a:pt x="2865819" y="3865304"/>
                  <a:pt x="2823350" y="3861390"/>
                  <a:pt x="2781300" y="3854921"/>
                </a:cubicBezTo>
                <a:cubicBezTo>
                  <a:pt x="2691005" y="3841029"/>
                  <a:pt x="2559703" y="3813986"/>
                  <a:pt x="2463800" y="3791421"/>
                </a:cubicBezTo>
                <a:cubicBezTo>
                  <a:pt x="2429819" y="3783425"/>
                  <a:pt x="2396511" y="3772454"/>
                  <a:pt x="2362200" y="3766021"/>
                </a:cubicBezTo>
                <a:cubicBezTo>
                  <a:pt x="2328654" y="3759731"/>
                  <a:pt x="2294146" y="3759611"/>
                  <a:pt x="2260600" y="3753321"/>
                </a:cubicBezTo>
                <a:cubicBezTo>
                  <a:pt x="2226289" y="3746888"/>
                  <a:pt x="2193378" y="3733988"/>
                  <a:pt x="2159000" y="3727921"/>
                </a:cubicBezTo>
                <a:cubicBezTo>
                  <a:pt x="2121249" y="3721259"/>
                  <a:pt x="2082698" y="3720287"/>
                  <a:pt x="2044700" y="3715221"/>
                </a:cubicBezTo>
                <a:cubicBezTo>
                  <a:pt x="2019176" y="3711818"/>
                  <a:pt x="1993951" y="3706437"/>
                  <a:pt x="1968500" y="3702521"/>
                </a:cubicBezTo>
                <a:cubicBezTo>
                  <a:pt x="1938914" y="3697969"/>
                  <a:pt x="1908870" y="3696093"/>
                  <a:pt x="1879600" y="3689821"/>
                </a:cubicBezTo>
                <a:cubicBezTo>
                  <a:pt x="1849465" y="3683363"/>
                  <a:pt x="1820858" y="3670770"/>
                  <a:pt x="1790700" y="3664421"/>
                </a:cubicBezTo>
                <a:cubicBezTo>
                  <a:pt x="1740304" y="3653811"/>
                  <a:pt x="1688801" y="3649121"/>
                  <a:pt x="1638300" y="3639021"/>
                </a:cubicBezTo>
                <a:cubicBezTo>
                  <a:pt x="1595360" y="3630433"/>
                  <a:pt x="1526952" y="3615530"/>
                  <a:pt x="1485900" y="3613621"/>
                </a:cubicBezTo>
                <a:cubicBezTo>
                  <a:pt x="1333606" y="3606538"/>
                  <a:pt x="1181100" y="3605154"/>
                  <a:pt x="1028700" y="3600921"/>
                </a:cubicBezTo>
                <a:cubicBezTo>
                  <a:pt x="994833" y="3596688"/>
                  <a:pt x="960833" y="3593411"/>
                  <a:pt x="927100" y="3588221"/>
                </a:cubicBezTo>
                <a:cubicBezTo>
                  <a:pt x="905765" y="3584939"/>
                  <a:pt x="885186" y="3575521"/>
                  <a:pt x="863600" y="3575521"/>
                </a:cubicBezTo>
                <a:cubicBezTo>
                  <a:pt x="660356" y="3575521"/>
                  <a:pt x="457200" y="3583988"/>
                  <a:pt x="254000" y="3588221"/>
                </a:cubicBezTo>
                <a:cubicBezTo>
                  <a:pt x="128634" y="3598668"/>
                  <a:pt x="88582" y="3603942"/>
                  <a:pt x="34810" y="3602380"/>
                </a:cubicBezTo>
                <a:lnTo>
                  <a:pt x="0" y="3600438"/>
                </a:lnTo>
                <a:close/>
              </a:path>
            </a:pathLst>
          </a:cu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A054EB8-5127-8DB0-21C2-68A10A16B073}"/>
              </a:ext>
            </a:extLst>
          </p:cNvPr>
          <p:cNvGrpSpPr/>
          <p:nvPr/>
        </p:nvGrpSpPr>
        <p:grpSpPr>
          <a:xfrm>
            <a:off x="454835" y="2114812"/>
            <a:ext cx="472440" cy="859155"/>
            <a:chOff x="3111138" y="2669382"/>
            <a:chExt cx="472440" cy="859155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0E0D020-F04E-4E7D-A8FE-2BE8E8E50BB8}"/>
                </a:ext>
              </a:extLst>
            </p:cNvPr>
            <p:cNvCxnSpPr/>
            <p:nvPr/>
          </p:nvCxnSpPr>
          <p:spPr>
            <a:xfrm>
              <a:off x="3111138" y="2676525"/>
              <a:ext cx="472440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F964BE3-0D7A-48FA-B76D-DB767FC2483D}"/>
                </a:ext>
              </a:extLst>
            </p:cNvPr>
            <p:cNvCxnSpPr/>
            <p:nvPr/>
          </p:nvCxnSpPr>
          <p:spPr>
            <a:xfrm>
              <a:off x="3111138" y="2669382"/>
              <a:ext cx="0" cy="859155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CDEC1C4-1215-A5ED-E74B-345A47C4C956}"/>
              </a:ext>
            </a:extLst>
          </p:cNvPr>
          <p:cNvGrpSpPr/>
          <p:nvPr/>
        </p:nvGrpSpPr>
        <p:grpSpPr>
          <a:xfrm>
            <a:off x="7534408" y="3048000"/>
            <a:ext cx="419016" cy="762000"/>
            <a:chOff x="3922615" y="5224460"/>
            <a:chExt cx="419016" cy="762000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7D3685C-81B1-45FB-B334-8706C28801CE}"/>
                </a:ext>
              </a:extLst>
            </p:cNvPr>
            <p:cNvCxnSpPr/>
            <p:nvPr/>
          </p:nvCxnSpPr>
          <p:spPr>
            <a:xfrm rot="10800000">
              <a:off x="3922615" y="5976935"/>
              <a:ext cx="419016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9F785C-C3EA-4413-959A-A0AD8CC2E2D7}"/>
                </a:ext>
              </a:extLst>
            </p:cNvPr>
            <p:cNvCxnSpPr/>
            <p:nvPr/>
          </p:nvCxnSpPr>
          <p:spPr>
            <a:xfrm rot="10800000">
              <a:off x="4341631" y="5224460"/>
              <a:ext cx="0" cy="76200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E3F025AA-AF03-9526-48AB-ECAD90A07D04}"/>
              </a:ext>
            </a:extLst>
          </p:cNvPr>
          <p:cNvSpPr txBox="1"/>
          <p:nvPr/>
        </p:nvSpPr>
        <p:spPr>
          <a:xfrm>
            <a:off x="909671" y="2544389"/>
            <a:ext cx="68342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Lucida Handwriting" panose="03010101010101010101" pitchFamily="66" charset="0"/>
              </a:rPr>
              <a:t>Mini Redis </a:t>
            </a:r>
            <a:r>
              <a:rPr lang="zh-CN" altLang="en-US" sz="4400" dirty="0">
                <a:latin typeface="方正姚体" panose="02010601030101010101" pitchFamily="2" charset="-122"/>
                <a:ea typeface="方正姚体" panose="02010601030101010101" pitchFamily="2" charset="-122"/>
              </a:rPr>
              <a:t>大作业展示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54F501-08E4-46B0-1CA5-580C4068D5E2}"/>
              </a:ext>
            </a:extLst>
          </p:cNvPr>
          <p:cNvSpPr txBox="1"/>
          <p:nvPr/>
        </p:nvSpPr>
        <p:spPr>
          <a:xfrm>
            <a:off x="2149434" y="4238035"/>
            <a:ext cx="5539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第二组：高晨昊  曾楚芮  刘子鸣</a:t>
            </a:r>
          </a:p>
        </p:txBody>
      </p:sp>
    </p:spTree>
    <p:extLst>
      <p:ext uri="{BB962C8B-B14F-4D97-AF65-F5344CB8AC3E}">
        <p14:creationId xmlns:p14="http://schemas.microsoft.com/office/powerpoint/2010/main" val="3498031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234E8E8-D9AA-48B7-A785-1E8FE6384B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7" t="26797" r="1203" b="38154"/>
          <a:stretch/>
        </p:blipFill>
        <p:spPr>
          <a:xfrm flipV="1">
            <a:off x="0" y="-1"/>
            <a:ext cx="12192001" cy="5734522"/>
          </a:xfrm>
          <a:custGeom>
            <a:avLst/>
            <a:gdLst>
              <a:gd name="connsiteX0" fmla="*/ 0 w 12192001"/>
              <a:gd name="connsiteY0" fmla="*/ 1738694 h 5734522"/>
              <a:gd name="connsiteX1" fmla="*/ 24135 w 12192001"/>
              <a:gd name="connsiteY1" fmla="*/ 1725374 h 5734522"/>
              <a:gd name="connsiteX2" fmla="*/ 101600 w 12192001"/>
              <a:gd name="connsiteY2" fmla="*/ 1683221 h 5734522"/>
              <a:gd name="connsiteX3" fmla="*/ 266700 w 12192001"/>
              <a:gd name="connsiteY3" fmla="*/ 1607021 h 5734522"/>
              <a:gd name="connsiteX4" fmla="*/ 444500 w 12192001"/>
              <a:gd name="connsiteY4" fmla="*/ 1492721 h 5734522"/>
              <a:gd name="connsiteX5" fmla="*/ 876300 w 12192001"/>
              <a:gd name="connsiteY5" fmla="*/ 1251421 h 5734522"/>
              <a:gd name="connsiteX6" fmla="*/ 1104900 w 12192001"/>
              <a:gd name="connsiteY6" fmla="*/ 1124421 h 5734522"/>
              <a:gd name="connsiteX7" fmla="*/ 1358695 w 12192001"/>
              <a:gd name="connsiteY7" fmla="*/ 1010953 h 5734522"/>
              <a:gd name="connsiteX8" fmla="*/ 1360510 w 12192001"/>
              <a:gd name="connsiteY8" fmla="*/ 1010124 h 5734522"/>
              <a:gd name="connsiteX9" fmla="*/ 1360567 w 12192001"/>
              <a:gd name="connsiteY9" fmla="*/ 1010097 h 5734522"/>
              <a:gd name="connsiteX10" fmla="*/ 1366227 w 12192001"/>
              <a:gd name="connsiteY10" fmla="*/ 1007511 h 5734522"/>
              <a:gd name="connsiteX11" fmla="*/ 1360510 w 12192001"/>
              <a:gd name="connsiteY11" fmla="*/ 1010124 h 5734522"/>
              <a:gd name="connsiteX12" fmla="*/ 1328018 w 12192001"/>
              <a:gd name="connsiteY12" fmla="*/ 1025469 h 5734522"/>
              <a:gd name="connsiteX13" fmla="*/ 1587500 w 12192001"/>
              <a:gd name="connsiteY13" fmla="*/ 933921 h 5734522"/>
              <a:gd name="connsiteX14" fmla="*/ 1841500 w 12192001"/>
              <a:gd name="connsiteY14" fmla="*/ 819621 h 5734522"/>
              <a:gd name="connsiteX15" fmla="*/ 2336800 w 12192001"/>
              <a:gd name="connsiteY15" fmla="*/ 641821 h 5734522"/>
              <a:gd name="connsiteX16" fmla="*/ 2590800 w 12192001"/>
              <a:gd name="connsiteY16" fmla="*/ 552921 h 5734522"/>
              <a:gd name="connsiteX17" fmla="*/ 2844800 w 12192001"/>
              <a:gd name="connsiteY17" fmla="*/ 464021 h 5734522"/>
              <a:gd name="connsiteX18" fmla="*/ 3251200 w 12192001"/>
              <a:gd name="connsiteY18" fmla="*/ 362421 h 5734522"/>
              <a:gd name="connsiteX19" fmla="*/ 3416300 w 12192001"/>
              <a:gd name="connsiteY19" fmla="*/ 324321 h 5734522"/>
              <a:gd name="connsiteX20" fmla="*/ 3594100 w 12192001"/>
              <a:gd name="connsiteY20" fmla="*/ 286221 h 5734522"/>
              <a:gd name="connsiteX21" fmla="*/ 3949700 w 12192001"/>
              <a:gd name="connsiteY21" fmla="*/ 197321 h 5734522"/>
              <a:gd name="connsiteX22" fmla="*/ 4114800 w 12192001"/>
              <a:gd name="connsiteY22" fmla="*/ 171921 h 5734522"/>
              <a:gd name="connsiteX23" fmla="*/ 4610100 w 12192001"/>
              <a:gd name="connsiteY23" fmla="*/ 70321 h 5734522"/>
              <a:gd name="connsiteX24" fmla="*/ 4775201 w 12192001"/>
              <a:gd name="connsiteY24" fmla="*/ 44921 h 5734522"/>
              <a:gd name="connsiteX25" fmla="*/ 4877652 w 12192001"/>
              <a:gd name="connsiteY25" fmla="*/ 13070 h 5734522"/>
              <a:gd name="connsiteX26" fmla="*/ 4918691 w 12192001"/>
              <a:gd name="connsiteY26" fmla="*/ 0 h 5734522"/>
              <a:gd name="connsiteX27" fmla="*/ 0 w 12192001"/>
              <a:gd name="connsiteY27" fmla="*/ 0 h 5734522"/>
              <a:gd name="connsiteX28" fmla="*/ 0 w 12192001"/>
              <a:gd name="connsiteY28" fmla="*/ 5734522 h 5734522"/>
              <a:gd name="connsiteX29" fmla="*/ 12192001 w 12192001"/>
              <a:gd name="connsiteY29" fmla="*/ 5734522 h 5734522"/>
              <a:gd name="connsiteX30" fmla="*/ 12192001 w 12192001"/>
              <a:gd name="connsiteY30" fmla="*/ 0 h 5734522"/>
              <a:gd name="connsiteX31" fmla="*/ 7527609 w 12192001"/>
              <a:gd name="connsiteY31" fmla="*/ 0 h 5734522"/>
              <a:gd name="connsiteX32" fmla="*/ 7556500 w 12192001"/>
              <a:gd name="connsiteY32" fmla="*/ 57621 h 5734522"/>
              <a:gd name="connsiteX33" fmla="*/ 7569200 w 12192001"/>
              <a:gd name="connsiteY33" fmla="*/ 146521 h 5734522"/>
              <a:gd name="connsiteX34" fmla="*/ 7404100 w 12192001"/>
              <a:gd name="connsiteY34" fmla="*/ 603721 h 5734522"/>
              <a:gd name="connsiteX35" fmla="*/ 7226300 w 12192001"/>
              <a:gd name="connsiteY35" fmla="*/ 870421 h 5734522"/>
              <a:gd name="connsiteX36" fmla="*/ 7124700 w 12192001"/>
              <a:gd name="connsiteY36" fmla="*/ 984721 h 5734522"/>
              <a:gd name="connsiteX37" fmla="*/ 6718300 w 12192001"/>
              <a:gd name="connsiteY37" fmla="*/ 1340321 h 5734522"/>
              <a:gd name="connsiteX38" fmla="*/ 6591300 w 12192001"/>
              <a:gd name="connsiteY38" fmla="*/ 1441921 h 5734522"/>
              <a:gd name="connsiteX39" fmla="*/ 6451600 w 12192001"/>
              <a:gd name="connsiteY39" fmla="*/ 1530821 h 5734522"/>
              <a:gd name="connsiteX40" fmla="*/ 6324600 w 12192001"/>
              <a:gd name="connsiteY40" fmla="*/ 1632421 h 5734522"/>
              <a:gd name="connsiteX41" fmla="*/ 6172200 w 12192001"/>
              <a:gd name="connsiteY41" fmla="*/ 1721321 h 5734522"/>
              <a:gd name="connsiteX42" fmla="*/ 6057900 w 12192001"/>
              <a:gd name="connsiteY42" fmla="*/ 1810221 h 5734522"/>
              <a:gd name="connsiteX43" fmla="*/ 5803900 w 12192001"/>
              <a:gd name="connsiteY43" fmla="*/ 1962621 h 5734522"/>
              <a:gd name="connsiteX44" fmla="*/ 5689600 w 12192001"/>
              <a:gd name="connsiteY44" fmla="*/ 2038821 h 5734522"/>
              <a:gd name="connsiteX45" fmla="*/ 5524500 w 12192001"/>
              <a:gd name="connsiteY45" fmla="*/ 2140421 h 5734522"/>
              <a:gd name="connsiteX46" fmla="*/ 5461000 w 12192001"/>
              <a:gd name="connsiteY46" fmla="*/ 2191221 h 5734522"/>
              <a:gd name="connsiteX47" fmla="*/ 5422901 w 12192001"/>
              <a:gd name="connsiteY47" fmla="*/ 2216621 h 5734522"/>
              <a:gd name="connsiteX48" fmla="*/ 5334000 w 12192001"/>
              <a:gd name="connsiteY48" fmla="*/ 2330921 h 5734522"/>
              <a:gd name="connsiteX49" fmla="*/ 5308600 w 12192001"/>
              <a:gd name="connsiteY49" fmla="*/ 2407121 h 5734522"/>
              <a:gd name="connsiteX50" fmla="*/ 5257800 w 12192001"/>
              <a:gd name="connsiteY50" fmla="*/ 2483321 h 5734522"/>
              <a:gd name="connsiteX51" fmla="*/ 5219701 w 12192001"/>
              <a:gd name="connsiteY51" fmla="*/ 2572221 h 5734522"/>
              <a:gd name="connsiteX52" fmla="*/ 5194301 w 12192001"/>
              <a:gd name="connsiteY52" fmla="*/ 2610321 h 5734522"/>
              <a:gd name="connsiteX53" fmla="*/ 5080000 w 12192001"/>
              <a:gd name="connsiteY53" fmla="*/ 2788121 h 5734522"/>
              <a:gd name="connsiteX54" fmla="*/ 5029200 w 12192001"/>
              <a:gd name="connsiteY54" fmla="*/ 2838921 h 5734522"/>
              <a:gd name="connsiteX55" fmla="*/ 4991101 w 12192001"/>
              <a:gd name="connsiteY55" fmla="*/ 2889721 h 5734522"/>
              <a:gd name="connsiteX56" fmla="*/ 4953000 w 12192001"/>
              <a:gd name="connsiteY56" fmla="*/ 2927821 h 5734522"/>
              <a:gd name="connsiteX57" fmla="*/ 4902200 w 12192001"/>
              <a:gd name="connsiteY57" fmla="*/ 2991321 h 5734522"/>
              <a:gd name="connsiteX58" fmla="*/ 4864100 w 12192001"/>
              <a:gd name="connsiteY58" fmla="*/ 3029421 h 5734522"/>
              <a:gd name="connsiteX59" fmla="*/ 4775201 w 12192001"/>
              <a:gd name="connsiteY59" fmla="*/ 3156421 h 5734522"/>
              <a:gd name="connsiteX60" fmla="*/ 4724400 w 12192001"/>
              <a:gd name="connsiteY60" fmla="*/ 3219921 h 5734522"/>
              <a:gd name="connsiteX61" fmla="*/ 4686300 w 12192001"/>
              <a:gd name="connsiteY61" fmla="*/ 3258021 h 5734522"/>
              <a:gd name="connsiteX62" fmla="*/ 4648200 w 12192001"/>
              <a:gd name="connsiteY62" fmla="*/ 3321521 h 5734522"/>
              <a:gd name="connsiteX63" fmla="*/ 4584700 w 12192001"/>
              <a:gd name="connsiteY63" fmla="*/ 3359621 h 5734522"/>
              <a:gd name="connsiteX64" fmla="*/ 4495800 w 12192001"/>
              <a:gd name="connsiteY64" fmla="*/ 3448521 h 5734522"/>
              <a:gd name="connsiteX65" fmla="*/ 4457700 w 12192001"/>
              <a:gd name="connsiteY65" fmla="*/ 3486621 h 5734522"/>
              <a:gd name="connsiteX66" fmla="*/ 4330701 w 12192001"/>
              <a:gd name="connsiteY66" fmla="*/ 3550121 h 5734522"/>
              <a:gd name="connsiteX67" fmla="*/ 4292600 w 12192001"/>
              <a:gd name="connsiteY67" fmla="*/ 3588221 h 5734522"/>
              <a:gd name="connsiteX68" fmla="*/ 4178300 w 12192001"/>
              <a:gd name="connsiteY68" fmla="*/ 3639021 h 5734522"/>
              <a:gd name="connsiteX69" fmla="*/ 4140200 w 12192001"/>
              <a:gd name="connsiteY69" fmla="*/ 3677121 h 5734522"/>
              <a:gd name="connsiteX70" fmla="*/ 4102100 w 12192001"/>
              <a:gd name="connsiteY70" fmla="*/ 3689821 h 5734522"/>
              <a:gd name="connsiteX71" fmla="*/ 4038600 w 12192001"/>
              <a:gd name="connsiteY71" fmla="*/ 3727921 h 5734522"/>
              <a:gd name="connsiteX72" fmla="*/ 3937000 w 12192001"/>
              <a:gd name="connsiteY72" fmla="*/ 3804121 h 5734522"/>
              <a:gd name="connsiteX73" fmla="*/ 3771900 w 12192001"/>
              <a:gd name="connsiteY73" fmla="*/ 3842221 h 5734522"/>
              <a:gd name="connsiteX74" fmla="*/ 3479800 w 12192001"/>
              <a:gd name="connsiteY74" fmla="*/ 3893021 h 5734522"/>
              <a:gd name="connsiteX75" fmla="*/ 2908300 w 12192001"/>
              <a:gd name="connsiteY75" fmla="*/ 3867621 h 5734522"/>
              <a:gd name="connsiteX76" fmla="*/ 2781300 w 12192001"/>
              <a:gd name="connsiteY76" fmla="*/ 3854921 h 5734522"/>
              <a:gd name="connsiteX77" fmla="*/ 2463800 w 12192001"/>
              <a:gd name="connsiteY77" fmla="*/ 3791421 h 5734522"/>
              <a:gd name="connsiteX78" fmla="*/ 2362200 w 12192001"/>
              <a:gd name="connsiteY78" fmla="*/ 3766021 h 5734522"/>
              <a:gd name="connsiteX79" fmla="*/ 2260600 w 12192001"/>
              <a:gd name="connsiteY79" fmla="*/ 3753321 h 5734522"/>
              <a:gd name="connsiteX80" fmla="*/ 2159000 w 12192001"/>
              <a:gd name="connsiteY80" fmla="*/ 3727921 h 5734522"/>
              <a:gd name="connsiteX81" fmla="*/ 2044700 w 12192001"/>
              <a:gd name="connsiteY81" fmla="*/ 3715221 h 5734522"/>
              <a:gd name="connsiteX82" fmla="*/ 1968500 w 12192001"/>
              <a:gd name="connsiteY82" fmla="*/ 3702521 h 5734522"/>
              <a:gd name="connsiteX83" fmla="*/ 1879600 w 12192001"/>
              <a:gd name="connsiteY83" fmla="*/ 3689821 h 5734522"/>
              <a:gd name="connsiteX84" fmla="*/ 1790700 w 12192001"/>
              <a:gd name="connsiteY84" fmla="*/ 3664421 h 5734522"/>
              <a:gd name="connsiteX85" fmla="*/ 1638300 w 12192001"/>
              <a:gd name="connsiteY85" fmla="*/ 3639021 h 5734522"/>
              <a:gd name="connsiteX86" fmla="*/ 1485900 w 12192001"/>
              <a:gd name="connsiteY86" fmla="*/ 3613621 h 5734522"/>
              <a:gd name="connsiteX87" fmla="*/ 1028700 w 12192001"/>
              <a:gd name="connsiteY87" fmla="*/ 3600921 h 5734522"/>
              <a:gd name="connsiteX88" fmla="*/ 927100 w 12192001"/>
              <a:gd name="connsiteY88" fmla="*/ 3588221 h 5734522"/>
              <a:gd name="connsiteX89" fmla="*/ 863600 w 12192001"/>
              <a:gd name="connsiteY89" fmla="*/ 3575521 h 5734522"/>
              <a:gd name="connsiteX90" fmla="*/ 254000 w 12192001"/>
              <a:gd name="connsiteY90" fmla="*/ 3588221 h 5734522"/>
              <a:gd name="connsiteX91" fmla="*/ 34810 w 12192001"/>
              <a:gd name="connsiteY91" fmla="*/ 3602380 h 5734522"/>
              <a:gd name="connsiteX92" fmla="*/ 0 w 12192001"/>
              <a:gd name="connsiteY92" fmla="*/ 3600438 h 573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12192001" h="5734522">
                <a:moveTo>
                  <a:pt x="0" y="1738694"/>
                </a:moveTo>
                <a:lnTo>
                  <a:pt x="24135" y="1725374"/>
                </a:lnTo>
                <a:cubicBezTo>
                  <a:pt x="46019" y="1713393"/>
                  <a:pt x="71671" y="1699433"/>
                  <a:pt x="101600" y="1683221"/>
                </a:cubicBezTo>
                <a:cubicBezTo>
                  <a:pt x="154896" y="1654352"/>
                  <a:pt x="213715" y="1636457"/>
                  <a:pt x="266700" y="1607021"/>
                </a:cubicBezTo>
                <a:cubicBezTo>
                  <a:pt x="328290" y="1572804"/>
                  <a:pt x="383641" y="1528222"/>
                  <a:pt x="444500" y="1492721"/>
                </a:cubicBezTo>
                <a:cubicBezTo>
                  <a:pt x="586922" y="1409641"/>
                  <a:pt x="732297" y="1331730"/>
                  <a:pt x="876300" y="1251421"/>
                </a:cubicBezTo>
                <a:cubicBezTo>
                  <a:pt x="952431" y="1208963"/>
                  <a:pt x="1025243" y="1159824"/>
                  <a:pt x="1104900" y="1124421"/>
                </a:cubicBezTo>
                <a:cubicBezTo>
                  <a:pt x="1269528" y="1051253"/>
                  <a:pt x="1337817" y="1020438"/>
                  <a:pt x="1358695" y="1010953"/>
                </a:cubicBezTo>
                <a:lnTo>
                  <a:pt x="1360510" y="1010124"/>
                </a:lnTo>
                <a:lnTo>
                  <a:pt x="1360567" y="1010097"/>
                </a:lnTo>
                <a:cubicBezTo>
                  <a:pt x="1364143" y="1008449"/>
                  <a:pt x="1366285" y="1007478"/>
                  <a:pt x="1366227" y="1007511"/>
                </a:cubicBezTo>
                <a:lnTo>
                  <a:pt x="1360510" y="1010124"/>
                </a:lnTo>
                <a:lnTo>
                  <a:pt x="1328018" y="1025469"/>
                </a:lnTo>
                <a:cubicBezTo>
                  <a:pt x="1277979" y="1049778"/>
                  <a:pt x="1234001" y="1075321"/>
                  <a:pt x="1587500" y="933921"/>
                </a:cubicBezTo>
                <a:cubicBezTo>
                  <a:pt x="1673704" y="899440"/>
                  <a:pt x="1754996" y="853343"/>
                  <a:pt x="1841500" y="819621"/>
                </a:cubicBezTo>
                <a:cubicBezTo>
                  <a:pt x="2004936" y="755909"/>
                  <a:pt x="2171541" y="700642"/>
                  <a:pt x="2336800" y="641821"/>
                </a:cubicBezTo>
                <a:lnTo>
                  <a:pt x="2590800" y="552921"/>
                </a:lnTo>
                <a:cubicBezTo>
                  <a:pt x="2675467" y="523288"/>
                  <a:pt x="2757776" y="485777"/>
                  <a:pt x="2844800" y="464021"/>
                </a:cubicBezTo>
                <a:lnTo>
                  <a:pt x="3251200" y="362421"/>
                </a:lnTo>
                <a:cubicBezTo>
                  <a:pt x="3306064" y="349010"/>
                  <a:pt x="3361165" y="336573"/>
                  <a:pt x="3416300" y="324321"/>
                </a:cubicBezTo>
                <a:cubicBezTo>
                  <a:pt x="3475469" y="311172"/>
                  <a:pt x="3535534" y="301838"/>
                  <a:pt x="3594100" y="286221"/>
                </a:cubicBezTo>
                <a:cubicBezTo>
                  <a:pt x="3701266" y="257643"/>
                  <a:pt x="3839083" y="218594"/>
                  <a:pt x="3949700" y="197321"/>
                </a:cubicBezTo>
                <a:cubicBezTo>
                  <a:pt x="4004379" y="186806"/>
                  <a:pt x="4059767" y="180388"/>
                  <a:pt x="4114800" y="171921"/>
                </a:cubicBezTo>
                <a:cubicBezTo>
                  <a:pt x="4378671" y="83964"/>
                  <a:pt x="4210232" y="130301"/>
                  <a:pt x="4610100" y="70321"/>
                </a:cubicBezTo>
                <a:cubicBezTo>
                  <a:pt x="4665165" y="62061"/>
                  <a:pt x="4721981" y="61296"/>
                  <a:pt x="4775201" y="44921"/>
                </a:cubicBezTo>
                <a:cubicBezTo>
                  <a:pt x="4820129" y="31097"/>
                  <a:pt x="4853287" y="20748"/>
                  <a:pt x="4877652" y="13070"/>
                </a:cubicBezTo>
                <a:lnTo>
                  <a:pt x="4918691" y="0"/>
                </a:lnTo>
                <a:lnTo>
                  <a:pt x="0" y="0"/>
                </a:lnTo>
                <a:close/>
                <a:moveTo>
                  <a:pt x="0" y="5734522"/>
                </a:moveTo>
                <a:lnTo>
                  <a:pt x="12192001" y="5734522"/>
                </a:lnTo>
                <a:lnTo>
                  <a:pt x="12192001" y="0"/>
                </a:lnTo>
                <a:lnTo>
                  <a:pt x="7527609" y="0"/>
                </a:lnTo>
                <a:lnTo>
                  <a:pt x="7556500" y="57621"/>
                </a:lnTo>
                <a:cubicBezTo>
                  <a:pt x="7560733" y="87254"/>
                  <a:pt x="7570559" y="116618"/>
                  <a:pt x="7569200" y="146521"/>
                </a:cubicBezTo>
                <a:cubicBezTo>
                  <a:pt x="7560042" y="347997"/>
                  <a:pt x="7527302" y="418917"/>
                  <a:pt x="7404100" y="603721"/>
                </a:cubicBezTo>
                <a:cubicBezTo>
                  <a:pt x="7344833" y="692621"/>
                  <a:pt x="7297284" y="790564"/>
                  <a:pt x="7226300" y="870421"/>
                </a:cubicBezTo>
                <a:cubicBezTo>
                  <a:pt x="7192433" y="908521"/>
                  <a:pt x="7161372" y="949313"/>
                  <a:pt x="7124700" y="984721"/>
                </a:cubicBezTo>
                <a:cubicBezTo>
                  <a:pt x="6960345" y="1143409"/>
                  <a:pt x="6877032" y="1211823"/>
                  <a:pt x="6718300" y="1340321"/>
                </a:cubicBezTo>
                <a:cubicBezTo>
                  <a:pt x="6676163" y="1374432"/>
                  <a:pt x="6637038" y="1412815"/>
                  <a:pt x="6591300" y="1441921"/>
                </a:cubicBezTo>
                <a:cubicBezTo>
                  <a:pt x="6544733" y="1471554"/>
                  <a:pt x="6496515" y="1498739"/>
                  <a:pt x="6451600" y="1530821"/>
                </a:cubicBezTo>
                <a:cubicBezTo>
                  <a:pt x="6407485" y="1562332"/>
                  <a:pt x="6369392" y="1601881"/>
                  <a:pt x="6324600" y="1632421"/>
                </a:cubicBezTo>
                <a:cubicBezTo>
                  <a:pt x="6276008" y="1665552"/>
                  <a:pt x="6221134" y="1688698"/>
                  <a:pt x="6172200" y="1721321"/>
                </a:cubicBezTo>
                <a:cubicBezTo>
                  <a:pt x="6132039" y="1748095"/>
                  <a:pt x="6098274" y="1783769"/>
                  <a:pt x="6057900" y="1810221"/>
                </a:cubicBezTo>
                <a:cubicBezTo>
                  <a:pt x="5975310" y="1864332"/>
                  <a:pt x="5886055" y="1907851"/>
                  <a:pt x="5803900" y="1962621"/>
                </a:cubicBezTo>
                <a:cubicBezTo>
                  <a:pt x="5765800" y="1988021"/>
                  <a:pt x="5728430" y="2014552"/>
                  <a:pt x="5689600" y="2038821"/>
                </a:cubicBezTo>
                <a:cubicBezTo>
                  <a:pt x="5583045" y="2105418"/>
                  <a:pt x="5621182" y="2070107"/>
                  <a:pt x="5524500" y="2140421"/>
                </a:cubicBezTo>
                <a:cubicBezTo>
                  <a:pt x="5502578" y="2156364"/>
                  <a:pt x="5482686" y="2174957"/>
                  <a:pt x="5461000" y="2191221"/>
                </a:cubicBezTo>
                <a:cubicBezTo>
                  <a:pt x="5448790" y="2200379"/>
                  <a:pt x="5433167" y="2205327"/>
                  <a:pt x="5422901" y="2216621"/>
                </a:cubicBezTo>
                <a:cubicBezTo>
                  <a:pt x="5390433" y="2252336"/>
                  <a:pt x="5334000" y="2330921"/>
                  <a:pt x="5334000" y="2330921"/>
                </a:cubicBezTo>
                <a:cubicBezTo>
                  <a:pt x="5325533" y="2356321"/>
                  <a:pt x="5320574" y="2383174"/>
                  <a:pt x="5308600" y="2407121"/>
                </a:cubicBezTo>
                <a:cubicBezTo>
                  <a:pt x="5294949" y="2434425"/>
                  <a:pt x="5267453" y="2454361"/>
                  <a:pt x="5257800" y="2483321"/>
                </a:cubicBezTo>
                <a:cubicBezTo>
                  <a:pt x="5243552" y="2526065"/>
                  <a:pt x="5244810" y="2528279"/>
                  <a:pt x="5219701" y="2572221"/>
                </a:cubicBezTo>
                <a:cubicBezTo>
                  <a:pt x="5212127" y="2585473"/>
                  <a:pt x="5202300" y="2597322"/>
                  <a:pt x="5194301" y="2610321"/>
                </a:cubicBezTo>
                <a:cubicBezTo>
                  <a:pt x="5162084" y="2662672"/>
                  <a:pt x="5124194" y="2737614"/>
                  <a:pt x="5080000" y="2788121"/>
                </a:cubicBezTo>
                <a:cubicBezTo>
                  <a:pt x="5064231" y="2806143"/>
                  <a:pt x="5044969" y="2820899"/>
                  <a:pt x="5029200" y="2838921"/>
                </a:cubicBezTo>
                <a:cubicBezTo>
                  <a:pt x="5015262" y="2854851"/>
                  <a:pt x="5004875" y="2873650"/>
                  <a:pt x="4991101" y="2889721"/>
                </a:cubicBezTo>
                <a:cubicBezTo>
                  <a:pt x="4979411" y="2903358"/>
                  <a:pt x="4964827" y="2914304"/>
                  <a:pt x="4953000" y="2927821"/>
                </a:cubicBezTo>
                <a:cubicBezTo>
                  <a:pt x="4935150" y="2948221"/>
                  <a:pt x="4920050" y="2970921"/>
                  <a:pt x="4902200" y="2991321"/>
                </a:cubicBezTo>
                <a:cubicBezTo>
                  <a:pt x="4890374" y="3004838"/>
                  <a:pt x="4875927" y="3015904"/>
                  <a:pt x="4864100" y="3029421"/>
                </a:cubicBezTo>
                <a:cubicBezTo>
                  <a:pt x="4775086" y="3131153"/>
                  <a:pt x="4848004" y="3052415"/>
                  <a:pt x="4775201" y="3156421"/>
                </a:cubicBezTo>
                <a:cubicBezTo>
                  <a:pt x="4759655" y="3178628"/>
                  <a:pt x="4742250" y="3199521"/>
                  <a:pt x="4724400" y="3219921"/>
                </a:cubicBezTo>
                <a:cubicBezTo>
                  <a:pt x="4712574" y="3233438"/>
                  <a:pt x="4697076" y="3243653"/>
                  <a:pt x="4686300" y="3258021"/>
                </a:cubicBezTo>
                <a:cubicBezTo>
                  <a:pt x="4671489" y="3277768"/>
                  <a:pt x="4665654" y="3304067"/>
                  <a:pt x="4648200" y="3321521"/>
                </a:cubicBezTo>
                <a:cubicBezTo>
                  <a:pt x="4630746" y="3338975"/>
                  <a:pt x="4603663" y="3343818"/>
                  <a:pt x="4584700" y="3359621"/>
                </a:cubicBezTo>
                <a:cubicBezTo>
                  <a:pt x="4552505" y="3386450"/>
                  <a:pt x="4525433" y="3418888"/>
                  <a:pt x="4495800" y="3448521"/>
                </a:cubicBezTo>
                <a:cubicBezTo>
                  <a:pt x="4483100" y="3461221"/>
                  <a:pt x="4474376" y="3479951"/>
                  <a:pt x="4457700" y="3486621"/>
                </a:cubicBezTo>
                <a:cubicBezTo>
                  <a:pt x="4404153" y="3508040"/>
                  <a:pt x="4378156" y="3514529"/>
                  <a:pt x="4330701" y="3550121"/>
                </a:cubicBezTo>
                <a:cubicBezTo>
                  <a:pt x="4316332" y="3560897"/>
                  <a:pt x="4307830" y="3578702"/>
                  <a:pt x="4292600" y="3588221"/>
                </a:cubicBezTo>
                <a:cubicBezTo>
                  <a:pt x="4212945" y="3638006"/>
                  <a:pt x="4248310" y="3589015"/>
                  <a:pt x="4178300" y="3639021"/>
                </a:cubicBezTo>
                <a:cubicBezTo>
                  <a:pt x="4163685" y="3649460"/>
                  <a:pt x="4155144" y="3667158"/>
                  <a:pt x="4140200" y="3677121"/>
                </a:cubicBezTo>
                <a:cubicBezTo>
                  <a:pt x="4129061" y="3684547"/>
                  <a:pt x="4114074" y="3683834"/>
                  <a:pt x="4102100" y="3689821"/>
                </a:cubicBezTo>
                <a:cubicBezTo>
                  <a:pt x="4080022" y="3700860"/>
                  <a:pt x="4058347" y="3713110"/>
                  <a:pt x="4038600" y="3727921"/>
                </a:cubicBezTo>
                <a:cubicBezTo>
                  <a:pt x="3964301" y="3783645"/>
                  <a:pt x="4041663" y="3756547"/>
                  <a:pt x="3937000" y="3804121"/>
                </a:cubicBezTo>
                <a:cubicBezTo>
                  <a:pt x="3864144" y="3837237"/>
                  <a:pt x="3851816" y="3827691"/>
                  <a:pt x="3771900" y="3842221"/>
                </a:cubicBezTo>
                <a:cubicBezTo>
                  <a:pt x="3476263" y="3895973"/>
                  <a:pt x="3683431" y="3867567"/>
                  <a:pt x="3479800" y="3893021"/>
                </a:cubicBezTo>
                <a:lnTo>
                  <a:pt x="2908300" y="3867621"/>
                </a:lnTo>
                <a:cubicBezTo>
                  <a:pt x="2865819" y="3865304"/>
                  <a:pt x="2823350" y="3861390"/>
                  <a:pt x="2781300" y="3854921"/>
                </a:cubicBezTo>
                <a:cubicBezTo>
                  <a:pt x="2691005" y="3841029"/>
                  <a:pt x="2559703" y="3813986"/>
                  <a:pt x="2463800" y="3791421"/>
                </a:cubicBezTo>
                <a:cubicBezTo>
                  <a:pt x="2429819" y="3783425"/>
                  <a:pt x="2396511" y="3772454"/>
                  <a:pt x="2362200" y="3766021"/>
                </a:cubicBezTo>
                <a:cubicBezTo>
                  <a:pt x="2328654" y="3759731"/>
                  <a:pt x="2294146" y="3759611"/>
                  <a:pt x="2260600" y="3753321"/>
                </a:cubicBezTo>
                <a:cubicBezTo>
                  <a:pt x="2226289" y="3746888"/>
                  <a:pt x="2193378" y="3733988"/>
                  <a:pt x="2159000" y="3727921"/>
                </a:cubicBezTo>
                <a:cubicBezTo>
                  <a:pt x="2121249" y="3721259"/>
                  <a:pt x="2082698" y="3720287"/>
                  <a:pt x="2044700" y="3715221"/>
                </a:cubicBezTo>
                <a:cubicBezTo>
                  <a:pt x="2019176" y="3711818"/>
                  <a:pt x="1993951" y="3706437"/>
                  <a:pt x="1968500" y="3702521"/>
                </a:cubicBezTo>
                <a:cubicBezTo>
                  <a:pt x="1938914" y="3697969"/>
                  <a:pt x="1908870" y="3696093"/>
                  <a:pt x="1879600" y="3689821"/>
                </a:cubicBezTo>
                <a:cubicBezTo>
                  <a:pt x="1849465" y="3683363"/>
                  <a:pt x="1820858" y="3670770"/>
                  <a:pt x="1790700" y="3664421"/>
                </a:cubicBezTo>
                <a:cubicBezTo>
                  <a:pt x="1740304" y="3653811"/>
                  <a:pt x="1688801" y="3649121"/>
                  <a:pt x="1638300" y="3639021"/>
                </a:cubicBezTo>
                <a:cubicBezTo>
                  <a:pt x="1595360" y="3630433"/>
                  <a:pt x="1526952" y="3615530"/>
                  <a:pt x="1485900" y="3613621"/>
                </a:cubicBezTo>
                <a:cubicBezTo>
                  <a:pt x="1333606" y="3606538"/>
                  <a:pt x="1181100" y="3605154"/>
                  <a:pt x="1028700" y="3600921"/>
                </a:cubicBezTo>
                <a:cubicBezTo>
                  <a:pt x="994833" y="3596688"/>
                  <a:pt x="960833" y="3593411"/>
                  <a:pt x="927100" y="3588221"/>
                </a:cubicBezTo>
                <a:cubicBezTo>
                  <a:pt x="905765" y="3584939"/>
                  <a:pt x="885186" y="3575521"/>
                  <a:pt x="863600" y="3575521"/>
                </a:cubicBezTo>
                <a:cubicBezTo>
                  <a:pt x="660356" y="3575521"/>
                  <a:pt x="457200" y="3583988"/>
                  <a:pt x="254000" y="3588221"/>
                </a:cubicBezTo>
                <a:cubicBezTo>
                  <a:pt x="128634" y="3598668"/>
                  <a:pt x="88582" y="3603942"/>
                  <a:pt x="34810" y="3602380"/>
                </a:cubicBezTo>
                <a:lnTo>
                  <a:pt x="0" y="3600438"/>
                </a:lnTo>
                <a:close/>
              </a:path>
            </a:pathLst>
          </a:cu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44AE601-7EB6-4241-B469-9B2FCF841544}"/>
              </a:ext>
            </a:extLst>
          </p:cNvPr>
          <p:cNvSpPr txBox="1"/>
          <p:nvPr/>
        </p:nvSpPr>
        <p:spPr>
          <a:xfrm>
            <a:off x="10325242" y="653143"/>
            <a:ext cx="923330" cy="14773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目 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9263672-3931-433D-9384-AC135BB82378}"/>
              </a:ext>
            </a:extLst>
          </p:cNvPr>
          <p:cNvSpPr/>
          <p:nvPr/>
        </p:nvSpPr>
        <p:spPr>
          <a:xfrm>
            <a:off x="1588608" y="3243976"/>
            <a:ext cx="4550935" cy="618545"/>
          </a:xfrm>
          <a:prstGeom prst="rect">
            <a:avLst/>
          </a:prstGeom>
          <a:ln w="15875">
            <a:noFill/>
          </a:ln>
        </p:spPr>
        <p:txBody>
          <a:bodyPr wrap="square" lIns="128564" tIns="64283" rIns="128564" bIns="64283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03-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进阶二：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Redis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主从架构</a:t>
            </a:r>
            <a:endParaRPr lang="en-GB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ea"/>
              <a:sym typeface="+mn-lt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163F794-8EB6-4083-93A1-ADC2771FCBD9}"/>
              </a:ext>
            </a:extLst>
          </p:cNvPr>
          <p:cNvSpPr/>
          <p:nvPr/>
        </p:nvSpPr>
        <p:spPr>
          <a:xfrm>
            <a:off x="1588608" y="2426054"/>
            <a:ext cx="4507392" cy="618545"/>
          </a:xfrm>
          <a:prstGeom prst="rect">
            <a:avLst/>
          </a:prstGeom>
          <a:ln w="15875">
            <a:noFill/>
          </a:ln>
        </p:spPr>
        <p:txBody>
          <a:bodyPr wrap="square" lIns="128564" tIns="64283" rIns="128564" bIns="64283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02-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进阶一：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AOF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实现持久化</a:t>
            </a:r>
            <a:endParaRPr lang="en-GB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ea"/>
              <a:sym typeface="+mn-lt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0279E2A-1404-40CD-9BCB-D72B40593EDE}"/>
              </a:ext>
            </a:extLst>
          </p:cNvPr>
          <p:cNvSpPr/>
          <p:nvPr/>
        </p:nvSpPr>
        <p:spPr>
          <a:xfrm>
            <a:off x="1588608" y="4061898"/>
            <a:ext cx="4402493" cy="618545"/>
          </a:xfrm>
          <a:prstGeom prst="rect">
            <a:avLst/>
          </a:prstGeom>
          <a:ln w="15875">
            <a:noFill/>
          </a:ln>
        </p:spPr>
        <p:txBody>
          <a:bodyPr wrap="square" lIns="128564" tIns="64283" rIns="128564" bIns="64283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04-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进阶三：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Redis Cluster</a:t>
            </a:r>
            <a:endParaRPr lang="en-GB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ea"/>
              <a:sym typeface="+mn-lt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1AC6B3B-87FD-4F96-A107-043E15BC4958}"/>
              </a:ext>
            </a:extLst>
          </p:cNvPr>
          <p:cNvSpPr/>
          <p:nvPr/>
        </p:nvSpPr>
        <p:spPr>
          <a:xfrm>
            <a:off x="10189693" y="2121715"/>
            <a:ext cx="1345868" cy="378095"/>
          </a:xfrm>
          <a:prstGeom prst="rect">
            <a:avLst/>
          </a:prstGeom>
          <a:ln w="15875">
            <a:noFill/>
          </a:ln>
        </p:spPr>
        <p:txBody>
          <a:bodyPr wrap="square" lIns="128564" tIns="64283" rIns="128564" bIns="64283">
            <a:spAutoFit/>
          </a:bodyPr>
          <a:lstStyle/>
          <a:p>
            <a:pPr>
              <a:lnSpc>
                <a:spcPct val="150000"/>
              </a:lnSpc>
            </a:pPr>
            <a:r>
              <a:rPr lang="en-GB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C O N T E N 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0A3FCC-D8C3-FE4E-910A-90C80BEF3A75}"/>
              </a:ext>
            </a:extLst>
          </p:cNvPr>
          <p:cNvSpPr/>
          <p:nvPr/>
        </p:nvSpPr>
        <p:spPr>
          <a:xfrm>
            <a:off x="1588607" y="5678654"/>
            <a:ext cx="6545990" cy="618545"/>
          </a:xfrm>
          <a:prstGeom prst="rect">
            <a:avLst/>
          </a:prstGeom>
          <a:ln w="15875">
            <a:noFill/>
          </a:ln>
        </p:spPr>
        <p:txBody>
          <a:bodyPr wrap="square" lIns="128564" tIns="64283" rIns="128564" bIns="64283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06-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额外实现：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Graceful Exit + Transaction</a:t>
            </a:r>
            <a:endParaRPr lang="en-GB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79B282-DA91-68FA-7673-C9256AC2F80D}"/>
              </a:ext>
            </a:extLst>
          </p:cNvPr>
          <p:cNvSpPr/>
          <p:nvPr/>
        </p:nvSpPr>
        <p:spPr>
          <a:xfrm>
            <a:off x="1588607" y="1644471"/>
            <a:ext cx="4507392" cy="618545"/>
          </a:xfrm>
          <a:prstGeom prst="rect">
            <a:avLst/>
          </a:prstGeom>
          <a:ln w="15875">
            <a:noFill/>
          </a:ln>
        </p:spPr>
        <p:txBody>
          <a:bodyPr wrap="square" lIns="128564" tIns="64283" rIns="128564" bIns="64283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01-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总体：   功能支持</a:t>
            </a:r>
            <a:endParaRPr lang="en-GB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EEE7C9-8907-CCF3-117C-659CDA0EE048}"/>
              </a:ext>
            </a:extLst>
          </p:cNvPr>
          <p:cNvSpPr/>
          <p:nvPr/>
        </p:nvSpPr>
        <p:spPr>
          <a:xfrm>
            <a:off x="1588607" y="4897071"/>
            <a:ext cx="6545990" cy="618545"/>
          </a:xfrm>
          <a:prstGeom prst="rect">
            <a:avLst/>
          </a:prstGeom>
          <a:ln w="15875">
            <a:noFill/>
          </a:ln>
        </p:spPr>
        <p:txBody>
          <a:bodyPr wrap="square" lIns="128564" tIns="64283" rIns="128564" bIns="64283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05-Cli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ea"/>
                <a:sym typeface="+mn-lt"/>
              </a:rPr>
              <a:t>接口和功能验证</a:t>
            </a:r>
            <a:endParaRPr lang="en-GB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9333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A61B3AC3-425F-4A2C-86C7-F4D55B790DF6}"/>
              </a:ext>
            </a:extLst>
          </p:cNvPr>
          <p:cNvGrpSpPr/>
          <p:nvPr/>
        </p:nvGrpSpPr>
        <p:grpSpPr>
          <a:xfrm>
            <a:off x="1035845" y="1256182"/>
            <a:ext cx="6998426" cy="5196001"/>
            <a:chOff x="1052483" y="1256182"/>
            <a:chExt cx="6998426" cy="5196001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A6B82DD-C401-4E60-AED9-5B9994782938}"/>
                </a:ext>
              </a:extLst>
            </p:cNvPr>
            <p:cNvSpPr txBox="1"/>
            <p:nvPr/>
          </p:nvSpPr>
          <p:spPr>
            <a:xfrm>
              <a:off x="4878906" y="1269514"/>
              <a:ext cx="31720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主从架构</a:t>
              </a: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5198F6FB-0FA2-4BA2-BB48-1144558B85BB}"/>
                </a:ext>
              </a:extLst>
            </p:cNvPr>
            <p:cNvGrpSpPr/>
            <p:nvPr/>
          </p:nvGrpSpPr>
          <p:grpSpPr>
            <a:xfrm>
              <a:off x="4519377" y="3901820"/>
              <a:ext cx="2688262" cy="1323913"/>
              <a:chOff x="-811077" y="2224874"/>
              <a:chExt cx="2688262" cy="1323913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F4F14AA-4EB4-4CC1-96E9-5314E7E43815}"/>
                  </a:ext>
                </a:extLst>
              </p:cNvPr>
              <p:cNvSpPr txBox="1"/>
              <p:nvPr/>
            </p:nvSpPr>
            <p:spPr>
              <a:xfrm>
                <a:off x="-583131" y="2224874"/>
                <a:ext cx="23620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Redis-cluster</a:t>
                </a:r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集群</a:t>
                </a:r>
              </a:p>
            </p:txBody>
          </p:sp>
          <p:sp>
            <p:nvSpPr>
              <p:cNvPr id="18" name="TextBox 99">
                <a:extLst>
                  <a:ext uri="{FF2B5EF4-FFF2-40B4-BE49-F238E27FC236}">
                    <a16:creationId xmlns:a16="http://schemas.microsoft.com/office/drawing/2014/main" id="{4D135871-57D0-476D-8061-E21B58A6E91C}"/>
                  </a:ext>
                </a:extLst>
              </p:cNvPr>
              <p:cNvSpPr txBox="1"/>
              <p:nvPr/>
            </p:nvSpPr>
            <p:spPr>
              <a:xfrm>
                <a:off x="-811077" y="2761327"/>
                <a:ext cx="2688262" cy="787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写分发：按</a:t>
                </a:r>
                <a:r>
                  <a:rPr lang="en-US" altLang="zh-CN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key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分摊</a:t>
                </a:r>
                <a:endPara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Proxy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自动控制</a:t>
                </a:r>
                <a:endPara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D17CD1AB-8102-4F2D-AE69-AD2438601476}"/>
                </a:ext>
              </a:extLst>
            </p:cNvPr>
            <p:cNvGrpSpPr/>
            <p:nvPr/>
          </p:nvGrpSpPr>
          <p:grpSpPr>
            <a:xfrm>
              <a:off x="1052483" y="1256182"/>
              <a:ext cx="2810207" cy="2626680"/>
              <a:chOff x="3446804" y="1893811"/>
              <a:chExt cx="2810207" cy="2626680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EBE10C0-B164-439E-9039-AE0AD0EC2F86}"/>
                  </a:ext>
                </a:extLst>
              </p:cNvPr>
              <p:cNvSpPr txBox="1"/>
              <p:nvPr/>
            </p:nvSpPr>
            <p:spPr>
              <a:xfrm>
                <a:off x="3446804" y="1893811"/>
                <a:ext cx="14018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基本指令</a:t>
                </a:r>
              </a:p>
            </p:txBody>
          </p:sp>
          <p:sp>
            <p:nvSpPr>
              <p:cNvPr id="21" name="TextBox 99">
                <a:extLst>
                  <a:ext uri="{FF2B5EF4-FFF2-40B4-BE49-F238E27FC236}">
                    <a16:creationId xmlns:a16="http://schemas.microsoft.com/office/drawing/2014/main" id="{DE7F6949-A3AC-4146-A344-F6FF910EF791}"/>
                  </a:ext>
                </a:extLst>
              </p:cNvPr>
              <p:cNvSpPr txBox="1"/>
              <p:nvPr/>
            </p:nvSpPr>
            <p:spPr>
              <a:xfrm>
                <a:off x="3568749" y="2250382"/>
                <a:ext cx="2688262" cy="227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scadia Code" panose="020B0609020000020004" pitchFamily="49" charset="0"/>
                    <a:ea typeface="思源黑体 CN Light" panose="020B0300000000000000" pitchFamily="34" charset="-122"/>
                    <a:cs typeface="Cascadia Code" panose="020B0609020000020004" pitchFamily="49" charset="0"/>
                  </a:rPr>
                  <a:t>Set(expire)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scadia Code" panose="020B0609020000020004" pitchFamily="49" charset="0"/>
                    <a:ea typeface="思源黑体 CN Light" panose="020B0300000000000000" pitchFamily="34" charset="-122"/>
                    <a:cs typeface="Cascadia Code" panose="020B0609020000020004" pitchFamily="49" charset="0"/>
                  </a:rPr>
                  <a:t>Get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scadia Code" panose="020B0609020000020004" pitchFamily="49" charset="0"/>
                    <a:ea typeface="思源黑体 CN Light" panose="020B0300000000000000" pitchFamily="34" charset="-122"/>
                    <a:cs typeface="Cascadia Code" panose="020B0609020000020004" pitchFamily="49" charset="0"/>
                  </a:rPr>
                  <a:t>Del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scadia Code" panose="020B0609020000020004" pitchFamily="49" charset="0"/>
                    <a:ea typeface="思源黑体 CN Light" panose="020B0300000000000000" pitchFamily="34" charset="-122"/>
                    <a:cs typeface="Cascadia Code" panose="020B0609020000020004" pitchFamily="49" charset="0"/>
                  </a:rPr>
                  <a:t>Ping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scadia Code" panose="020B0609020000020004" pitchFamily="49" charset="0"/>
                    <a:ea typeface="思源黑体 CN Light" panose="020B0300000000000000" pitchFamily="34" charset="-122"/>
                    <a:cs typeface="Cascadia Code" panose="020B0609020000020004" pitchFamily="49" charset="0"/>
                  </a:rPr>
                  <a:t>Subscribe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scadia Code" panose="020B0609020000020004" pitchFamily="49" charset="0"/>
                    <a:ea typeface="思源黑体 CN Light" panose="020B0300000000000000" pitchFamily="34" charset="-122"/>
                    <a:cs typeface="Cascadia Code" panose="020B0609020000020004" pitchFamily="49" charset="0"/>
                  </a:rPr>
                  <a:t>Publish</a:t>
                </a: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3F1AEB93-E5FF-41CC-B3CD-0AAA98F0773D}"/>
                </a:ext>
              </a:extLst>
            </p:cNvPr>
            <p:cNvGrpSpPr/>
            <p:nvPr/>
          </p:nvGrpSpPr>
          <p:grpSpPr>
            <a:xfrm>
              <a:off x="1232302" y="3847919"/>
              <a:ext cx="1801901" cy="2604264"/>
              <a:chOff x="3626623" y="2170973"/>
              <a:chExt cx="1801901" cy="2604264"/>
            </a:xfrm>
          </p:grpSpPr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F27E117-C247-451C-ACB0-010E52914302}"/>
                  </a:ext>
                </a:extLst>
              </p:cNvPr>
              <p:cNvSpPr txBox="1"/>
              <p:nvPr/>
            </p:nvSpPr>
            <p:spPr>
              <a:xfrm>
                <a:off x="3626623" y="2170973"/>
                <a:ext cx="8965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AOF</a:t>
                </a:r>
                <a:endPara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  <p:sp>
            <p:nvSpPr>
              <p:cNvPr id="24" name="TextBox 99">
                <a:extLst>
                  <a:ext uri="{FF2B5EF4-FFF2-40B4-BE49-F238E27FC236}">
                    <a16:creationId xmlns:a16="http://schemas.microsoft.com/office/drawing/2014/main" id="{DC3B20FD-C401-4E3C-BCFA-F73DBFFD8B81}"/>
                  </a:ext>
                </a:extLst>
              </p:cNvPr>
              <p:cNvSpPr txBox="1"/>
              <p:nvPr/>
            </p:nvSpPr>
            <p:spPr>
              <a:xfrm>
                <a:off x="3635351" y="2654335"/>
                <a:ext cx="1793173" cy="2120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异步有缓冲写</a:t>
                </a:r>
                <a:endPara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数据恢复</a:t>
                </a:r>
                <a:endPara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Graceful exit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</p:txBody>
          </p:sp>
        </p:grpSp>
      </p:grpSp>
      <p:sp>
        <p:nvSpPr>
          <p:cNvPr id="27" name="Freeform 1171">
            <a:extLst>
              <a:ext uri="{FF2B5EF4-FFF2-40B4-BE49-F238E27FC236}">
                <a16:creationId xmlns:a16="http://schemas.microsoft.com/office/drawing/2014/main" id="{5ECAD1AF-8611-4FB2-AD57-533383EE7C75}"/>
              </a:ext>
            </a:extLst>
          </p:cNvPr>
          <p:cNvSpPr>
            <a:spLocks/>
          </p:cNvSpPr>
          <p:nvPr/>
        </p:nvSpPr>
        <p:spPr bwMode="auto">
          <a:xfrm>
            <a:off x="951903" y="3957025"/>
            <a:ext cx="208608" cy="156440"/>
          </a:xfrm>
          <a:custGeom>
            <a:avLst/>
            <a:gdLst>
              <a:gd name="T0" fmla="*/ 6189 w 6231"/>
              <a:gd name="T1" fmla="*/ 0 h 4673"/>
              <a:gd name="T2" fmla="*/ 6206 w 6231"/>
              <a:gd name="T3" fmla="*/ 6 h 4673"/>
              <a:gd name="T4" fmla="*/ 6219 w 6231"/>
              <a:gd name="T5" fmla="*/ 17 h 4673"/>
              <a:gd name="T6" fmla="*/ 6229 w 6231"/>
              <a:gd name="T7" fmla="*/ 34 h 4673"/>
              <a:gd name="T8" fmla="*/ 6231 w 6231"/>
              <a:gd name="T9" fmla="*/ 53 h 4673"/>
              <a:gd name="T10" fmla="*/ 6223 w 6231"/>
              <a:gd name="T11" fmla="*/ 72 h 4673"/>
              <a:gd name="T12" fmla="*/ 3477 w 6231"/>
              <a:gd name="T13" fmla="*/ 4603 h 4673"/>
              <a:gd name="T14" fmla="*/ 3455 w 6231"/>
              <a:gd name="T15" fmla="*/ 4631 h 4673"/>
              <a:gd name="T16" fmla="*/ 3428 w 6231"/>
              <a:gd name="T17" fmla="*/ 4652 h 4673"/>
              <a:gd name="T18" fmla="*/ 3398 w 6231"/>
              <a:gd name="T19" fmla="*/ 4665 h 4673"/>
              <a:gd name="T20" fmla="*/ 3366 w 6231"/>
              <a:gd name="T21" fmla="*/ 4673 h 4673"/>
              <a:gd name="T22" fmla="*/ 3332 w 6231"/>
              <a:gd name="T23" fmla="*/ 4673 h 4673"/>
              <a:gd name="T24" fmla="*/ 3300 w 6231"/>
              <a:gd name="T25" fmla="*/ 4664 h 4673"/>
              <a:gd name="T26" fmla="*/ 3269 w 6231"/>
              <a:gd name="T27" fmla="*/ 4648 h 4673"/>
              <a:gd name="T28" fmla="*/ 2513 w 6231"/>
              <a:gd name="T29" fmla="*/ 4132 h 4673"/>
              <a:gd name="T30" fmla="*/ 1745 w 6231"/>
              <a:gd name="T31" fmla="*/ 4641 h 4673"/>
              <a:gd name="T32" fmla="*/ 1717 w 6231"/>
              <a:gd name="T33" fmla="*/ 4654 h 4673"/>
              <a:gd name="T34" fmla="*/ 1690 w 6231"/>
              <a:gd name="T35" fmla="*/ 4656 h 4673"/>
              <a:gd name="T36" fmla="*/ 1664 w 6231"/>
              <a:gd name="T37" fmla="*/ 4650 h 4673"/>
              <a:gd name="T38" fmla="*/ 1639 w 6231"/>
              <a:gd name="T39" fmla="*/ 4639 h 4673"/>
              <a:gd name="T40" fmla="*/ 1621 w 6231"/>
              <a:gd name="T41" fmla="*/ 4618 h 4673"/>
              <a:gd name="T42" fmla="*/ 1609 w 6231"/>
              <a:gd name="T43" fmla="*/ 4595 h 4673"/>
              <a:gd name="T44" fmla="*/ 1603 w 6231"/>
              <a:gd name="T45" fmla="*/ 4565 h 4673"/>
              <a:gd name="T46" fmla="*/ 1603 w 6231"/>
              <a:gd name="T47" fmla="*/ 3511 h 4673"/>
              <a:gd name="T48" fmla="*/ 5090 w 6231"/>
              <a:gd name="T49" fmla="*/ 905 h 4673"/>
              <a:gd name="T50" fmla="*/ 972 w 6231"/>
              <a:gd name="T51" fmla="*/ 3077 h 4673"/>
              <a:gd name="T52" fmla="*/ 64 w 6231"/>
              <a:gd name="T53" fmla="*/ 2459 h 4673"/>
              <a:gd name="T54" fmla="*/ 36 w 6231"/>
              <a:gd name="T55" fmla="*/ 2434 h 4673"/>
              <a:gd name="T56" fmla="*/ 15 w 6231"/>
              <a:gd name="T57" fmla="*/ 2404 h 4673"/>
              <a:gd name="T58" fmla="*/ 4 w 6231"/>
              <a:gd name="T59" fmla="*/ 2370 h 4673"/>
              <a:gd name="T60" fmla="*/ 0 w 6231"/>
              <a:gd name="T61" fmla="*/ 2335 h 4673"/>
              <a:gd name="T62" fmla="*/ 0 w 6231"/>
              <a:gd name="T63" fmla="*/ 2335 h 4673"/>
              <a:gd name="T64" fmla="*/ 4 w 6231"/>
              <a:gd name="T65" fmla="*/ 2301 h 4673"/>
              <a:gd name="T66" fmla="*/ 17 w 6231"/>
              <a:gd name="T67" fmla="*/ 2269 h 4673"/>
              <a:gd name="T68" fmla="*/ 36 w 6231"/>
              <a:gd name="T69" fmla="*/ 2241 h 4673"/>
              <a:gd name="T70" fmla="*/ 62 w 6231"/>
              <a:gd name="T71" fmla="*/ 2216 h 4673"/>
              <a:gd name="T72" fmla="*/ 96 w 6231"/>
              <a:gd name="T73" fmla="*/ 2199 h 4673"/>
              <a:gd name="T74" fmla="*/ 6168 w 6231"/>
              <a:gd name="T75" fmla="*/ 4 h 4673"/>
              <a:gd name="T76" fmla="*/ 6189 w 6231"/>
              <a:gd name="T77" fmla="*/ 0 h 4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231" h="4673">
                <a:moveTo>
                  <a:pt x="6189" y="0"/>
                </a:moveTo>
                <a:lnTo>
                  <a:pt x="6206" y="6"/>
                </a:lnTo>
                <a:lnTo>
                  <a:pt x="6219" y="17"/>
                </a:lnTo>
                <a:lnTo>
                  <a:pt x="6229" y="34"/>
                </a:lnTo>
                <a:lnTo>
                  <a:pt x="6231" y="53"/>
                </a:lnTo>
                <a:lnTo>
                  <a:pt x="6223" y="72"/>
                </a:lnTo>
                <a:lnTo>
                  <a:pt x="3477" y="4603"/>
                </a:lnTo>
                <a:lnTo>
                  <a:pt x="3455" y="4631"/>
                </a:lnTo>
                <a:lnTo>
                  <a:pt x="3428" y="4652"/>
                </a:lnTo>
                <a:lnTo>
                  <a:pt x="3398" y="4665"/>
                </a:lnTo>
                <a:lnTo>
                  <a:pt x="3366" y="4673"/>
                </a:lnTo>
                <a:lnTo>
                  <a:pt x="3332" y="4673"/>
                </a:lnTo>
                <a:lnTo>
                  <a:pt x="3300" y="4664"/>
                </a:lnTo>
                <a:lnTo>
                  <a:pt x="3269" y="4648"/>
                </a:lnTo>
                <a:lnTo>
                  <a:pt x="2513" y="4132"/>
                </a:lnTo>
                <a:lnTo>
                  <a:pt x="1745" y="4641"/>
                </a:lnTo>
                <a:lnTo>
                  <a:pt x="1717" y="4654"/>
                </a:lnTo>
                <a:lnTo>
                  <a:pt x="1690" y="4656"/>
                </a:lnTo>
                <a:lnTo>
                  <a:pt x="1664" y="4650"/>
                </a:lnTo>
                <a:lnTo>
                  <a:pt x="1639" y="4639"/>
                </a:lnTo>
                <a:lnTo>
                  <a:pt x="1621" y="4618"/>
                </a:lnTo>
                <a:lnTo>
                  <a:pt x="1609" y="4595"/>
                </a:lnTo>
                <a:lnTo>
                  <a:pt x="1603" y="4565"/>
                </a:lnTo>
                <a:lnTo>
                  <a:pt x="1603" y="3511"/>
                </a:lnTo>
                <a:lnTo>
                  <a:pt x="5090" y="905"/>
                </a:lnTo>
                <a:lnTo>
                  <a:pt x="972" y="3077"/>
                </a:lnTo>
                <a:lnTo>
                  <a:pt x="64" y="2459"/>
                </a:lnTo>
                <a:lnTo>
                  <a:pt x="36" y="2434"/>
                </a:lnTo>
                <a:lnTo>
                  <a:pt x="15" y="2404"/>
                </a:lnTo>
                <a:lnTo>
                  <a:pt x="4" y="2370"/>
                </a:lnTo>
                <a:lnTo>
                  <a:pt x="0" y="2335"/>
                </a:lnTo>
                <a:lnTo>
                  <a:pt x="0" y="2335"/>
                </a:lnTo>
                <a:lnTo>
                  <a:pt x="4" y="2301"/>
                </a:lnTo>
                <a:lnTo>
                  <a:pt x="17" y="2269"/>
                </a:lnTo>
                <a:lnTo>
                  <a:pt x="36" y="2241"/>
                </a:lnTo>
                <a:lnTo>
                  <a:pt x="62" y="2216"/>
                </a:lnTo>
                <a:lnTo>
                  <a:pt x="96" y="2199"/>
                </a:lnTo>
                <a:lnTo>
                  <a:pt x="6168" y="4"/>
                </a:lnTo>
                <a:lnTo>
                  <a:pt x="6189" y="0"/>
                </a:lnTo>
                <a:close/>
              </a:path>
            </a:pathLst>
          </a:custGeom>
          <a:solidFill>
            <a:srgbClr val="ACACA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1190">
            <a:extLst>
              <a:ext uri="{FF2B5EF4-FFF2-40B4-BE49-F238E27FC236}">
                <a16:creationId xmlns:a16="http://schemas.microsoft.com/office/drawing/2014/main" id="{EF4EFA94-8C9B-48C6-AE2A-B90D4ADC5B09}"/>
              </a:ext>
            </a:extLst>
          </p:cNvPr>
          <p:cNvSpPr>
            <a:spLocks/>
          </p:cNvSpPr>
          <p:nvPr/>
        </p:nvSpPr>
        <p:spPr bwMode="auto">
          <a:xfrm>
            <a:off x="7951172" y="1311003"/>
            <a:ext cx="166198" cy="166198"/>
          </a:xfrm>
          <a:custGeom>
            <a:avLst/>
            <a:gdLst>
              <a:gd name="T0" fmla="*/ 0 w 4467"/>
              <a:gd name="T1" fmla="*/ 0 h 4467"/>
              <a:gd name="T2" fmla="*/ 4467 w 4467"/>
              <a:gd name="T3" fmla="*/ 1597 h 4467"/>
              <a:gd name="T4" fmla="*/ 3098 w 4467"/>
              <a:gd name="T5" fmla="*/ 2483 h 4467"/>
              <a:gd name="T6" fmla="*/ 4057 w 4467"/>
              <a:gd name="T7" fmla="*/ 3442 h 4467"/>
              <a:gd name="T8" fmla="*/ 4093 w 4467"/>
              <a:gd name="T9" fmla="*/ 3483 h 4467"/>
              <a:gd name="T10" fmla="*/ 4123 w 4467"/>
              <a:gd name="T11" fmla="*/ 3528 h 4467"/>
              <a:gd name="T12" fmla="*/ 4148 w 4467"/>
              <a:gd name="T13" fmla="*/ 3574 h 4467"/>
              <a:gd name="T14" fmla="*/ 4165 w 4467"/>
              <a:gd name="T15" fmla="*/ 3622 h 4467"/>
              <a:gd name="T16" fmla="*/ 4177 w 4467"/>
              <a:gd name="T17" fmla="*/ 3672 h 4467"/>
              <a:gd name="T18" fmla="*/ 4184 w 4467"/>
              <a:gd name="T19" fmla="*/ 3724 h 4467"/>
              <a:gd name="T20" fmla="*/ 4184 w 4467"/>
              <a:gd name="T21" fmla="*/ 3775 h 4467"/>
              <a:gd name="T22" fmla="*/ 4177 w 4467"/>
              <a:gd name="T23" fmla="*/ 3827 h 4467"/>
              <a:gd name="T24" fmla="*/ 4165 w 4467"/>
              <a:gd name="T25" fmla="*/ 3877 h 4467"/>
              <a:gd name="T26" fmla="*/ 4148 w 4467"/>
              <a:gd name="T27" fmla="*/ 3926 h 4467"/>
              <a:gd name="T28" fmla="*/ 4123 w 4467"/>
              <a:gd name="T29" fmla="*/ 3972 h 4467"/>
              <a:gd name="T30" fmla="*/ 4093 w 4467"/>
              <a:gd name="T31" fmla="*/ 4016 h 4467"/>
              <a:gd name="T32" fmla="*/ 4057 w 4467"/>
              <a:gd name="T33" fmla="*/ 4057 h 4467"/>
              <a:gd name="T34" fmla="*/ 4016 w 4467"/>
              <a:gd name="T35" fmla="*/ 4093 h 4467"/>
              <a:gd name="T36" fmla="*/ 3972 w 4467"/>
              <a:gd name="T37" fmla="*/ 4123 h 4467"/>
              <a:gd name="T38" fmla="*/ 3926 w 4467"/>
              <a:gd name="T39" fmla="*/ 4148 h 4467"/>
              <a:gd name="T40" fmla="*/ 3877 w 4467"/>
              <a:gd name="T41" fmla="*/ 4165 h 4467"/>
              <a:gd name="T42" fmla="*/ 3827 w 4467"/>
              <a:gd name="T43" fmla="*/ 4177 h 4467"/>
              <a:gd name="T44" fmla="*/ 3775 w 4467"/>
              <a:gd name="T45" fmla="*/ 4184 h 4467"/>
              <a:gd name="T46" fmla="*/ 3724 w 4467"/>
              <a:gd name="T47" fmla="*/ 4184 h 4467"/>
              <a:gd name="T48" fmla="*/ 3672 w 4467"/>
              <a:gd name="T49" fmla="*/ 4177 h 4467"/>
              <a:gd name="T50" fmla="*/ 3622 w 4467"/>
              <a:gd name="T51" fmla="*/ 4165 h 4467"/>
              <a:gd name="T52" fmla="*/ 3574 w 4467"/>
              <a:gd name="T53" fmla="*/ 4148 h 4467"/>
              <a:gd name="T54" fmla="*/ 3528 w 4467"/>
              <a:gd name="T55" fmla="*/ 4123 h 4467"/>
              <a:gd name="T56" fmla="*/ 3483 w 4467"/>
              <a:gd name="T57" fmla="*/ 4093 h 4467"/>
              <a:gd name="T58" fmla="*/ 3442 w 4467"/>
              <a:gd name="T59" fmla="*/ 4057 h 4467"/>
              <a:gd name="T60" fmla="*/ 2483 w 4467"/>
              <a:gd name="T61" fmla="*/ 3098 h 4467"/>
              <a:gd name="T62" fmla="*/ 1597 w 4467"/>
              <a:gd name="T63" fmla="*/ 4467 h 4467"/>
              <a:gd name="T64" fmla="*/ 0 w 4467"/>
              <a:gd name="T65" fmla="*/ 0 h 4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467" h="4467">
                <a:moveTo>
                  <a:pt x="0" y="0"/>
                </a:moveTo>
                <a:lnTo>
                  <a:pt x="4467" y="1597"/>
                </a:lnTo>
                <a:lnTo>
                  <a:pt x="3098" y="2483"/>
                </a:lnTo>
                <a:lnTo>
                  <a:pt x="4057" y="3442"/>
                </a:lnTo>
                <a:lnTo>
                  <a:pt x="4093" y="3483"/>
                </a:lnTo>
                <a:lnTo>
                  <a:pt x="4123" y="3528"/>
                </a:lnTo>
                <a:lnTo>
                  <a:pt x="4148" y="3574"/>
                </a:lnTo>
                <a:lnTo>
                  <a:pt x="4165" y="3622"/>
                </a:lnTo>
                <a:lnTo>
                  <a:pt x="4177" y="3672"/>
                </a:lnTo>
                <a:lnTo>
                  <a:pt x="4184" y="3724"/>
                </a:lnTo>
                <a:lnTo>
                  <a:pt x="4184" y="3775"/>
                </a:lnTo>
                <a:lnTo>
                  <a:pt x="4177" y="3827"/>
                </a:lnTo>
                <a:lnTo>
                  <a:pt x="4165" y="3877"/>
                </a:lnTo>
                <a:lnTo>
                  <a:pt x="4148" y="3926"/>
                </a:lnTo>
                <a:lnTo>
                  <a:pt x="4123" y="3972"/>
                </a:lnTo>
                <a:lnTo>
                  <a:pt x="4093" y="4016"/>
                </a:lnTo>
                <a:lnTo>
                  <a:pt x="4057" y="4057"/>
                </a:lnTo>
                <a:lnTo>
                  <a:pt x="4016" y="4093"/>
                </a:lnTo>
                <a:lnTo>
                  <a:pt x="3972" y="4123"/>
                </a:lnTo>
                <a:lnTo>
                  <a:pt x="3926" y="4148"/>
                </a:lnTo>
                <a:lnTo>
                  <a:pt x="3877" y="4165"/>
                </a:lnTo>
                <a:lnTo>
                  <a:pt x="3827" y="4177"/>
                </a:lnTo>
                <a:lnTo>
                  <a:pt x="3775" y="4184"/>
                </a:lnTo>
                <a:lnTo>
                  <a:pt x="3724" y="4184"/>
                </a:lnTo>
                <a:lnTo>
                  <a:pt x="3672" y="4177"/>
                </a:lnTo>
                <a:lnTo>
                  <a:pt x="3622" y="4165"/>
                </a:lnTo>
                <a:lnTo>
                  <a:pt x="3574" y="4148"/>
                </a:lnTo>
                <a:lnTo>
                  <a:pt x="3528" y="4123"/>
                </a:lnTo>
                <a:lnTo>
                  <a:pt x="3483" y="4093"/>
                </a:lnTo>
                <a:lnTo>
                  <a:pt x="3442" y="4057"/>
                </a:lnTo>
                <a:lnTo>
                  <a:pt x="2483" y="3098"/>
                </a:lnTo>
                <a:lnTo>
                  <a:pt x="1597" y="4467"/>
                </a:lnTo>
                <a:lnTo>
                  <a:pt x="0" y="0"/>
                </a:lnTo>
                <a:close/>
              </a:path>
            </a:pathLst>
          </a:custGeom>
          <a:solidFill>
            <a:srgbClr val="ACACA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29" name="Group 1254">
            <a:extLst>
              <a:ext uri="{FF2B5EF4-FFF2-40B4-BE49-F238E27FC236}">
                <a16:creationId xmlns:a16="http://schemas.microsoft.com/office/drawing/2014/main" id="{6A98F045-9C1B-4FC3-91B5-49EEC1FC228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13900" y="1338419"/>
            <a:ext cx="201764" cy="200170"/>
            <a:chOff x="3311" y="3798"/>
            <a:chExt cx="760" cy="754"/>
          </a:xfrm>
          <a:solidFill>
            <a:srgbClr val="ACACAC"/>
          </a:solidFill>
        </p:grpSpPr>
        <p:sp>
          <p:nvSpPr>
            <p:cNvPr id="30" name="Freeform 1256">
              <a:extLst>
                <a:ext uri="{FF2B5EF4-FFF2-40B4-BE49-F238E27FC236}">
                  <a16:creationId xmlns:a16="http://schemas.microsoft.com/office/drawing/2014/main" id="{4E420E8C-6EC7-4108-8913-3604D44FD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3874"/>
              <a:ext cx="419" cy="667"/>
            </a:xfrm>
            <a:custGeom>
              <a:avLst/>
              <a:gdLst>
                <a:gd name="T0" fmla="*/ 788 w 2091"/>
                <a:gd name="T1" fmla="*/ 34 h 3334"/>
                <a:gd name="T2" fmla="*/ 986 w 2091"/>
                <a:gd name="T3" fmla="*/ 288 h 3334"/>
                <a:gd name="T4" fmla="*/ 1263 w 2091"/>
                <a:gd name="T5" fmla="*/ 616 h 3334"/>
                <a:gd name="T6" fmla="*/ 1409 w 2091"/>
                <a:gd name="T7" fmla="*/ 500 h 3334"/>
                <a:gd name="T8" fmla="*/ 1769 w 2091"/>
                <a:gd name="T9" fmla="*/ 455 h 3334"/>
                <a:gd name="T10" fmla="*/ 1880 w 2091"/>
                <a:gd name="T11" fmla="*/ 643 h 3334"/>
                <a:gd name="T12" fmla="*/ 1971 w 2091"/>
                <a:gd name="T13" fmla="*/ 843 h 3334"/>
                <a:gd name="T14" fmla="*/ 2036 w 2091"/>
                <a:gd name="T15" fmla="*/ 1054 h 3334"/>
                <a:gd name="T16" fmla="*/ 2077 w 2091"/>
                <a:gd name="T17" fmla="*/ 1275 h 3334"/>
                <a:gd name="T18" fmla="*/ 2091 w 2091"/>
                <a:gd name="T19" fmla="*/ 1504 h 3334"/>
                <a:gd name="T20" fmla="*/ 2076 w 2091"/>
                <a:gd name="T21" fmla="*/ 1742 h 3334"/>
                <a:gd name="T22" fmla="*/ 2032 w 2091"/>
                <a:gd name="T23" fmla="*/ 1972 h 3334"/>
                <a:gd name="T24" fmla="*/ 1961 w 2091"/>
                <a:gd name="T25" fmla="*/ 2190 h 3334"/>
                <a:gd name="T26" fmla="*/ 1864 w 2091"/>
                <a:gd name="T27" fmla="*/ 2396 h 3334"/>
                <a:gd name="T28" fmla="*/ 1746 w 2091"/>
                <a:gd name="T29" fmla="*/ 2588 h 3334"/>
                <a:gd name="T30" fmla="*/ 1603 w 2091"/>
                <a:gd name="T31" fmla="*/ 2763 h 3334"/>
                <a:gd name="T32" fmla="*/ 1442 w 2091"/>
                <a:gd name="T33" fmla="*/ 2920 h 3334"/>
                <a:gd name="T34" fmla="*/ 1263 w 2091"/>
                <a:gd name="T35" fmla="*/ 3058 h 3334"/>
                <a:gd name="T36" fmla="*/ 1069 w 2091"/>
                <a:gd name="T37" fmla="*/ 3175 h 3334"/>
                <a:gd name="T38" fmla="*/ 859 w 2091"/>
                <a:gd name="T39" fmla="*/ 3267 h 3334"/>
                <a:gd name="T40" fmla="*/ 637 w 2091"/>
                <a:gd name="T41" fmla="*/ 3334 h 3334"/>
                <a:gd name="T42" fmla="*/ 998 w 2091"/>
                <a:gd name="T43" fmla="*/ 2993 h 3334"/>
                <a:gd name="T44" fmla="*/ 1309 w 2091"/>
                <a:gd name="T45" fmla="*/ 2658 h 3334"/>
                <a:gd name="T46" fmla="*/ 1193 w 2091"/>
                <a:gd name="T47" fmla="*/ 2061 h 3334"/>
                <a:gd name="T48" fmla="*/ 920 w 2091"/>
                <a:gd name="T49" fmla="*/ 1856 h 3334"/>
                <a:gd name="T50" fmla="*/ 544 w 2091"/>
                <a:gd name="T51" fmla="*/ 1775 h 3334"/>
                <a:gd name="T52" fmla="*/ 298 w 2091"/>
                <a:gd name="T53" fmla="*/ 1714 h 3334"/>
                <a:gd name="T54" fmla="*/ 214 w 2091"/>
                <a:gd name="T55" fmla="*/ 1548 h 3334"/>
                <a:gd name="T56" fmla="*/ 36 w 2091"/>
                <a:gd name="T57" fmla="*/ 1626 h 3334"/>
                <a:gd name="T58" fmla="*/ 147 w 2091"/>
                <a:gd name="T59" fmla="*/ 1402 h 3334"/>
                <a:gd name="T60" fmla="*/ 380 w 2091"/>
                <a:gd name="T61" fmla="*/ 1471 h 3334"/>
                <a:gd name="T62" fmla="*/ 637 w 2091"/>
                <a:gd name="T63" fmla="*/ 1082 h 3334"/>
                <a:gd name="T64" fmla="*/ 1134 w 2091"/>
                <a:gd name="T65" fmla="*/ 947 h 3334"/>
                <a:gd name="T66" fmla="*/ 924 w 2091"/>
                <a:gd name="T67" fmla="*/ 630 h 3334"/>
                <a:gd name="T68" fmla="*/ 714 w 2091"/>
                <a:gd name="T69" fmla="*/ 461 h 3334"/>
                <a:gd name="T70" fmla="*/ 470 w 2091"/>
                <a:gd name="T71" fmla="*/ 392 h 3334"/>
                <a:gd name="T72" fmla="*/ 233 w 2091"/>
                <a:gd name="T73" fmla="*/ 551 h 3334"/>
                <a:gd name="T74" fmla="*/ 372 w 2091"/>
                <a:gd name="T75" fmla="*/ 392 h 3334"/>
                <a:gd name="T76" fmla="*/ 578 w 2091"/>
                <a:gd name="T77" fmla="*/ 234 h 3334"/>
                <a:gd name="T78" fmla="*/ 692 w 2091"/>
                <a:gd name="T79" fmla="*/ 376 h 3334"/>
                <a:gd name="T80" fmla="*/ 866 w 2091"/>
                <a:gd name="T81" fmla="*/ 349 h 3334"/>
                <a:gd name="T82" fmla="*/ 605 w 2091"/>
                <a:gd name="T83" fmla="*/ 81 h 3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91" h="3334">
                  <a:moveTo>
                    <a:pt x="610" y="0"/>
                  </a:moveTo>
                  <a:lnTo>
                    <a:pt x="788" y="34"/>
                  </a:lnTo>
                  <a:lnTo>
                    <a:pt x="939" y="169"/>
                  </a:lnTo>
                  <a:lnTo>
                    <a:pt x="986" y="288"/>
                  </a:lnTo>
                  <a:lnTo>
                    <a:pt x="1022" y="400"/>
                  </a:lnTo>
                  <a:lnTo>
                    <a:pt x="1263" y="616"/>
                  </a:lnTo>
                  <a:lnTo>
                    <a:pt x="1325" y="635"/>
                  </a:lnTo>
                  <a:lnTo>
                    <a:pt x="1409" y="500"/>
                  </a:lnTo>
                  <a:lnTo>
                    <a:pt x="1712" y="473"/>
                  </a:lnTo>
                  <a:lnTo>
                    <a:pt x="1769" y="455"/>
                  </a:lnTo>
                  <a:lnTo>
                    <a:pt x="1827" y="547"/>
                  </a:lnTo>
                  <a:lnTo>
                    <a:pt x="1880" y="643"/>
                  </a:lnTo>
                  <a:lnTo>
                    <a:pt x="1929" y="741"/>
                  </a:lnTo>
                  <a:lnTo>
                    <a:pt x="1971" y="843"/>
                  </a:lnTo>
                  <a:lnTo>
                    <a:pt x="2007" y="947"/>
                  </a:lnTo>
                  <a:lnTo>
                    <a:pt x="2036" y="1054"/>
                  </a:lnTo>
                  <a:lnTo>
                    <a:pt x="2060" y="1163"/>
                  </a:lnTo>
                  <a:lnTo>
                    <a:pt x="2077" y="1275"/>
                  </a:lnTo>
                  <a:lnTo>
                    <a:pt x="2088" y="1389"/>
                  </a:lnTo>
                  <a:lnTo>
                    <a:pt x="2091" y="1504"/>
                  </a:lnTo>
                  <a:lnTo>
                    <a:pt x="2087" y="1624"/>
                  </a:lnTo>
                  <a:lnTo>
                    <a:pt x="2076" y="1742"/>
                  </a:lnTo>
                  <a:lnTo>
                    <a:pt x="2057" y="1859"/>
                  </a:lnTo>
                  <a:lnTo>
                    <a:pt x="2032" y="1972"/>
                  </a:lnTo>
                  <a:lnTo>
                    <a:pt x="2000" y="2082"/>
                  </a:lnTo>
                  <a:lnTo>
                    <a:pt x="1961" y="2190"/>
                  </a:lnTo>
                  <a:lnTo>
                    <a:pt x="1916" y="2295"/>
                  </a:lnTo>
                  <a:lnTo>
                    <a:pt x="1864" y="2396"/>
                  </a:lnTo>
                  <a:lnTo>
                    <a:pt x="1807" y="2493"/>
                  </a:lnTo>
                  <a:lnTo>
                    <a:pt x="1746" y="2588"/>
                  </a:lnTo>
                  <a:lnTo>
                    <a:pt x="1676" y="2677"/>
                  </a:lnTo>
                  <a:lnTo>
                    <a:pt x="1603" y="2763"/>
                  </a:lnTo>
                  <a:lnTo>
                    <a:pt x="1525" y="2844"/>
                  </a:lnTo>
                  <a:lnTo>
                    <a:pt x="1442" y="2920"/>
                  </a:lnTo>
                  <a:lnTo>
                    <a:pt x="1355" y="2992"/>
                  </a:lnTo>
                  <a:lnTo>
                    <a:pt x="1263" y="3058"/>
                  </a:lnTo>
                  <a:lnTo>
                    <a:pt x="1168" y="3119"/>
                  </a:lnTo>
                  <a:lnTo>
                    <a:pt x="1069" y="3175"/>
                  </a:lnTo>
                  <a:lnTo>
                    <a:pt x="965" y="3224"/>
                  </a:lnTo>
                  <a:lnTo>
                    <a:pt x="859" y="3267"/>
                  </a:lnTo>
                  <a:lnTo>
                    <a:pt x="750" y="3305"/>
                  </a:lnTo>
                  <a:lnTo>
                    <a:pt x="637" y="3334"/>
                  </a:lnTo>
                  <a:lnTo>
                    <a:pt x="672" y="3210"/>
                  </a:lnTo>
                  <a:lnTo>
                    <a:pt x="998" y="2993"/>
                  </a:lnTo>
                  <a:lnTo>
                    <a:pt x="1084" y="2762"/>
                  </a:lnTo>
                  <a:lnTo>
                    <a:pt x="1309" y="2658"/>
                  </a:lnTo>
                  <a:lnTo>
                    <a:pt x="1523" y="2254"/>
                  </a:lnTo>
                  <a:lnTo>
                    <a:pt x="1193" y="2061"/>
                  </a:lnTo>
                  <a:lnTo>
                    <a:pt x="1022" y="1869"/>
                  </a:lnTo>
                  <a:lnTo>
                    <a:pt x="920" y="1856"/>
                  </a:lnTo>
                  <a:lnTo>
                    <a:pt x="719" y="1802"/>
                  </a:lnTo>
                  <a:lnTo>
                    <a:pt x="544" y="1775"/>
                  </a:lnTo>
                  <a:lnTo>
                    <a:pt x="392" y="1818"/>
                  </a:lnTo>
                  <a:lnTo>
                    <a:pt x="298" y="1714"/>
                  </a:lnTo>
                  <a:lnTo>
                    <a:pt x="205" y="1687"/>
                  </a:lnTo>
                  <a:lnTo>
                    <a:pt x="214" y="1548"/>
                  </a:lnTo>
                  <a:lnTo>
                    <a:pt x="102" y="1552"/>
                  </a:lnTo>
                  <a:lnTo>
                    <a:pt x="36" y="1626"/>
                  </a:lnTo>
                  <a:lnTo>
                    <a:pt x="0" y="1471"/>
                  </a:lnTo>
                  <a:lnTo>
                    <a:pt x="147" y="1402"/>
                  </a:lnTo>
                  <a:lnTo>
                    <a:pt x="298" y="1471"/>
                  </a:lnTo>
                  <a:lnTo>
                    <a:pt x="380" y="1471"/>
                  </a:lnTo>
                  <a:lnTo>
                    <a:pt x="410" y="1352"/>
                  </a:lnTo>
                  <a:lnTo>
                    <a:pt x="637" y="1082"/>
                  </a:lnTo>
                  <a:lnTo>
                    <a:pt x="951" y="924"/>
                  </a:lnTo>
                  <a:lnTo>
                    <a:pt x="1134" y="947"/>
                  </a:lnTo>
                  <a:lnTo>
                    <a:pt x="1151" y="859"/>
                  </a:lnTo>
                  <a:lnTo>
                    <a:pt x="924" y="630"/>
                  </a:lnTo>
                  <a:lnTo>
                    <a:pt x="839" y="461"/>
                  </a:lnTo>
                  <a:lnTo>
                    <a:pt x="714" y="461"/>
                  </a:lnTo>
                  <a:lnTo>
                    <a:pt x="637" y="417"/>
                  </a:lnTo>
                  <a:lnTo>
                    <a:pt x="470" y="392"/>
                  </a:lnTo>
                  <a:lnTo>
                    <a:pt x="436" y="590"/>
                  </a:lnTo>
                  <a:lnTo>
                    <a:pt x="233" y="551"/>
                  </a:lnTo>
                  <a:lnTo>
                    <a:pt x="217" y="427"/>
                  </a:lnTo>
                  <a:lnTo>
                    <a:pt x="372" y="392"/>
                  </a:lnTo>
                  <a:lnTo>
                    <a:pt x="424" y="171"/>
                  </a:lnTo>
                  <a:lnTo>
                    <a:pt x="578" y="234"/>
                  </a:lnTo>
                  <a:lnTo>
                    <a:pt x="574" y="328"/>
                  </a:lnTo>
                  <a:lnTo>
                    <a:pt x="692" y="376"/>
                  </a:lnTo>
                  <a:lnTo>
                    <a:pt x="770" y="400"/>
                  </a:lnTo>
                  <a:lnTo>
                    <a:pt x="866" y="349"/>
                  </a:lnTo>
                  <a:lnTo>
                    <a:pt x="781" y="250"/>
                  </a:lnTo>
                  <a:lnTo>
                    <a:pt x="605" y="81"/>
                  </a:lnTo>
                  <a:lnTo>
                    <a:pt x="6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257">
              <a:extLst>
                <a:ext uri="{FF2B5EF4-FFF2-40B4-BE49-F238E27FC236}">
                  <a16:creationId xmlns:a16="http://schemas.microsoft.com/office/drawing/2014/main" id="{0ABCD8D7-5CC2-422D-BD97-32ACB5C68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" y="3979"/>
              <a:ext cx="441" cy="573"/>
            </a:xfrm>
            <a:custGeom>
              <a:avLst/>
              <a:gdLst>
                <a:gd name="T0" fmla="*/ 261 w 2205"/>
                <a:gd name="T1" fmla="*/ 106 h 2865"/>
                <a:gd name="T2" fmla="*/ 581 w 2205"/>
                <a:gd name="T3" fmla="*/ 176 h 2865"/>
                <a:gd name="T4" fmla="*/ 1098 w 2205"/>
                <a:gd name="T5" fmla="*/ 443 h 2865"/>
                <a:gd name="T6" fmla="*/ 1370 w 2205"/>
                <a:gd name="T7" fmla="*/ 1109 h 2865"/>
                <a:gd name="T8" fmla="*/ 1416 w 2205"/>
                <a:gd name="T9" fmla="*/ 980 h 2865"/>
                <a:gd name="T10" fmla="*/ 1837 w 2205"/>
                <a:gd name="T11" fmla="*/ 1269 h 2865"/>
                <a:gd name="T12" fmla="*/ 2106 w 2205"/>
                <a:gd name="T13" fmla="*/ 1448 h 2865"/>
                <a:gd name="T14" fmla="*/ 2118 w 2205"/>
                <a:gd name="T15" fmla="*/ 1964 h 2865"/>
                <a:gd name="T16" fmla="*/ 2121 w 2205"/>
                <a:gd name="T17" fmla="*/ 1978 h 2865"/>
                <a:gd name="T18" fmla="*/ 2131 w 2205"/>
                <a:gd name="T19" fmla="*/ 2011 h 2865"/>
                <a:gd name="T20" fmla="*/ 2146 w 2205"/>
                <a:gd name="T21" fmla="*/ 2058 h 2865"/>
                <a:gd name="T22" fmla="*/ 2162 w 2205"/>
                <a:gd name="T23" fmla="*/ 2113 h 2865"/>
                <a:gd name="T24" fmla="*/ 2177 w 2205"/>
                <a:gd name="T25" fmla="*/ 2168 h 2865"/>
                <a:gd name="T26" fmla="*/ 2192 w 2205"/>
                <a:gd name="T27" fmla="*/ 2217 h 2865"/>
                <a:gd name="T28" fmla="*/ 2202 w 2205"/>
                <a:gd name="T29" fmla="*/ 2253 h 2865"/>
                <a:gd name="T30" fmla="*/ 2205 w 2205"/>
                <a:gd name="T31" fmla="*/ 2270 h 2865"/>
                <a:gd name="T32" fmla="*/ 2202 w 2205"/>
                <a:gd name="T33" fmla="*/ 2286 h 2865"/>
                <a:gd name="T34" fmla="*/ 2193 w 2205"/>
                <a:gd name="T35" fmla="*/ 2323 h 2865"/>
                <a:gd name="T36" fmla="*/ 2181 w 2205"/>
                <a:gd name="T37" fmla="*/ 2374 h 2865"/>
                <a:gd name="T38" fmla="*/ 2166 w 2205"/>
                <a:gd name="T39" fmla="*/ 2433 h 2865"/>
                <a:gd name="T40" fmla="*/ 2150 w 2205"/>
                <a:gd name="T41" fmla="*/ 2495 h 2865"/>
                <a:gd name="T42" fmla="*/ 2136 w 2205"/>
                <a:gd name="T43" fmla="*/ 2549 h 2865"/>
                <a:gd name="T44" fmla="*/ 2125 w 2205"/>
                <a:gd name="T45" fmla="*/ 2592 h 2865"/>
                <a:gd name="T46" fmla="*/ 2119 w 2205"/>
                <a:gd name="T47" fmla="*/ 2616 h 2865"/>
                <a:gd name="T48" fmla="*/ 2137 w 2205"/>
                <a:gd name="T49" fmla="*/ 2848 h 2865"/>
                <a:gd name="T50" fmla="*/ 1979 w 2205"/>
                <a:gd name="T51" fmla="*/ 2863 h 2865"/>
                <a:gd name="T52" fmla="*/ 1779 w 2205"/>
                <a:gd name="T53" fmla="*/ 2862 h 2865"/>
                <a:gd name="T54" fmla="*/ 1545 w 2205"/>
                <a:gd name="T55" fmla="*/ 2832 h 2865"/>
                <a:gd name="T56" fmla="*/ 1321 w 2205"/>
                <a:gd name="T57" fmla="*/ 2776 h 2865"/>
                <a:gd name="T58" fmla="*/ 1108 w 2205"/>
                <a:gd name="T59" fmla="*/ 2693 h 2865"/>
                <a:gd name="T60" fmla="*/ 909 w 2205"/>
                <a:gd name="T61" fmla="*/ 2588 h 2865"/>
                <a:gd name="T62" fmla="*/ 723 w 2205"/>
                <a:gd name="T63" fmla="*/ 2460 h 2865"/>
                <a:gd name="T64" fmla="*/ 556 w 2205"/>
                <a:gd name="T65" fmla="*/ 2313 h 2865"/>
                <a:gd name="T66" fmla="*/ 407 w 2205"/>
                <a:gd name="T67" fmla="*/ 2146 h 2865"/>
                <a:gd name="T68" fmla="*/ 278 w 2205"/>
                <a:gd name="T69" fmla="*/ 1963 h 2865"/>
                <a:gd name="T70" fmla="*/ 172 w 2205"/>
                <a:gd name="T71" fmla="*/ 1766 h 2865"/>
                <a:gd name="T72" fmla="*/ 90 w 2205"/>
                <a:gd name="T73" fmla="*/ 1555 h 2865"/>
                <a:gd name="T74" fmla="*/ 33 w 2205"/>
                <a:gd name="T75" fmla="*/ 1331 h 2865"/>
                <a:gd name="T76" fmla="*/ 3 w 2205"/>
                <a:gd name="T77" fmla="*/ 1099 h 2865"/>
                <a:gd name="T78" fmla="*/ 3 w 2205"/>
                <a:gd name="T79" fmla="*/ 865 h 2865"/>
                <a:gd name="T80" fmla="*/ 31 w 2205"/>
                <a:gd name="T81" fmla="*/ 641 h 2865"/>
                <a:gd name="T82" fmla="*/ 84 w 2205"/>
                <a:gd name="T83" fmla="*/ 427 h 2865"/>
                <a:gd name="T84" fmla="*/ 162 w 2205"/>
                <a:gd name="T85" fmla="*/ 223 h 2865"/>
                <a:gd name="T86" fmla="*/ 261 w 2205"/>
                <a:gd name="T87" fmla="*/ 30 h 2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05" h="2865">
                  <a:moveTo>
                    <a:pt x="397" y="0"/>
                  </a:moveTo>
                  <a:lnTo>
                    <a:pt x="261" y="106"/>
                  </a:lnTo>
                  <a:lnTo>
                    <a:pt x="368" y="176"/>
                  </a:lnTo>
                  <a:lnTo>
                    <a:pt x="581" y="176"/>
                  </a:lnTo>
                  <a:lnTo>
                    <a:pt x="898" y="120"/>
                  </a:lnTo>
                  <a:lnTo>
                    <a:pt x="1098" y="443"/>
                  </a:lnTo>
                  <a:lnTo>
                    <a:pt x="1098" y="743"/>
                  </a:lnTo>
                  <a:lnTo>
                    <a:pt x="1370" y="1109"/>
                  </a:lnTo>
                  <a:lnTo>
                    <a:pt x="1416" y="1109"/>
                  </a:lnTo>
                  <a:lnTo>
                    <a:pt x="1416" y="980"/>
                  </a:lnTo>
                  <a:lnTo>
                    <a:pt x="1521" y="1199"/>
                  </a:lnTo>
                  <a:lnTo>
                    <a:pt x="1837" y="1269"/>
                  </a:lnTo>
                  <a:lnTo>
                    <a:pt x="1979" y="1410"/>
                  </a:lnTo>
                  <a:lnTo>
                    <a:pt x="2106" y="1448"/>
                  </a:lnTo>
                  <a:lnTo>
                    <a:pt x="1979" y="1710"/>
                  </a:lnTo>
                  <a:lnTo>
                    <a:pt x="2118" y="1964"/>
                  </a:lnTo>
                  <a:lnTo>
                    <a:pt x="2119" y="1968"/>
                  </a:lnTo>
                  <a:lnTo>
                    <a:pt x="2121" y="1978"/>
                  </a:lnTo>
                  <a:lnTo>
                    <a:pt x="2126" y="1993"/>
                  </a:lnTo>
                  <a:lnTo>
                    <a:pt x="2131" y="2011"/>
                  </a:lnTo>
                  <a:lnTo>
                    <a:pt x="2139" y="2033"/>
                  </a:lnTo>
                  <a:lnTo>
                    <a:pt x="2146" y="2058"/>
                  </a:lnTo>
                  <a:lnTo>
                    <a:pt x="2153" y="2085"/>
                  </a:lnTo>
                  <a:lnTo>
                    <a:pt x="2162" y="2113"/>
                  </a:lnTo>
                  <a:lnTo>
                    <a:pt x="2169" y="2141"/>
                  </a:lnTo>
                  <a:lnTo>
                    <a:pt x="2177" y="2168"/>
                  </a:lnTo>
                  <a:lnTo>
                    <a:pt x="2184" y="2194"/>
                  </a:lnTo>
                  <a:lnTo>
                    <a:pt x="2192" y="2217"/>
                  </a:lnTo>
                  <a:lnTo>
                    <a:pt x="2197" y="2237"/>
                  </a:lnTo>
                  <a:lnTo>
                    <a:pt x="2202" y="2253"/>
                  </a:lnTo>
                  <a:lnTo>
                    <a:pt x="2204" y="2264"/>
                  </a:lnTo>
                  <a:lnTo>
                    <a:pt x="2205" y="2270"/>
                  </a:lnTo>
                  <a:lnTo>
                    <a:pt x="2204" y="2275"/>
                  </a:lnTo>
                  <a:lnTo>
                    <a:pt x="2202" y="2286"/>
                  </a:lnTo>
                  <a:lnTo>
                    <a:pt x="2198" y="2302"/>
                  </a:lnTo>
                  <a:lnTo>
                    <a:pt x="2193" y="2323"/>
                  </a:lnTo>
                  <a:lnTo>
                    <a:pt x="2187" y="2347"/>
                  </a:lnTo>
                  <a:lnTo>
                    <a:pt x="2181" y="2374"/>
                  </a:lnTo>
                  <a:lnTo>
                    <a:pt x="2173" y="2404"/>
                  </a:lnTo>
                  <a:lnTo>
                    <a:pt x="2166" y="2433"/>
                  </a:lnTo>
                  <a:lnTo>
                    <a:pt x="2157" y="2464"/>
                  </a:lnTo>
                  <a:lnTo>
                    <a:pt x="2150" y="2495"/>
                  </a:lnTo>
                  <a:lnTo>
                    <a:pt x="2142" y="2523"/>
                  </a:lnTo>
                  <a:lnTo>
                    <a:pt x="2136" y="2549"/>
                  </a:lnTo>
                  <a:lnTo>
                    <a:pt x="2130" y="2572"/>
                  </a:lnTo>
                  <a:lnTo>
                    <a:pt x="2125" y="2592"/>
                  </a:lnTo>
                  <a:lnTo>
                    <a:pt x="2121" y="2608"/>
                  </a:lnTo>
                  <a:lnTo>
                    <a:pt x="2119" y="2616"/>
                  </a:lnTo>
                  <a:lnTo>
                    <a:pt x="2118" y="2620"/>
                  </a:lnTo>
                  <a:lnTo>
                    <a:pt x="2137" y="2848"/>
                  </a:lnTo>
                  <a:lnTo>
                    <a:pt x="2059" y="2857"/>
                  </a:lnTo>
                  <a:lnTo>
                    <a:pt x="1979" y="2863"/>
                  </a:lnTo>
                  <a:lnTo>
                    <a:pt x="1899" y="2865"/>
                  </a:lnTo>
                  <a:lnTo>
                    <a:pt x="1779" y="2862"/>
                  </a:lnTo>
                  <a:lnTo>
                    <a:pt x="1661" y="2851"/>
                  </a:lnTo>
                  <a:lnTo>
                    <a:pt x="1545" y="2832"/>
                  </a:lnTo>
                  <a:lnTo>
                    <a:pt x="1431" y="2808"/>
                  </a:lnTo>
                  <a:lnTo>
                    <a:pt x="1321" y="2776"/>
                  </a:lnTo>
                  <a:lnTo>
                    <a:pt x="1213" y="2738"/>
                  </a:lnTo>
                  <a:lnTo>
                    <a:pt x="1108" y="2693"/>
                  </a:lnTo>
                  <a:lnTo>
                    <a:pt x="1007" y="2644"/>
                  </a:lnTo>
                  <a:lnTo>
                    <a:pt x="909" y="2588"/>
                  </a:lnTo>
                  <a:lnTo>
                    <a:pt x="814" y="2528"/>
                  </a:lnTo>
                  <a:lnTo>
                    <a:pt x="723" y="2460"/>
                  </a:lnTo>
                  <a:lnTo>
                    <a:pt x="638" y="2389"/>
                  </a:lnTo>
                  <a:lnTo>
                    <a:pt x="556" y="2313"/>
                  </a:lnTo>
                  <a:lnTo>
                    <a:pt x="480" y="2232"/>
                  </a:lnTo>
                  <a:lnTo>
                    <a:pt x="407" y="2146"/>
                  </a:lnTo>
                  <a:lnTo>
                    <a:pt x="340" y="2057"/>
                  </a:lnTo>
                  <a:lnTo>
                    <a:pt x="278" y="1963"/>
                  </a:lnTo>
                  <a:lnTo>
                    <a:pt x="222" y="1866"/>
                  </a:lnTo>
                  <a:lnTo>
                    <a:pt x="172" y="1766"/>
                  </a:lnTo>
                  <a:lnTo>
                    <a:pt x="127" y="1661"/>
                  </a:lnTo>
                  <a:lnTo>
                    <a:pt x="90" y="1555"/>
                  </a:lnTo>
                  <a:lnTo>
                    <a:pt x="58" y="1444"/>
                  </a:lnTo>
                  <a:lnTo>
                    <a:pt x="33" y="1331"/>
                  </a:lnTo>
                  <a:lnTo>
                    <a:pt x="15" y="1217"/>
                  </a:lnTo>
                  <a:lnTo>
                    <a:pt x="3" y="1099"/>
                  </a:lnTo>
                  <a:lnTo>
                    <a:pt x="0" y="980"/>
                  </a:lnTo>
                  <a:lnTo>
                    <a:pt x="3" y="865"/>
                  </a:lnTo>
                  <a:lnTo>
                    <a:pt x="13" y="752"/>
                  </a:lnTo>
                  <a:lnTo>
                    <a:pt x="31" y="641"/>
                  </a:lnTo>
                  <a:lnTo>
                    <a:pt x="54" y="533"/>
                  </a:lnTo>
                  <a:lnTo>
                    <a:pt x="84" y="427"/>
                  </a:lnTo>
                  <a:lnTo>
                    <a:pt x="120" y="324"/>
                  </a:lnTo>
                  <a:lnTo>
                    <a:pt x="162" y="223"/>
                  </a:lnTo>
                  <a:lnTo>
                    <a:pt x="209" y="125"/>
                  </a:lnTo>
                  <a:lnTo>
                    <a:pt x="261" y="30"/>
                  </a:lnTo>
                  <a:lnTo>
                    <a:pt x="3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1258">
              <a:extLst>
                <a:ext uri="{FF2B5EF4-FFF2-40B4-BE49-F238E27FC236}">
                  <a16:creationId xmlns:a16="http://schemas.microsoft.com/office/drawing/2014/main" id="{3499C935-1C01-424F-BA48-0FD7057130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8" y="3798"/>
              <a:ext cx="455" cy="137"/>
            </a:xfrm>
            <a:custGeom>
              <a:avLst/>
              <a:gdLst>
                <a:gd name="T0" fmla="*/ 971 w 2275"/>
                <a:gd name="T1" fmla="*/ 203 h 686"/>
                <a:gd name="T2" fmla="*/ 967 w 2275"/>
                <a:gd name="T3" fmla="*/ 210 h 686"/>
                <a:gd name="T4" fmla="*/ 959 w 2275"/>
                <a:gd name="T5" fmla="*/ 220 h 686"/>
                <a:gd name="T6" fmla="*/ 946 w 2275"/>
                <a:gd name="T7" fmla="*/ 231 h 686"/>
                <a:gd name="T8" fmla="*/ 933 w 2275"/>
                <a:gd name="T9" fmla="*/ 243 h 686"/>
                <a:gd name="T10" fmla="*/ 915 w 2275"/>
                <a:gd name="T11" fmla="*/ 255 h 686"/>
                <a:gd name="T12" fmla="*/ 899 w 2275"/>
                <a:gd name="T13" fmla="*/ 268 h 686"/>
                <a:gd name="T14" fmla="*/ 883 w 2275"/>
                <a:gd name="T15" fmla="*/ 279 h 686"/>
                <a:gd name="T16" fmla="*/ 868 w 2275"/>
                <a:gd name="T17" fmla="*/ 289 h 686"/>
                <a:gd name="T18" fmla="*/ 857 w 2275"/>
                <a:gd name="T19" fmla="*/ 296 h 686"/>
                <a:gd name="T20" fmla="*/ 850 w 2275"/>
                <a:gd name="T21" fmla="*/ 301 h 686"/>
                <a:gd name="T22" fmla="*/ 846 w 2275"/>
                <a:gd name="T23" fmla="*/ 303 h 686"/>
                <a:gd name="T24" fmla="*/ 971 w 2275"/>
                <a:gd name="T25" fmla="*/ 376 h 686"/>
                <a:gd name="T26" fmla="*/ 1230 w 2275"/>
                <a:gd name="T27" fmla="*/ 308 h 686"/>
                <a:gd name="T28" fmla="*/ 1169 w 2275"/>
                <a:gd name="T29" fmla="*/ 203 h 686"/>
                <a:gd name="T30" fmla="*/ 1056 w 2275"/>
                <a:gd name="T31" fmla="*/ 238 h 686"/>
                <a:gd name="T32" fmla="*/ 971 w 2275"/>
                <a:gd name="T33" fmla="*/ 203 h 686"/>
                <a:gd name="T34" fmla="*/ 1740 w 2275"/>
                <a:gd name="T35" fmla="*/ 81 h 686"/>
                <a:gd name="T36" fmla="*/ 1545 w 2275"/>
                <a:gd name="T37" fmla="*/ 188 h 686"/>
                <a:gd name="T38" fmla="*/ 1435 w 2275"/>
                <a:gd name="T39" fmla="*/ 257 h 686"/>
                <a:gd name="T40" fmla="*/ 1512 w 2275"/>
                <a:gd name="T41" fmla="*/ 307 h 686"/>
                <a:gd name="T42" fmla="*/ 1684 w 2275"/>
                <a:gd name="T43" fmla="*/ 289 h 686"/>
                <a:gd name="T44" fmla="*/ 1864 w 2275"/>
                <a:gd name="T45" fmla="*/ 154 h 686"/>
                <a:gd name="T46" fmla="*/ 1740 w 2275"/>
                <a:gd name="T47" fmla="*/ 81 h 686"/>
                <a:gd name="T48" fmla="*/ 1465 w 2275"/>
                <a:gd name="T49" fmla="*/ 0 h 686"/>
                <a:gd name="T50" fmla="*/ 1573 w 2275"/>
                <a:gd name="T51" fmla="*/ 3 h 686"/>
                <a:gd name="T52" fmla="*/ 1680 w 2275"/>
                <a:gd name="T53" fmla="*/ 12 h 686"/>
                <a:gd name="T54" fmla="*/ 1784 w 2275"/>
                <a:gd name="T55" fmla="*/ 27 h 686"/>
                <a:gd name="T56" fmla="*/ 1886 w 2275"/>
                <a:gd name="T57" fmla="*/ 48 h 686"/>
                <a:gd name="T58" fmla="*/ 1987 w 2275"/>
                <a:gd name="T59" fmla="*/ 74 h 686"/>
                <a:gd name="T60" fmla="*/ 2086 w 2275"/>
                <a:gd name="T61" fmla="*/ 104 h 686"/>
                <a:gd name="T62" fmla="*/ 2181 w 2275"/>
                <a:gd name="T63" fmla="*/ 140 h 686"/>
                <a:gd name="T64" fmla="*/ 2275 w 2275"/>
                <a:gd name="T65" fmla="*/ 181 h 686"/>
                <a:gd name="T66" fmla="*/ 2206 w 2275"/>
                <a:gd name="T67" fmla="*/ 192 h 686"/>
                <a:gd name="T68" fmla="*/ 2020 w 2275"/>
                <a:gd name="T69" fmla="*/ 163 h 686"/>
                <a:gd name="T70" fmla="*/ 1888 w 2275"/>
                <a:gd name="T71" fmla="*/ 250 h 686"/>
                <a:gd name="T72" fmla="*/ 1794 w 2275"/>
                <a:gd name="T73" fmla="*/ 354 h 686"/>
                <a:gd name="T74" fmla="*/ 1455 w 2275"/>
                <a:gd name="T75" fmla="*/ 384 h 686"/>
                <a:gd name="T76" fmla="*/ 1315 w 2275"/>
                <a:gd name="T77" fmla="*/ 362 h 686"/>
                <a:gd name="T78" fmla="*/ 1220 w 2275"/>
                <a:gd name="T79" fmla="*/ 511 h 686"/>
                <a:gd name="T80" fmla="*/ 940 w 2275"/>
                <a:gd name="T81" fmla="*/ 527 h 686"/>
                <a:gd name="T82" fmla="*/ 764 w 2275"/>
                <a:gd name="T83" fmla="*/ 476 h 686"/>
                <a:gd name="T84" fmla="*/ 610 w 2275"/>
                <a:gd name="T85" fmla="*/ 561 h 686"/>
                <a:gd name="T86" fmla="*/ 272 w 2275"/>
                <a:gd name="T87" fmla="*/ 608 h 686"/>
                <a:gd name="T88" fmla="*/ 1 w 2275"/>
                <a:gd name="T89" fmla="*/ 686 h 686"/>
                <a:gd name="T90" fmla="*/ 0 w 2275"/>
                <a:gd name="T91" fmla="*/ 686 h 686"/>
                <a:gd name="T92" fmla="*/ 73 w 2275"/>
                <a:gd name="T93" fmla="*/ 604 h 686"/>
                <a:gd name="T94" fmla="*/ 150 w 2275"/>
                <a:gd name="T95" fmla="*/ 527 h 686"/>
                <a:gd name="T96" fmla="*/ 230 w 2275"/>
                <a:gd name="T97" fmla="*/ 453 h 686"/>
                <a:gd name="T98" fmla="*/ 315 w 2275"/>
                <a:gd name="T99" fmla="*/ 385 h 686"/>
                <a:gd name="T100" fmla="*/ 404 w 2275"/>
                <a:gd name="T101" fmla="*/ 322 h 686"/>
                <a:gd name="T102" fmla="*/ 497 w 2275"/>
                <a:gd name="T103" fmla="*/ 264 h 686"/>
                <a:gd name="T104" fmla="*/ 592 w 2275"/>
                <a:gd name="T105" fmla="*/ 210 h 686"/>
                <a:gd name="T106" fmla="*/ 693 w 2275"/>
                <a:gd name="T107" fmla="*/ 162 h 686"/>
                <a:gd name="T108" fmla="*/ 795 w 2275"/>
                <a:gd name="T109" fmla="*/ 120 h 686"/>
                <a:gd name="T110" fmla="*/ 901 w 2275"/>
                <a:gd name="T111" fmla="*/ 85 h 686"/>
                <a:gd name="T112" fmla="*/ 1009 w 2275"/>
                <a:gd name="T113" fmla="*/ 55 h 686"/>
                <a:gd name="T114" fmla="*/ 1119 w 2275"/>
                <a:gd name="T115" fmla="*/ 31 h 686"/>
                <a:gd name="T116" fmla="*/ 1233 w 2275"/>
                <a:gd name="T117" fmla="*/ 14 h 686"/>
                <a:gd name="T118" fmla="*/ 1348 w 2275"/>
                <a:gd name="T119" fmla="*/ 4 h 686"/>
                <a:gd name="T120" fmla="*/ 1465 w 2275"/>
                <a:gd name="T121" fmla="*/ 0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275" h="686">
                  <a:moveTo>
                    <a:pt x="971" y="203"/>
                  </a:moveTo>
                  <a:lnTo>
                    <a:pt x="967" y="210"/>
                  </a:lnTo>
                  <a:lnTo>
                    <a:pt x="959" y="220"/>
                  </a:lnTo>
                  <a:lnTo>
                    <a:pt x="946" y="231"/>
                  </a:lnTo>
                  <a:lnTo>
                    <a:pt x="933" y="243"/>
                  </a:lnTo>
                  <a:lnTo>
                    <a:pt x="915" y="255"/>
                  </a:lnTo>
                  <a:lnTo>
                    <a:pt x="899" y="268"/>
                  </a:lnTo>
                  <a:lnTo>
                    <a:pt x="883" y="279"/>
                  </a:lnTo>
                  <a:lnTo>
                    <a:pt x="868" y="289"/>
                  </a:lnTo>
                  <a:lnTo>
                    <a:pt x="857" y="296"/>
                  </a:lnTo>
                  <a:lnTo>
                    <a:pt x="850" y="301"/>
                  </a:lnTo>
                  <a:lnTo>
                    <a:pt x="846" y="303"/>
                  </a:lnTo>
                  <a:lnTo>
                    <a:pt x="971" y="376"/>
                  </a:lnTo>
                  <a:lnTo>
                    <a:pt x="1230" y="308"/>
                  </a:lnTo>
                  <a:lnTo>
                    <a:pt x="1169" y="203"/>
                  </a:lnTo>
                  <a:lnTo>
                    <a:pt x="1056" y="238"/>
                  </a:lnTo>
                  <a:lnTo>
                    <a:pt x="971" y="203"/>
                  </a:lnTo>
                  <a:close/>
                  <a:moveTo>
                    <a:pt x="1740" y="81"/>
                  </a:moveTo>
                  <a:lnTo>
                    <a:pt x="1545" y="188"/>
                  </a:lnTo>
                  <a:lnTo>
                    <a:pt x="1435" y="257"/>
                  </a:lnTo>
                  <a:lnTo>
                    <a:pt x="1512" y="307"/>
                  </a:lnTo>
                  <a:lnTo>
                    <a:pt x="1684" y="289"/>
                  </a:lnTo>
                  <a:lnTo>
                    <a:pt x="1864" y="154"/>
                  </a:lnTo>
                  <a:lnTo>
                    <a:pt x="1740" y="81"/>
                  </a:lnTo>
                  <a:close/>
                  <a:moveTo>
                    <a:pt x="1465" y="0"/>
                  </a:moveTo>
                  <a:lnTo>
                    <a:pt x="1573" y="3"/>
                  </a:lnTo>
                  <a:lnTo>
                    <a:pt x="1680" y="12"/>
                  </a:lnTo>
                  <a:lnTo>
                    <a:pt x="1784" y="27"/>
                  </a:lnTo>
                  <a:lnTo>
                    <a:pt x="1886" y="48"/>
                  </a:lnTo>
                  <a:lnTo>
                    <a:pt x="1987" y="74"/>
                  </a:lnTo>
                  <a:lnTo>
                    <a:pt x="2086" y="104"/>
                  </a:lnTo>
                  <a:lnTo>
                    <a:pt x="2181" y="140"/>
                  </a:lnTo>
                  <a:lnTo>
                    <a:pt x="2275" y="181"/>
                  </a:lnTo>
                  <a:lnTo>
                    <a:pt x="2206" y="192"/>
                  </a:lnTo>
                  <a:lnTo>
                    <a:pt x="2020" y="163"/>
                  </a:lnTo>
                  <a:lnTo>
                    <a:pt x="1888" y="250"/>
                  </a:lnTo>
                  <a:lnTo>
                    <a:pt x="1794" y="354"/>
                  </a:lnTo>
                  <a:lnTo>
                    <a:pt x="1455" y="384"/>
                  </a:lnTo>
                  <a:lnTo>
                    <a:pt x="1315" y="362"/>
                  </a:lnTo>
                  <a:lnTo>
                    <a:pt x="1220" y="511"/>
                  </a:lnTo>
                  <a:lnTo>
                    <a:pt x="940" y="527"/>
                  </a:lnTo>
                  <a:lnTo>
                    <a:pt x="764" y="476"/>
                  </a:lnTo>
                  <a:lnTo>
                    <a:pt x="610" y="561"/>
                  </a:lnTo>
                  <a:lnTo>
                    <a:pt x="272" y="608"/>
                  </a:lnTo>
                  <a:lnTo>
                    <a:pt x="1" y="686"/>
                  </a:lnTo>
                  <a:lnTo>
                    <a:pt x="0" y="686"/>
                  </a:lnTo>
                  <a:lnTo>
                    <a:pt x="73" y="604"/>
                  </a:lnTo>
                  <a:lnTo>
                    <a:pt x="150" y="527"/>
                  </a:lnTo>
                  <a:lnTo>
                    <a:pt x="230" y="453"/>
                  </a:lnTo>
                  <a:lnTo>
                    <a:pt x="315" y="385"/>
                  </a:lnTo>
                  <a:lnTo>
                    <a:pt x="404" y="322"/>
                  </a:lnTo>
                  <a:lnTo>
                    <a:pt x="497" y="264"/>
                  </a:lnTo>
                  <a:lnTo>
                    <a:pt x="592" y="210"/>
                  </a:lnTo>
                  <a:lnTo>
                    <a:pt x="693" y="162"/>
                  </a:lnTo>
                  <a:lnTo>
                    <a:pt x="795" y="120"/>
                  </a:lnTo>
                  <a:lnTo>
                    <a:pt x="901" y="85"/>
                  </a:lnTo>
                  <a:lnTo>
                    <a:pt x="1009" y="55"/>
                  </a:lnTo>
                  <a:lnTo>
                    <a:pt x="1119" y="31"/>
                  </a:lnTo>
                  <a:lnTo>
                    <a:pt x="1233" y="14"/>
                  </a:lnTo>
                  <a:lnTo>
                    <a:pt x="1348" y="4"/>
                  </a:lnTo>
                  <a:lnTo>
                    <a:pt x="14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7BF5868-FBA3-2FE6-A7FE-1020D77DC939}"/>
              </a:ext>
            </a:extLst>
          </p:cNvPr>
          <p:cNvSpPr txBox="1"/>
          <p:nvPr/>
        </p:nvSpPr>
        <p:spPr>
          <a:xfrm>
            <a:off x="279070" y="219694"/>
            <a:ext cx="242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总体：功能支持</a:t>
            </a:r>
          </a:p>
        </p:txBody>
      </p:sp>
      <p:sp>
        <p:nvSpPr>
          <p:cNvPr id="7" name="TextBox 99">
            <a:extLst>
              <a:ext uri="{FF2B5EF4-FFF2-40B4-BE49-F238E27FC236}">
                <a16:creationId xmlns:a16="http://schemas.microsoft.com/office/drawing/2014/main" id="{DCFC74B4-A451-BF09-855B-1EC87469AA28}"/>
              </a:ext>
            </a:extLst>
          </p:cNvPr>
          <p:cNvSpPr txBox="1"/>
          <p:nvPr/>
        </p:nvSpPr>
        <p:spPr>
          <a:xfrm>
            <a:off x="4977593" y="1931303"/>
            <a:ext cx="2275825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高负载读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问题：主从同步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2581D8C-13D3-755A-75A7-8A29162BC0F9}"/>
              </a:ext>
            </a:extLst>
          </p:cNvPr>
          <p:cNvGrpSpPr/>
          <p:nvPr/>
        </p:nvGrpSpPr>
        <p:grpSpPr>
          <a:xfrm>
            <a:off x="8286069" y="1211708"/>
            <a:ext cx="2810207" cy="1518684"/>
            <a:chOff x="3446804" y="1893811"/>
            <a:chExt cx="2810207" cy="1518684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233AE2E-651A-764A-8634-B1FE55C912DB}"/>
                </a:ext>
              </a:extLst>
            </p:cNvPr>
            <p:cNvSpPr txBox="1"/>
            <p:nvPr/>
          </p:nvSpPr>
          <p:spPr>
            <a:xfrm>
              <a:off x="3446804" y="1893811"/>
              <a:ext cx="14018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事务</a:t>
              </a:r>
            </a:p>
          </p:txBody>
        </p:sp>
        <p:sp>
          <p:nvSpPr>
            <p:cNvPr id="39" name="TextBox 99">
              <a:extLst>
                <a:ext uri="{FF2B5EF4-FFF2-40B4-BE49-F238E27FC236}">
                  <a16:creationId xmlns:a16="http://schemas.microsoft.com/office/drawing/2014/main" id="{365774B3-CDCC-9CE9-15F0-ABF19EFEEA01}"/>
                </a:ext>
              </a:extLst>
            </p:cNvPr>
            <p:cNvSpPr txBox="1"/>
            <p:nvPr/>
          </p:nvSpPr>
          <p:spPr>
            <a:xfrm>
              <a:off x="3568749" y="2250382"/>
              <a:ext cx="2688262" cy="1162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scadia Code" panose="020B0609020000020004" pitchFamily="49" charset="0"/>
                  <a:ea typeface="思源黑体 CN Light" panose="020B0300000000000000" pitchFamily="34" charset="-122"/>
                  <a:cs typeface="Cascadia Code" panose="020B0609020000020004" pitchFamily="49" charset="0"/>
                </a:rPr>
                <a:t>批量提交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" panose="020B0609020000020004" pitchFamily="49" charset="0"/>
                <a:ea typeface="思源黑体 CN Light" panose="020B0300000000000000" pitchFamily="34" charset="-122"/>
                <a:cs typeface="Cascadia Code" panose="020B0609020000020004" pitchFamily="49" charset="0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scadia Code" panose="020B0609020000020004" pitchFamily="49" charset="0"/>
                  <a:ea typeface="思源黑体 CN Light" panose="020B0300000000000000" pitchFamily="34" charset="-122"/>
                  <a:cs typeface="Cascadia Code" panose="020B0609020000020004" pitchFamily="49" charset="0"/>
                </a:rPr>
                <a:t>原子操作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" panose="020B0609020000020004" pitchFamily="49" charset="0"/>
                <a:ea typeface="思源黑体 CN Light" panose="020B0300000000000000" pitchFamily="34" charset="-122"/>
                <a:cs typeface="Cascadia Code" panose="020B0609020000020004" pitchFamily="49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" panose="020B0609020000020004" pitchFamily="49" charset="0"/>
                <a:ea typeface="思源黑体 CN Light" panose="020B0300000000000000" pitchFamily="34" charset="-122"/>
                <a:cs typeface="Cascadia Code" panose="020B0609020000020004" pitchFamily="49" charset="0"/>
              </a:endParaRPr>
            </a:p>
          </p:txBody>
        </p:sp>
      </p:grpSp>
      <p:sp>
        <p:nvSpPr>
          <p:cNvPr id="43" name="Freeform 1190">
            <a:extLst>
              <a:ext uri="{FF2B5EF4-FFF2-40B4-BE49-F238E27FC236}">
                <a16:creationId xmlns:a16="http://schemas.microsoft.com/office/drawing/2014/main" id="{54889C65-8525-36A4-3096-6DAF6C201D08}"/>
              </a:ext>
            </a:extLst>
          </p:cNvPr>
          <p:cNvSpPr>
            <a:spLocks/>
          </p:cNvSpPr>
          <p:nvPr/>
        </p:nvSpPr>
        <p:spPr bwMode="auto">
          <a:xfrm>
            <a:off x="4366413" y="1390387"/>
            <a:ext cx="166198" cy="166198"/>
          </a:xfrm>
          <a:custGeom>
            <a:avLst/>
            <a:gdLst>
              <a:gd name="T0" fmla="*/ 0 w 4467"/>
              <a:gd name="T1" fmla="*/ 0 h 4467"/>
              <a:gd name="T2" fmla="*/ 4467 w 4467"/>
              <a:gd name="T3" fmla="*/ 1597 h 4467"/>
              <a:gd name="T4" fmla="*/ 3098 w 4467"/>
              <a:gd name="T5" fmla="*/ 2483 h 4467"/>
              <a:gd name="T6" fmla="*/ 4057 w 4467"/>
              <a:gd name="T7" fmla="*/ 3442 h 4467"/>
              <a:gd name="T8" fmla="*/ 4093 w 4467"/>
              <a:gd name="T9" fmla="*/ 3483 h 4467"/>
              <a:gd name="T10" fmla="*/ 4123 w 4467"/>
              <a:gd name="T11" fmla="*/ 3528 h 4467"/>
              <a:gd name="T12" fmla="*/ 4148 w 4467"/>
              <a:gd name="T13" fmla="*/ 3574 h 4467"/>
              <a:gd name="T14" fmla="*/ 4165 w 4467"/>
              <a:gd name="T15" fmla="*/ 3622 h 4467"/>
              <a:gd name="T16" fmla="*/ 4177 w 4467"/>
              <a:gd name="T17" fmla="*/ 3672 h 4467"/>
              <a:gd name="T18" fmla="*/ 4184 w 4467"/>
              <a:gd name="T19" fmla="*/ 3724 h 4467"/>
              <a:gd name="T20" fmla="*/ 4184 w 4467"/>
              <a:gd name="T21" fmla="*/ 3775 h 4467"/>
              <a:gd name="T22" fmla="*/ 4177 w 4467"/>
              <a:gd name="T23" fmla="*/ 3827 h 4467"/>
              <a:gd name="T24" fmla="*/ 4165 w 4467"/>
              <a:gd name="T25" fmla="*/ 3877 h 4467"/>
              <a:gd name="T26" fmla="*/ 4148 w 4467"/>
              <a:gd name="T27" fmla="*/ 3926 h 4467"/>
              <a:gd name="T28" fmla="*/ 4123 w 4467"/>
              <a:gd name="T29" fmla="*/ 3972 h 4467"/>
              <a:gd name="T30" fmla="*/ 4093 w 4467"/>
              <a:gd name="T31" fmla="*/ 4016 h 4467"/>
              <a:gd name="T32" fmla="*/ 4057 w 4467"/>
              <a:gd name="T33" fmla="*/ 4057 h 4467"/>
              <a:gd name="T34" fmla="*/ 4016 w 4467"/>
              <a:gd name="T35" fmla="*/ 4093 h 4467"/>
              <a:gd name="T36" fmla="*/ 3972 w 4467"/>
              <a:gd name="T37" fmla="*/ 4123 h 4467"/>
              <a:gd name="T38" fmla="*/ 3926 w 4467"/>
              <a:gd name="T39" fmla="*/ 4148 h 4467"/>
              <a:gd name="T40" fmla="*/ 3877 w 4467"/>
              <a:gd name="T41" fmla="*/ 4165 h 4467"/>
              <a:gd name="T42" fmla="*/ 3827 w 4467"/>
              <a:gd name="T43" fmla="*/ 4177 h 4467"/>
              <a:gd name="T44" fmla="*/ 3775 w 4467"/>
              <a:gd name="T45" fmla="*/ 4184 h 4467"/>
              <a:gd name="T46" fmla="*/ 3724 w 4467"/>
              <a:gd name="T47" fmla="*/ 4184 h 4467"/>
              <a:gd name="T48" fmla="*/ 3672 w 4467"/>
              <a:gd name="T49" fmla="*/ 4177 h 4467"/>
              <a:gd name="T50" fmla="*/ 3622 w 4467"/>
              <a:gd name="T51" fmla="*/ 4165 h 4467"/>
              <a:gd name="T52" fmla="*/ 3574 w 4467"/>
              <a:gd name="T53" fmla="*/ 4148 h 4467"/>
              <a:gd name="T54" fmla="*/ 3528 w 4467"/>
              <a:gd name="T55" fmla="*/ 4123 h 4467"/>
              <a:gd name="T56" fmla="*/ 3483 w 4467"/>
              <a:gd name="T57" fmla="*/ 4093 h 4467"/>
              <a:gd name="T58" fmla="*/ 3442 w 4467"/>
              <a:gd name="T59" fmla="*/ 4057 h 4467"/>
              <a:gd name="T60" fmla="*/ 2483 w 4467"/>
              <a:gd name="T61" fmla="*/ 3098 h 4467"/>
              <a:gd name="T62" fmla="*/ 1597 w 4467"/>
              <a:gd name="T63" fmla="*/ 4467 h 4467"/>
              <a:gd name="T64" fmla="*/ 0 w 4467"/>
              <a:gd name="T65" fmla="*/ 0 h 4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467" h="4467">
                <a:moveTo>
                  <a:pt x="0" y="0"/>
                </a:moveTo>
                <a:lnTo>
                  <a:pt x="4467" y="1597"/>
                </a:lnTo>
                <a:lnTo>
                  <a:pt x="3098" y="2483"/>
                </a:lnTo>
                <a:lnTo>
                  <a:pt x="4057" y="3442"/>
                </a:lnTo>
                <a:lnTo>
                  <a:pt x="4093" y="3483"/>
                </a:lnTo>
                <a:lnTo>
                  <a:pt x="4123" y="3528"/>
                </a:lnTo>
                <a:lnTo>
                  <a:pt x="4148" y="3574"/>
                </a:lnTo>
                <a:lnTo>
                  <a:pt x="4165" y="3622"/>
                </a:lnTo>
                <a:lnTo>
                  <a:pt x="4177" y="3672"/>
                </a:lnTo>
                <a:lnTo>
                  <a:pt x="4184" y="3724"/>
                </a:lnTo>
                <a:lnTo>
                  <a:pt x="4184" y="3775"/>
                </a:lnTo>
                <a:lnTo>
                  <a:pt x="4177" y="3827"/>
                </a:lnTo>
                <a:lnTo>
                  <a:pt x="4165" y="3877"/>
                </a:lnTo>
                <a:lnTo>
                  <a:pt x="4148" y="3926"/>
                </a:lnTo>
                <a:lnTo>
                  <a:pt x="4123" y="3972"/>
                </a:lnTo>
                <a:lnTo>
                  <a:pt x="4093" y="4016"/>
                </a:lnTo>
                <a:lnTo>
                  <a:pt x="4057" y="4057"/>
                </a:lnTo>
                <a:lnTo>
                  <a:pt x="4016" y="4093"/>
                </a:lnTo>
                <a:lnTo>
                  <a:pt x="3972" y="4123"/>
                </a:lnTo>
                <a:lnTo>
                  <a:pt x="3926" y="4148"/>
                </a:lnTo>
                <a:lnTo>
                  <a:pt x="3877" y="4165"/>
                </a:lnTo>
                <a:lnTo>
                  <a:pt x="3827" y="4177"/>
                </a:lnTo>
                <a:lnTo>
                  <a:pt x="3775" y="4184"/>
                </a:lnTo>
                <a:lnTo>
                  <a:pt x="3724" y="4184"/>
                </a:lnTo>
                <a:lnTo>
                  <a:pt x="3672" y="4177"/>
                </a:lnTo>
                <a:lnTo>
                  <a:pt x="3622" y="4165"/>
                </a:lnTo>
                <a:lnTo>
                  <a:pt x="3574" y="4148"/>
                </a:lnTo>
                <a:lnTo>
                  <a:pt x="3528" y="4123"/>
                </a:lnTo>
                <a:lnTo>
                  <a:pt x="3483" y="4093"/>
                </a:lnTo>
                <a:lnTo>
                  <a:pt x="3442" y="4057"/>
                </a:lnTo>
                <a:lnTo>
                  <a:pt x="2483" y="3098"/>
                </a:lnTo>
                <a:lnTo>
                  <a:pt x="1597" y="4467"/>
                </a:lnTo>
                <a:lnTo>
                  <a:pt x="0" y="0"/>
                </a:lnTo>
                <a:close/>
              </a:path>
            </a:pathLst>
          </a:custGeom>
          <a:solidFill>
            <a:srgbClr val="ACACA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44" name="Group 1271">
            <a:extLst>
              <a:ext uri="{FF2B5EF4-FFF2-40B4-BE49-F238E27FC236}">
                <a16:creationId xmlns:a16="http://schemas.microsoft.com/office/drawing/2014/main" id="{DF48E762-6C9A-1CBB-D5DB-DAF8F8D2748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72061" y="4013239"/>
            <a:ext cx="160550" cy="160388"/>
            <a:chOff x="5516" y="3626"/>
            <a:chExt cx="1981" cy="1979"/>
          </a:xfrm>
          <a:solidFill>
            <a:srgbClr val="ACACAC"/>
          </a:solidFill>
        </p:grpSpPr>
        <p:sp>
          <p:nvSpPr>
            <p:cNvPr id="45" name="Freeform 1273">
              <a:extLst>
                <a:ext uri="{FF2B5EF4-FFF2-40B4-BE49-F238E27FC236}">
                  <a16:creationId xmlns:a16="http://schemas.microsoft.com/office/drawing/2014/main" id="{A6EE4017-5F3B-A92D-7FE4-6ADFAF313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4" y="4270"/>
              <a:ext cx="491" cy="498"/>
            </a:xfrm>
            <a:custGeom>
              <a:avLst/>
              <a:gdLst>
                <a:gd name="T0" fmla="*/ 980 w 980"/>
                <a:gd name="T1" fmla="*/ 0 h 996"/>
                <a:gd name="T2" fmla="*/ 952 w 980"/>
                <a:gd name="T3" fmla="*/ 46 h 996"/>
                <a:gd name="T4" fmla="*/ 921 w 980"/>
                <a:gd name="T5" fmla="*/ 94 h 996"/>
                <a:gd name="T6" fmla="*/ 890 w 980"/>
                <a:gd name="T7" fmla="*/ 145 h 996"/>
                <a:gd name="T8" fmla="*/ 856 w 980"/>
                <a:gd name="T9" fmla="*/ 198 h 996"/>
                <a:gd name="T10" fmla="*/ 819 w 980"/>
                <a:gd name="T11" fmla="*/ 255 h 996"/>
                <a:gd name="T12" fmla="*/ 781 w 980"/>
                <a:gd name="T13" fmla="*/ 314 h 996"/>
                <a:gd name="T14" fmla="*/ 740 w 980"/>
                <a:gd name="T15" fmla="*/ 376 h 996"/>
                <a:gd name="T16" fmla="*/ 696 w 980"/>
                <a:gd name="T17" fmla="*/ 444 h 996"/>
                <a:gd name="T18" fmla="*/ 649 w 980"/>
                <a:gd name="T19" fmla="*/ 514 h 996"/>
                <a:gd name="T20" fmla="*/ 599 w 980"/>
                <a:gd name="T21" fmla="*/ 588 h 996"/>
                <a:gd name="T22" fmla="*/ 546 w 980"/>
                <a:gd name="T23" fmla="*/ 665 h 996"/>
                <a:gd name="T24" fmla="*/ 491 w 980"/>
                <a:gd name="T25" fmla="*/ 748 h 996"/>
                <a:gd name="T26" fmla="*/ 431 w 980"/>
                <a:gd name="T27" fmla="*/ 834 h 996"/>
                <a:gd name="T28" fmla="*/ 369 w 980"/>
                <a:gd name="T29" fmla="*/ 926 h 996"/>
                <a:gd name="T30" fmla="*/ 347 w 980"/>
                <a:gd name="T31" fmla="*/ 960 h 996"/>
                <a:gd name="T32" fmla="*/ 331 w 980"/>
                <a:gd name="T33" fmla="*/ 996 h 996"/>
                <a:gd name="T34" fmla="*/ 0 w 980"/>
                <a:gd name="T35" fmla="*/ 666 h 996"/>
                <a:gd name="T36" fmla="*/ 2 w 980"/>
                <a:gd name="T37" fmla="*/ 664 h 996"/>
                <a:gd name="T38" fmla="*/ 8 w 980"/>
                <a:gd name="T39" fmla="*/ 657 h 996"/>
                <a:gd name="T40" fmla="*/ 18 w 980"/>
                <a:gd name="T41" fmla="*/ 645 h 996"/>
                <a:gd name="T42" fmla="*/ 30 w 980"/>
                <a:gd name="T43" fmla="*/ 629 h 996"/>
                <a:gd name="T44" fmla="*/ 47 w 980"/>
                <a:gd name="T45" fmla="*/ 609 h 996"/>
                <a:gd name="T46" fmla="*/ 66 w 980"/>
                <a:gd name="T47" fmla="*/ 588 h 996"/>
                <a:gd name="T48" fmla="*/ 89 w 980"/>
                <a:gd name="T49" fmla="*/ 561 h 996"/>
                <a:gd name="T50" fmla="*/ 115 w 980"/>
                <a:gd name="T51" fmla="*/ 533 h 996"/>
                <a:gd name="T52" fmla="*/ 144 w 980"/>
                <a:gd name="T53" fmla="*/ 503 h 996"/>
                <a:gd name="T54" fmla="*/ 174 w 980"/>
                <a:gd name="T55" fmla="*/ 471 h 996"/>
                <a:gd name="T56" fmla="*/ 208 w 980"/>
                <a:gd name="T57" fmla="*/ 438 h 996"/>
                <a:gd name="T58" fmla="*/ 244 w 980"/>
                <a:gd name="T59" fmla="*/ 403 h 996"/>
                <a:gd name="T60" fmla="*/ 283 w 980"/>
                <a:gd name="T61" fmla="*/ 368 h 996"/>
                <a:gd name="T62" fmla="*/ 324 w 980"/>
                <a:gd name="T63" fmla="*/ 332 h 996"/>
                <a:gd name="T64" fmla="*/ 366 w 980"/>
                <a:gd name="T65" fmla="*/ 296 h 996"/>
                <a:gd name="T66" fmla="*/ 410 w 980"/>
                <a:gd name="T67" fmla="*/ 261 h 996"/>
                <a:gd name="T68" fmla="*/ 457 w 980"/>
                <a:gd name="T69" fmla="*/ 226 h 996"/>
                <a:gd name="T70" fmla="*/ 504 w 980"/>
                <a:gd name="T71" fmla="*/ 192 h 996"/>
                <a:gd name="T72" fmla="*/ 554 w 980"/>
                <a:gd name="T73" fmla="*/ 160 h 996"/>
                <a:gd name="T74" fmla="*/ 603 w 980"/>
                <a:gd name="T75" fmla="*/ 130 h 996"/>
                <a:gd name="T76" fmla="*/ 655 w 980"/>
                <a:gd name="T77" fmla="*/ 102 h 996"/>
                <a:gd name="T78" fmla="*/ 707 w 980"/>
                <a:gd name="T79" fmla="*/ 76 h 996"/>
                <a:gd name="T80" fmla="*/ 761 w 980"/>
                <a:gd name="T81" fmla="*/ 54 h 996"/>
                <a:gd name="T82" fmla="*/ 815 w 980"/>
                <a:gd name="T83" fmla="*/ 35 h 996"/>
                <a:gd name="T84" fmla="*/ 870 w 980"/>
                <a:gd name="T85" fmla="*/ 19 h 996"/>
                <a:gd name="T86" fmla="*/ 925 w 980"/>
                <a:gd name="T87" fmla="*/ 7 h 996"/>
                <a:gd name="T88" fmla="*/ 980 w 980"/>
                <a:gd name="T89" fmla="*/ 0 h 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0" h="996">
                  <a:moveTo>
                    <a:pt x="980" y="0"/>
                  </a:moveTo>
                  <a:lnTo>
                    <a:pt x="952" y="46"/>
                  </a:lnTo>
                  <a:lnTo>
                    <a:pt x="921" y="94"/>
                  </a:lnTo>
                  <a:lnTo>
                    <a:pt x="890" y="145"/>
                  </a:lnTo>
                  <a:lnTo>
                    <a:pt x="856" y="198"/>
                  </a:lnTo>
                  <a:lnTo>
                    <a:pt x="819" y="255"/>
                  </a:lnTo>
                  <a:lnTo>
                    <a:pt x="781" y="314"/>
                  </a:lnTo>
                  <a:lnTo>
                    <a:pt x="740" y="376"/>
                  </a:lnTo>
                  <a:lnTo>
                    <a:pt x="696" y="444"/>
                  </a:lnTo>
                  <a:lnTo>
                    <a:pt x="649" y="514"/>
                  </a:lnTo>
                  <a:lnTo>
                    <a:pt x="599" y="588"/>
                  </a:lnTo>
                  <a:lnTo>
                    <a:pt x="546" y="665"/>
                  </a:lnTo>
                  <a:lnTo>
                    <a:pt x="491" y="748"/>
                  </a:lnTo>
                  <a:lnTo>
                    <a:pt x="431" y="834"/>
                  </a:lnTo>
                  <a:lnTo>
                    <a:pt x="369" y="926"/>
                  </a:lnTo>
                  <a:lnTo>
                    <a:pt x="347" y="960"/>
                  </a:lnTo>
                  <a:lnTo>
                    <a:pt x="331" y="996"/>
                  </a:lnTo>
                  <a:lnTo>
                    <a:pt x="0" y="666"/>
                  </a:lnTo>
                  <a:lnTo>
                    <a:pt x="2" y="664"/>
                  </a:lnTo>
                  <a:lnTo>
                    <a:pt x="8" y="657"/>
                  </a:lnTo>
                  <a:lnTo>
                    <a:pt x="18" y="645"/>
                  </a:lnTo>
                  <a:lnTo>
                    <a:pt x="30" y="629"/>
                  </a:lnTo>
                  <a:lnTo>
                    <a:pt x="47" y="609"/>
                  </a:lnTo>
                  <a:lnTo>
                    <a:pt x="66" y="588"/>
                  </a:lnTo>
                  <a:lnTo>
                    <a:pt x="89" y="561"/>
                  </a:lnTo>
                  <a:lnTo>
                    <a:pt x="115" y="533"/>
                  </a:lnTo>
                  <a:lnTo>
                    <a:pt x="144" y="503"/>
                  </a:lnTo>
                  <a:lnTo>
                    <a:pt x="174" y="471"/>
                  </a:lnTo>
                  <a:lnTo>
                    <a:pt x="208" y="438"/>
                  </a:lnTo>
                  <a:lnTo>
                    <a:pt x="244" y="403"/>
                  </a:lnTo>
                  <a:lnTo>
                    <a:pt x="283" y="368"/>
                  </a:lnTo>
                  <a:lnTo>
                    <a:pt x="324" y="332"/>
                  </a:lnTo>
                  <a:lnTo>
                    <a:pt x="366" y="296"/>
                  </a:lnTo>
                  <a:lnTo>
                    <a:pt x="410" y="261"/>
                  </a:lnTo>
                  <a:lnTo>
                    <a:pt x="457" y="226"/>
                  </a:lnTo>
                  <a:lnTo>
                    <a:pt x="504" y="192"/>
                  </a:lnTo>
                  <a:lnTo>
                    <a:pt x="554" y="160"/>
                  </a:lnTo>
                  <a:lnTo>
                    <a:pt x="603" y="130"/>
                  </a:lnTo>
                  <a:lnTo>
                    <a:pt x="655" y="102"/>
                  </a:lnTo>
                  <a:lnTo>
                    <a:pt x="707" y="76"/>
                  </a:lnTo>
                  <a:lnTo>
                    <a:pt x="761" y="54"/>
                  </a:lnTo>
                  <a:lnTo>
                    <a:pt x="815" y="35"/>
                  </a:lnTo>
                  <a:lnTo>
                    <a:pt x="870" y="19"/>
                  </a:lnTo>
                  <a:lnTo>
                    <a:pt x="925" y="7"/>
                  </a:lnTo>
                  <a:lnTo>
                    <a:pt x="9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274">
              <a:extLst>
                <a:ext uri="{FF2B5EF4-FFF2-40B4-BE49-F238E27FC236}">
                  <a16:creationId xmlns:a16="http://schemas.microsoft.com/office/drawing/2014/main" id="{B8304D19-D249-E5A5-7D28-D4BDCBFBF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4" y="5106"/>
              <a:ext cx="498" cy="489"/>
            </a:xfrm>
            <a:custGeom>
              <a:avLst/>
              <a:gdLst>
                <a:gd name="T0" fmla="*/ 998 w 998"/>
                <a:gd name="T1" fmla="*/ 0 h 979"/>
                <a:gd name="T2" fmla="*/ 990 w 998"/>
                <a:gd name="T3" fmla="*/ 55 h 979"/>
                <a:gd name="T4" fmla="*/ 978 w 998"/>
                <a:gd name="T5" fmla="*/ 111 h 979"/>
                <a:gd name="T6" fmla="*/ 963 w 998"/>
                <a:gd name="T7" fmla="*/ 165 h 979"/>
                <a:gd name="T8" fmla="*/ 943 w 998"/>
                <a:gd name="T9" fmla="*/ 220 h 979"/>
                <a:gd name="T10" fmla="*/ 920 w 998"/>
                <a:gd name="T11" fmla="*/ 273 h 979"/>
                <a:gd name="T12" fmla="*/ 895 w 998"/>
                <a:gd name="T13" fmla="*/ 326 h 979"/>
                <a:gd name="T14" fmla="*/ 867 w 998"/>
                <a:gd name="T15" fmla="*/ 377 h 979"/>
                <a:gd name="T16" fmla="*/ 837 w 998"/>
                <a:gd name="T17" fmla="*/ 427 h 979"/>
                <a:gd name="T18" fmla="*/ 804 w 998"/>
                <a:gd name="T19" fmla="*/ 477 h 979"/>
                <a:gd name="T20" fmla="*/ 770 w 998"/>
                <a:gd name="T21" fmla="*/ 524 h 979"/>
                <a:gd name="T22" fmla="*/ 736 w 998"/>
                <a:gd name="T23" fmla="*/ 570 h 979"/>
                <a:gd name="T24" fmla="*/ 700 w 998"/>
                <a:gd name="T25" fmla="*/ 614 h 979"/>
                <a:gd name="T26" fmla="*/ 665 w 998"/>
                <a:gd name="T27" fmla="*/ 657 h 979"/>
                <a:gd name="T28" fmla="*/ 629 w 998"/>
                <a:gd name="T29" fmla="*/ 698 h 979"/>
                <a:gd name="T30" fmla="*/ 594 w 998"/>
                <a:gd name="T31" fmla="*/ 736 h 979"/>
                <a:gd name="T32" fmla="*/ 559 w 998"/>
                <a:gd name="T33" fmla="*/ 771 h 979"/>
                <a:gd name="T34" fmla="*/ 525 w 998"/>
                <a:gd name="T35" fmla="*/ 805 h 979"/>
                <a:gd name="T36" fmla="*/ 494 w 998"/>
                <a:gd name="T37" fmla="*/ 837 h 979"/>
                <a:gd name="T38" fmla="*/ 463 w 998"/>
                <a:gd name="T39" fmla="*/ 866 h 979"/>
                <a:gd name="T40" fmla="*/ 434 w 998"/>
                <a:gd name="T41" fmla="*/ 891 h 979"/>
                <a:gd name="T42" fmla="*/ 409 w 998"/>
                <a:gd name="T43" fmla="*/ 914 h 979"/>
                <a:gd name="T44" fmla="*/ 386 w 998"/>
                <a:gd name="T45" fmla="*/ 933 h 979"/>
                <a:gd name="T46" fmla="*/ 367 w 998"/>
                <a:gd name="T47" fmla="*/ 949 h 979"/>
                <a:gd name="T48" fmla="*/ 351 w 998"/>
                <a:gd name="T49" fmla="*/ 962 h 979"/>
                <a:gd name="T50" fmla="*/ 340 w 998"/>
                <a:gd name="T51" fmla="*/ 972 h 979"/>
                <a:gd name="T52" fmla="*/ 333 w 998"/>
                <a:gd name="T53" fmla="*/ 978 h 979"/>
                <a:gd name="T54" fmla="*/ 330 w 998"/>
                <a:gd name="T55" fmla="*/ 979 h 979"/>
                <a:gd name="T56" fmla="*/ 0 w 998"/>
                <a:gd name="T57" fmla="*/ 649 h 979"/>
                <a:gd name="T58" fmla="*/ 35 w 998"/>
                <a:gd name="T59" fmla="*/ 633 h 979"/>
                <a:gd name="T60" fmla="*/ 70 w 998"/>
                <a:gd name="T61" fmla="*/ 612 h 979"/>
                <a:gd name="T62" fmla="*/ 161 w 998"/>
                <a:gd name="T63" fmla="*/ 549 h 979"/>
                <a:gd name="T64" fmla="*/ 248 w 998"/>
                <a:gd name="T65" fmla="*/ 490 h 979"/>
                <a:gd name="T66" fmla="*/ 330 w 998"/>
                <a:gd name="T67" fmla="*/ 433 h 979"/>
                <a:gd name="T68" fmla="*/ 409 w 998"/>
                <a:gd name="T69" fmla="*/ 381 h 979"/>
                <a:gd name="T70" fmla="*/ 483 w 998"/>
                <a:gd name="T71" fmla="*/ 332 h 979"/>
                <a:gd name="T72" fmla="*/ 553 w 998"/>
                <a:gd name="T73" fmla="*/ 285 h 979"/>
                <a:gd name="T74" fmla="*/ 619 w 998"/>
                <a:gd name="T75" fmla="*/ 241 h 979"/>
                <a:gd name="T76" fmla="*/ 682 w 998"/>
                <a:gd name="T77" fmla="*/ 200 h 979"/>
                <a:gd name="T78" fmla="*/ 743 w 998"/>
                <a:gd name="T79" fmla="*/ 162 h 979"/>
                <a:gd name="T80" fmla="*/ 799 w 998"/>
                <a:gd name="T81" fmla="*/ 125 h 979"/>
                <a:gd name="T82" fmla="*/ 853 w 998"/>
                <a:gd name="T83" fmla="*/ 92 h 979"/>
                <a:gd name="T84" fmla="*/ 903 w 998"/>
                <a:gd name="T85" fmla="*/ 59 h 979"/>
                <a:gd name="T86" fmla="*/ 952 w 998"/>
                <a:gd name="T87" fmla="*/ 29 h 979"/>
                <a:gd name="T88" fmla="*/ 998 w 998"/>
                <a:gd name="T89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98" h="979">
                  <a:moveTo>
                    <a:pt x="998" y="0"/>
                  </a:moveTo>
                  <a:lnTo>
                    <a:pt x="990" y="55"/>
                  </a:lnTo>
                  <a:lnTo>
                    <a:pt x="978" y="111"/>
                  </a:lnTo>
                  <a:lnTo>
                    <a:pt x="963" y="165"/>
                  </a:lnTo>
                  <a:lnTo>
                    <a:pt x="943" y="220"/>
                  </a:lnTo>
                  <a:lnTo>
                    <a:pt x="920" y="273"/>
                  </a:lnTo>
                  <a:lnTo>
                    <a:pt x="895" y="326"/>
                  </a:lnTo>
                  <a:lnTo>
                    <a:pt x="867" y="377"/>
                  </a:lnTo>
                  <a:lnTo>
                    <a:pt x="837" y="427"/>
                  </a:lnTo>
                  <a:lnTo>
                    <a:pt x="804" y="477"/>
                  </a:lnTo>
                  <a:lnTo>
                    <a:pt x="770" y="524"/>
                  </a:lnTo>
                  <a:lnTo>
                    <a:pt x="736" y="570"/>
                  </a:lnTo>
                  <a:lnTo>
                    <a:pt x="700" y="614"/>
                  </a:lnTo>
                  <a:lnTo>
                    <a:pt x="665" y="657"/>
                  </a:lnTo>
                  <a:lnTo>
                    <a:pt x="629" y="698"/>
                  </a:lnTo>
                  <a:lnTo>
                    <a:pt x="594" y="736"/>
                  </a:lnTo>
                  <a:lnTo>
                    <a:pt x="559" y="771"/>
                  </a:lnTo>
                  <a:lnTo>
                    <a:pt x="525" y="805"/>
                  </a:lnTo>
                  <a:lnTo>
                    <a:pt x="494" y="837"/>
                  </a:lnTo>
                  <a:lnTo>
                    <a:pt x="463" y="866"/>
                  </a:lnTo>
                  <a:lnTo>
                    <a:pt x="434" y="891"/>
                  </a:lnTo>
                  <a:lnTo>
                    <a:pt x="409" y="914"/>
                  </a:lnTo>
                  <a:lnTo>
                    <a:pt x="386" y="933"/>
                  </a:lnTo>
                  <a:lnTo>
                    <a:pt x="367" y="949"/>
                  </a:lnTo>
                  <a:lnTo>
                    <a:pt x="351" y="962"/>
                  </a:lnTo>
                  <a:lnTo>
                    <a:pt x="340" y="972"/>
                  </a:lnTo>
                  <a:lnTo>
                    <a:pt x="333" y="978"/>
                  </a:lnTo>
                  <a:lnTo>
                    <a:pt x="330" y="979"/>
                  </a:lnTo>
                  <a:lnTo>
                    <a:pt x="0" y="649"/>
                  </a:lnTo>
                  <a:lnTo>
                    <a:pt x="35" y="633"/>
                  </a:lnTo>
                  <a:lnTo>
                    <a:pt x="70" y="612"/>
                  </a:lnTo>
                  <a:lnTo>
                    <a:pt x="161" y="549"/>
                  </a:lnTo>
                  <a:lnTo>
                    <a:pt x="248" y="490"/>
                  </a:lnTo>
                  <a:lnTo>
                    <a:pt x="330" y="433"/>
                  </a:lnTo>
                  <a:lnTo>
                    <a:pt x="409" y="381"/>
                  </a:lnTo>
                  <a:lnTo>
                    <a:pt x="483" y="332"/>
                  </a:lnTo>
                  <a:lnTo>
                    <a:pt x="553" y="285"/>
                  </a:lnTo>
                  <a:lnTo>
                    <a:pt x="619" y="241"/>
                  </a:lnTo>
                  <a:lnTo>
                    <a:pt x="682" y="200"/>
                  </a:lnTo>
                  <a:lnTo>
                    <a:pt x="743" y="162"/>
                  </a:lnTo>
                  <a:lnTo>
                    <a:pt x="799" y="125"/>
                  </a:lnTo>
                  <a:lnTo>
                    <a:pt x="853" y="92"/>
                  </a:lnTo>
                  <a:lnTo>
                    <a:pt x="903" y="59"/>
                  </a:lnTo>
                  <a:lnTo>
                    <a:pt x="952" y="29"/>
                  </a:lnTo>
                  <a:lnTo>
                    <a:pt x="9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275">
              <a:extLst>
                <a:ext uri="{FF2B5EF4-FFF2-40B4-BE49-F238E27FC236}">
                  <a16:creationId xmlns:a16="http://schemas.microsoft.com/office/drawing/2014/main" id="{E8421AF0-44AD-4BEA-6EBA-A2081DD07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6" y="4987"/>
              <a:ext cx="618" cy="618"/>
            </a:xfrm>
            <a:custGeom>
              <a:avLst/>
              <a:gdLst>
                <a:gd name="T0" fmla="*/ 496 w 1237"/>
                <a:gd name="T1" fmla="*/ 0 h 1235"/>
                <a:gd name="T2" fmla="*/ 532 w 1237"/>
                <a:gd name="T3" fmla="*/ 36 h 1235"/>
                <a:gd name="T4" fmla="*/ 502 w 1237"/>
                <a:gd name="T5" fmla="*/ 104 h 1235"/>
                <a:gd name="T6" fmla="*/ 474 w 1237"/>
                <a:gd name="T7" fmla="*/ 173 h 1235"/>
                <a:gd name="T8" fmla="*/ 447 w 1237"/>
                <a:gd name="T9" fmla="*/ 248 h 1235"/>
                <a:gd name="T10" fmla="*/ 423 w 1237"/>
                <a:gd name="T11" fmla="*/ 324 h 1235"/>
                <a:gd name="T12" fmla="*/ 403 w 1237"/>
                <a:gd name="T13" fmla="*/ 401 h 1235"/>
                <a:gd name="T14" fmla="*/ 375 w 1237"/>
                <a:gd name="T15" fmla="*/ 522 h 1235"/>
                <a:gd name="T16" fmla="*/ 353 w 1237"/>
                <a:gd name="T17" fmla="*/ 644 h 1235"/>
                <a:gd name="T18" fmla="*/ 335 w 1237"/>
                <a:gd name="T19" fmla="*/ 767 h 1235"/>
                <a:gd name="T20" fmla="*/ 323 w 1237"/>
                <a:gd name="T21" fmla="*/ 890 h 1235"/>
                <a:gd name="T22" fmla="*/ 320 w 1237"/>
                <a:gd name="T23" fmla="*/ 915 h 1235"/>
                <a:gd name="T24" fmla="*/ 423 w 1237"/>
                <a:gd name="T25" fmla="*/ 906 h 1235"/>
                <a:gd name="T26" fmla="*/ 526 w 1237"/>
                <a:gd name="T27" fmla="*/ 893 h 1235"/>
                <a:gd name="T28" fmla="*/ 647 w 1237"/>
                <a:gd name="T29" fmla="*/ 874 h 1235"/>
                <a:gd name="T30" fmla="*/ 766 w 1237"/>
                <a:gd name="T31" fmla="*/ 849 h 1235"/>
                <a:gd name="T32" fmla="*/ 885 w 1237"/>
                <a:gd name="T33" fmla="*/ 820 h 1235"/>
                <a:gd name="T34" fmla="*/ 1002 w 1237"/>
                <a:gd name="T35" fmla="*/ 784 h 1235"/>
                <a:gd name="T36" fmla="*/ 1060 w 1237"/>
                <a:gd name="T37" fmla="*/ 763 h 1235"/>
                <a:gd name="T38" fmla="*/ 1117 w 1237"/>
                <a:gd name="T39" fmla="*/ 740 h 1235"/>
                <a:gd name="T40" fmla="*/ 1173 w 1237"/>
                <a:gd name="T41" fmla="*/ 717 h 1235"/>
                <a:gd name="T42" fmla="*/ 1200 w 1237"/>
                <a:gd name="T43" fmla="*/ 704 h 1235"/>
                <a:gd name="T44" fmla="*/ 1237 w 1237"/>
                <a:gd name="T45" fmla="*/ 740 h 1235"/>
                <a:gd name="T46" fmla="*/ 1194 w 1237"/>
                <a:gd name="T47" fmla="*/ 797 h 1235"/>
                <a:gd name="T48" fmla="*/ 1147 w 1237"/>
                <a:gd name="T49" fmla="*/ 851 h 1235"/>
                <a:gd name="T50" fmla="*/ 1095 w 1237"/>
                <a:gd name="T51" fmla="*/ 901 h 1235"/>
                <a:gd name="T52" fmla="*/ 1041 w 1237"/>
                <a:gd name="T53" fmla="*/ 947 h 1235"/>
                <a:gd name="T54" fmla="*/ 983 w 1237"/>
                <a:gd name="T55" fmla="*/ 989 h 1235"/>
                <a:gd name="T56" fmla="*/ 922 w 1237"/>
                <a:gd name="T57" fmla="*/ 1027 h 1235"/>
                <a:gd name="T58" fmla="*/ 858 w 1237"/>
                <a:gd name="T59" fmla="*/ 1062 h 1235"/>
                <a:gd name="T60" fmla="*/ 794 w 1237"/>
                <a:gd name="T61" fmla="*/ 1094 h 1235"/>
                <a:gd name="T62" fmla="*/ 728 w 1237"/>
                <a:gd name="T63" fmla="*/ 1123 h 1235"/>
                <a:gd name="T64" fmla="*/ 661 w 1237"/>
                <a:gd name="T65" fmla="*/ 1147 h 1235"/>
                <a:gd name="T66" fmla="*/ 594 w 1237"/>
                <a:gd name="T67" fmla="*/ 1169 h 1235"/>
                <a:gd name="T68" fmla="*/ 491 w 1237"/>
                <a:gd name="T69" fmla="*/ 1196 h 1235"/>
                <a:gd name="T70" fmla="*/ 386 w 1237"/>
                <a:gd name="T71" fmla="*/ 1217 h 1235"/>
                <a:gd name="T72" fmla="*/ 280 w 1237"/>
                <a:gd name="T73" fmla="*/ 1229 h 1235"/>
                <a:gd name="T74" fmla="*/ 174 w 1237"/>
                <a:gd name="T75" fmla="*/ 1235 h 1235"/>
                <a:gd name="T76" fmla="*/ 151 w 1237"/>
                <a:gd name="T77" fmla="*/ 1235 h 1235"/>
                <a:gd name="T78" fmla="*/ 128 w 1237"/>
                <a:gd name="T79" fmla="*/ 1233 h 1235"/>
                <a:gd name="T80" fmla="*/ 106 w 1237"/>
                <a:gd name="T81" fmla="*/ 1228 h 1235"/>
                <a:gd name="T82" fmla="*/ 80 w 1237"/>
                <a:gd name="T83" fmla="*/ 1217 h 1235"/>
                <a:gd name="T84" fmla="*/ 57 w 1237"/>
                <a:gd name="T85" fmla="*/ 1201 h 1235"/>
                <a:gd name="T86" fmla="*/ 36 w 1237"/>
                <a:gd name="T87" fmla="*/ 1182 h 1235"/>
                <a:gd name="T88" fmla="*/ 21 w 1237"/>
                <a:gd name="T89" fmla="*/ 1159 h 1235"/>
                <a:gd name="T90" fmla="*/ 8 w 1237"/>
                <a:gd name="T91" fmla="*/ 1134 h 1235"/>
                <a:gd name="T92" fmla="*/ 1 w 1237"/>
                <a:gd name="T93" fmla="*/ 1106 h 1235"/>
                <a:gd name="T94" fmla="*/ 0 w 1237"/>
                <a:gd name="T95" fmla="*/ 1073 h 1235"/>
                <a:gd name="T96" fmla="*/ 0 w 1237"/>
                <a:gd name="T97" fmla="*/ 1041 h 1235"/>
                <a:gd name="T98" fmla="*/ 6 w 1237"/>
                <a:gd name="T99" fmla="*/ 947 h 1235"/>
                <a:gd name="T100" fmla="*/ 18 w 1237"/>
                <a:gd name="T101" fmla="*/ 855 h 1235"/>
                <a:gd name="T102" fmla="*/ 35 w 1237"/>
                <a:gd name="T103" fmla="*/ 762 h 1235"/>
                <a:gd name="T104" fmla="*/ 57 w 1237"/>
                <a:gd name="T105" fmla="*/ 671 h 1235"/>
                <a:gd name="T106" fmla="*/ 85 w 1237"/>
                <a:gd name="T107" fmla="*/ 582 h 1235"/>
                <a:gd name="T108" fmla="*/ 115 w 1237"/>
                <a:gd name="T109" fmla="*/ 501 h 1235"/>
                <a:gd name="T110" fmla="*/ 150 w 1237"/>
                <a:gd name="T111" fmla="*/ 421 h 1235"/>
                <a:gd name="T112" fmla="*/ 190 w 1237"/>
                <a:gd name="T113" fmla="*/ 345 h 1235"/>
                <a:gd name="T114" fmla="*/ 235 w 1237"/>
                <a:gd name="T115" fmla="*/ 270 h 1235"/>
                <a:gd name="T116" fmla="*/ 285 w 1237"/>
                <a:gd name="T117" fmla="*/ 200 h 1235"/>
                <a:gd name="T118" fmla="*/ 331 w 1237"/>
                <a:gd name="T119" fmla="*/ 144 h 1235"/>
                <a:gd name="T120" fmla="*/ 382 w 1237"/>
                <a:gd name="T121" fmla="*/ 92 h 1235"/>
                <a:gd name="T122" fmla="*/ 438 w 1237"/>
                <a:gd name="T123" fmla="*/ 44 h 1235"/>
                <a:gd name="T124" fmla="*/ 496 w 1237"/>
                <a:gd name="T125" fmla="*/ 0 h 1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37" h="1235">
                  <a:moveTo>
                    <a:pt x="496" y="0"/>
                  </a:moveTo>
                  <a:lnTo>
                    <a:pt x="532" y="36"/>
                  </a:lnTo>
                  <a:lnTo>
                    <a:pt x="502" y="104"/>
                  </a:lnTo>
                  <a:lnTo>
                    <a:pt x="474" y="173"/>
                  </a:lnTo>
                  <a:lnTo>
                    <a:pt x="447" y="248"/>
                  </a:lnTo>
                  <a:lnTo>
                    <a:pt x="423" y="324"/>
                  </a:lnTo>
                  <a:lnTo>
                    <a:pt x="403" y="401"/>
                  </a:lnTo>
                  <a:lnTo>
                    <a:pt x="375" y="522"/>
                  </a:lnTo>
                  <a:lnTo>
                    <a:pt x="353" y="644"/>
                  </a:lnTo>
                  <a:lnTo>
                    <a:pt x="335" y="767"/>
                  </a:lnTo>
                  <a:lnTo>
                    <a:pt x="323" y="890"/>
                  </a:lnTo>
                  <a:lnTo>
                    <a:pt x="320" y="915"/>
                  </a:lnTo>
                  <a:lnTo>
                    <a:pt x="423" y="906"/>
                  </a:lnTo>
                  <a:lnTo>
                    <a:pt x="526" y="893"/>
                  </a:lnTo>
                  <a:lnTo>
                    <a:pt x="647" y="874"/>
                  </a:lnTo>
                  <a:lnTo>
                    <a:pt x="766" y="849"/>
                  </a:lnTo>
                  <a:lnTo>
                    <a:pt x="885" y="820"/>
                  </a:lnTo>
                  <a:lnTo>
                    <a:pt x="1002" y="784"/>
                  </a:lnTo>
                  <a:lnTo>
                    <a:pt x="1060" y="763"/>
                  </a:lnTo>
                  <a:lnTo>
                    <a:pt x="1117" y="740"/>
                  </a:lnTo>
                  <a:lnTo>
                    <a:pt x="1173" y="717"/>
                  </a:lnTo>
                  <a:lnTo>
                    <a:pt x="1200" y="704"/>
                  </a:lnTo>
                  <a:lnTo>
                    <a:pt x="1237" y="740"/>
                  </a:lnTo>
                  <a:lnTo>
                    <a:pt x="1194" y="797"/>
                  </a:lnTo>
                  <a:lnTo>
                    <a:pt x="1147" y="851"/>
                  </a:lnTo>
                  <a:lnTo>
                    <a:pt x="1095" y="901"/>
                  </a:lnTo>
                  <a:lnTo>
                    <a:pt x="1041" y="947"/>
                  </a:lnTo>
                  <a:lnTo>
                    <a:pt x="983" y="989"/>
                  </a:lnTo>
                  <a:lnTo>
                    <a:pt x="922" y="1027"/>
                  </a:lnTo>
                  <a:lnTo>
                    <a:pt x="858" y="1062"/>
                  </a:lnTo>
                  <a:lnTo>
                    <a:pt x="794" y="1094"/>
                  </a:lnTo>
                  <a:lnTo>
                    <a:pt x="728" y="1123"/>
                  </a:lnTo>
                  <a:lnTo>
                    <a:pt x="661" y="1147"/>
                  </a:lnTo>
                  <a:lnTo>
                    <a:pt x="594" y="1169"/>
                  </a:lnTo>
                  <a:lnTo>
                    <a:pt x="491" y="1196"/>
                  </a:lnTo>
                  <a:lnTo>
                    <a:pt x="386" y="1217"/>
                  </a:lnTo>
                  <a:lnTo>
                    <a:pt x="280" y="1229"/>
                  </a:lnTo>
                  <a:lnTo>
                    <a:pt x="174" y="1235"/>
                  </a:lnTo>
                  <a:lnTo>
                    <a:pt x="151" y="1235"/>
                  </a:lnTo>
                  <a:lnTo>
                    <a:pt x="128" y="1233"/>
                  </a:lnTo>
                  <a:lnTo>
                    <a:pt x="106" y="1228"/>
                  </a:lnTo>
                  <a:lnTo>
                    <a:pt x="80" y="1217"/>
                  </a:lnTo>
                  <a:lnTo>
                    <a:pt x="57" y="1201"/>
                  </a:lnTo>
                  <a:lnTo>
                    <a:pt x="36" y="1182"/>
                  </a:lnTo>
                  <a:lnTo>
                    <a:pt x="21" y="1159"/>
                  </a:lnTo>
                  <a:lnTo>
                    <a:pt x="8" y="1134"/>
                  </a:lnTo>
                  <a:lnTo>
                    <a:pt x="1" y="1106"/>
                  </a:lnTo>
                  <a:lnTo>
                    <a:pt x="0" y="1073"/>
                  </a:lnTo>
                  <a:lnTo>
                    <a:pt x="0" y="1041"/>
                  </a:lnTo>
                  <a:lnTo>
                    <a:pt x="6" y="947"/>
                  </a:lnTo>
                  <a:lnTo>
                    <a:pt x="18" y="855"/>
                  </a:lnTo>
                  <a:lnTo>
                    <a:pt x="35" y="762"/>
                  </a:lnTo>
                  <a:lnTo>
                    <a:pt x="57" y="671"/>
                  </a:lnTo>
                  <a:lnTo>
                    <a:pt x="85" y="582"/>
                  </a:lnTo>
                  <a:lnTo>
                    <a:pt x="115" y="501"/>
                  </a:lnTo>
                  <a:lnTo>
                    <a:pt x="150" y="421"/>
                  </a:lnTo>
                  <a:lnTo>
                    <a:pt x="190" y="345"/>
                  </a:lnTo>
                  <a:lnTo>
                    <a:pt x="235" y="270"/>
                  </a:lnTo>
                  <a:lnTo>
                    <a:pt x="285" y="200"/>
                  </a:lnTo>
                  <a:lnTo>
                    <a:pt x="331" y="144"/>
                  </a:lnTo>
                  <a:lnTo>
                    <a:pt x="382" y="92"/>
                  </a:lnTo>
                  <a:lnTo>
                    <a:pt x="438" y="44"/>
                  </a:lnTo>
                  <a:lnTo>
                    <a:pt x="49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276">
              <a:extLst>
                <a:ext uri="{FF2B5EF4-FFF2-40B4-BE49-F238E27FC236}">
                  <a16:creationId xmlns:a16="http://schemas.microsoft.com/office/drawing/2014/main" id="{E2911745-C07B-58D3-76E0-F576040E14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6" y="3626"/>
              <a:ext cx="1731" cy="1729"/>
            </a:xfrm>
            <a:custGeom>
              <a:avLst/>
              <a:gdLst>
                <a:gd name="T0" fmla="*/ 1977 w 3461"/>
                <a:gd name="T1" fmla="*/ 939 h 3456"/>
                <a:gd name="T2" fmla="*/ 1837 w 3461"/>
                <a:gd name="T3" fmla="*/ 996 h 3456"/>
                <a:gd name="T4" fmla="*/ 1719 w 3461"/>
                <a:gd name="T5" fmla="*/ 1101 h 3456"/>
                <a:gd name="T6" fmla="*/ 1646 w 3461"/>
                <a:gd name="T7" fmla="*/ 1235 h 3456"/>
                <a:gd name="T8" fmla="*/ 1621 w 3461"/>
                <a:gd name="T9" fmla="*/ 1382 h 3456"/>
                <a:gd name="T10" fmla="*/ 1646 w 3461"/>
                <a:gd name="T11" fmla="*/ 1529 h 3456"/>
                <a:gd name="T12" fmla="*/ 1719 w 3461"/>
                <a:gd name="T13" fmla="*/ 1665 h 3456"/>
                <a:gd name="T14" fmla="*/ 1837 w 3461"/>
                <a:gd name="T15" fmla="*/ 1770 h 3456"/>
                <a:gd name="T16" fmla="*/ 1977 w 3461"/>
                <a:gd name="T17" fmla="*/ 1826 h 3456"/>
                <a:gd name="T18" fmla="*/ 2127 w 3461"/>
                <a:gd name="T19" fmla="*/ 1835 h 3456"/>
                <a:gd name="T20" fmla="*/ 2270 w 3461"/>
                <a:gd name="T21" fmla="*/ 1794 h 3456"/>
                <a:gd name="T22" fmla="*/ 2399 w 3461"/>
                <a:gd name="T23" fmla="*/ 1705 h 3456"/>
                <a:gd name="T24" fmla="*/ 2488 w 3461"/>
                <a:gd name="T25" fmla="*/ 1577 h 3456"/>
                <a:gd name="T26" fmla="*/ 2529 w 3461"/>
                <a:gd name="T27" fmla="*/ 1433 h 3456"/>
                <a:gd name="T28" fmla="*/ 2521 w 3461"/>
                <a:gd name="T29" fmla="*/ 1283 h 3456"/>
                <a:gd name="T30" fmla="*/ 2464 w 3461"/>
                <a:gd name="T31" fmla="*/ 1143 h 3456"/>
                <a:gd name="T32" fmla="*/ 2359 w 3461"/>
                <a:gd name="T33" fmla="*/ 1026 h 3456"/>
                <a:gd name="T34" fmla="*/ 2225 w 3461"/>
                <a:gd name="T35" fmla="*/ 952 h 3456"/>
                <a:gd name="T36" fmla="*/ 2076 w 3461"/>
                <a:gd name="T37" fmla="*/ 928 h 3456"/>
                <a:gd name="T38" fmla="*/ 3351 w 3461"/>
                <a:gd name="T39" fmla="*/ 2 h 3456"/>
                <a:gd name="T40" fmla="*/ 3421 w 3461"/>
                <a:gd name="T41" fmla="*/ 40 h 3456"/>
                <a:gd name="T42" fmla="*/ 3459 w 3461"/>
                <a:gd name="T43" fmla="*/ 111 h 3456"/>
                <a:gd name="T44" fmla="*/ 3457 w 3461"/>
                <a:gd name="T45" fmla="*/ 256 h 3456"/>
                <a:gd name="T46" fmla="*/ 3444 w 3461"/>
                <a:gd name="T47" fmla="*/ 471 h 3456"/>
                <a:gd name="T48" fmla="*/ 3416 w 3461"/>
                <a:gd name="T49" fmla="*/ 722 h 3456"/>
                <a:gd name="T50" fmla="*/ 3372 w 3461"/>
                <a:gd name="T51" fmla="*/ 997 h 3456"/>
                <a:gd name="T52" fmla="*/ 3304 w 3461"/>
                <a:gd name="T53" fmla="*/ 1283 h 3456"/>
                <a:gd name="T54" fmla="*/ 3210 w 3461"/>
                <a:gd name="T55" fmla="*/ 1569 h 3456"/>
                <a:gd name="T56" fmla="*/ 3083 w 3461"/>
                <a:gd name="T57" fmla="*/ 1845 h 3456"/>
                <a:gd name="T58" fmla="*/ 2922 w 3461"/>
                <a:gd name="T59" fmla="*/ 2094 h 3456"/>
                <a:gd name="T60" fmla="*/ 2738 w 3461"/>
                <a:gd name="T61" fmla="*/ 2296 h 3456"/>
                <a:gd name="T62" fmla="*/ 2592 w 3461"/>
                <a:gd name="T63" fmla="*/ 2431 h 3456"/>
                <a:gd name="T64" fmla="*/ 2457 w 3461"/>
                <a:gd name="T65" fmla="*/ 2538 h 3456"/>
                <a:gd name="T66" fmla="*/ 2318 w 3461"/>
                <a:gd name="T67" fmla="*/ 2635 h 3456"/>
                <a:gd name="T68" fmla="*/ 2156 w 3461"/>
                <a:gd name="T69" fmla="*/ 2738 h 3456"/>
                <a:gd name="T70" fmla="*/ 2003 w 3461"/>
                <a:gd name="T71" fmla="*/ 2833 h 3456"/>
                <a:gd name="T72" fmla="*/ 1849 w 3461"/>
                <a:gd name="T73" fmla="*/ 2931 h 3456"/>
                <a:gd name="T74" fmla="*/ 1665 w 3461"/>
                <a:gd name="T75" fmla="*/ 3049 h 3456"/>
                <a:gd name="T76" fmla="*/ 1449 w 3461"/>
                <a:gd name="T77" fmla="*/ 3193 h 3456"/>
                <a:gd name="T78" fmla="*/ 1193 w 3461"/>
                <a:gd name="T79" fmla="*/ 3366 h 3456"/>
                <a:gd name="T80" fmla="*/ 1048 w 3461"/>
                <a:gd name="T81" fmla="*/ 3453 h 3456"/>
                <a:gd name="T82" fmla="*/ 969 w 3461"/>
                <a:gd name="T83" fmla="*/ 3445 h 3456"/>
                <a:gd name="T84" fmla="*/ 40 w 3461"/>
                <a:gd name="T85" fmla="*/ 2534 h 3456"/>
                <a:gd name="T86" fmla="*/ 3 w 3461"/>
                <a:gd name="T87" fmla="*/ 2463 h 3456"/>
                <a:gd name="T88" fmla="*/ 11 w 3461"/>
                <a:gd name="T89" fmla="*/ 2383 h 3456"/>
                <a:gd name="T90" fmla="*/ 152 w 3461"/>
                <a:gd name="T91" fmla="*/ 2175 h 3456"/>
                <a:gd name="T92" fmla="*/ 315 w 3461"/>
                <a:gd name="T93" fmla="*/ 1934 h 3456"/>
                <a:gd name="T94" fmla="*/ 449 w 3461"/>
                <a:gd name="T95" fmla="*/ 1729 h 3456"/>
                <a:gd name="T96" fmla="*/ 560 w 3461"/>
                <a:gd name="T97" fmla="*/ 1556 h 3456"/>
                <a:gd name="T98" fmla="*/ 653 w 3461"/>
                <a:gd name="T99" fmla="*/ 1409 h 3456"/>
                <a:gd name="T100" fmla="*/ 755 w 3461"/>
                <a:gd name="T101" fmla="*/ 1246 h 3456"/>
                <a:gd name="T102" fmla="*/ 855 w 3461"/>
                <a:gd name="T103" fmla="*/ 1094 h 3456"/>
                <a:gd name="T104" fmla="*/ 953 w 3461"/>
                <a:gd name="T105" fmla="*/ 957 h 3456"/>
                <a:gd name="T106" fmla="*/ 1068 w 3461"/>
                <a:gd name="T107" fmla="*/ 822 h 3456"/>
                <a:gd name="T108" fmla="*/ 1215 w 3461"/>
                <a:gd name="T109" fmla="*/ 667 h 3456"/>
                <a:gd name="T110" fmla="*/ 1442 w 3461"/>
                <a:gd name="T111" fmla="*/ 480 h 3456"/>
                <a:gd name="T112" fmla="*/ 1704 w 3461"/>
                <a:gd name="T113" fmla="*/ 332 h 3456"/>
                <a:gd name="T114" fmla="*/ 1983 w 3461"/>
                <a:gd name="T115" fmla="*/ 217 h 3456"/>
                <a:gd name="T116" fmla="*/ 2272 w 3461"/>
                <a:gd name="T117" fmla="*/ 131 h 3456"/>
                <a:gd name="T118" fmla="*/ 2556 w 3461"/>
                <a:gd name="T119" fmla="*/ 72 h 3456"/>
                <a:gd name="T120" fmla="*/ 2824 w 3461"/>
                <a:gd name="T121" fmla="*/ 34 h 3456"/>
                <a:gd name="T122" fmla="*/ 3065 w 3461"/>
                <a:gd name="T123" fmla="*/ 11 h 3456"/>
                <a:gd name="T124" fmla="*/ 3265 w 3461"/>
                <a:gd name="T125" fmla="*/ 1 h 3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461" h="3456">
                  <a:moveTo>
                    <a:pt x="2076" y="928"/>
                  </a:moveTo>
                  <a:lnTo>
                    <a:pt x="2026" y="931"/>
                  </a:lnTo>
                  <a:lnTo>
                    <a:pt x="1977" y="939"/>
                  </a:lnTo>
                  <a:lnTo>
                    <a:pt x="1928" y="952"/>
                  </a:lnTo>
                  <a:lnTo>
                    <a:pt x="1881" y="972"/>
                  </a:lnTo>
                  <a:lnTo>
                    <a:pt x="1837" y="996"/>
                  </a:lnTo>
                  <a:lnTo>
                    <a:pt x="1794" y="1026"/>
                  </a:lnTo>
                  <a:lnTo>
                    <a:pt x="1754" y="1061"/>
                  </a:lnTo>
                  <a:lnTo>
                    <a:pt x="1719" y="1101"/>
                  </a:lnTo>
                  <a:lnTo>
                    <a:pt x="1689" y="1143"/>
                  </a:lnTo>
                  <a:lnTo>
                    <a:pt x="1665" y="1188"/>
                  </a:lnTo>
                  <a:lnTo>
                    <a:pt x="1646" y="1235"/>
                  </a:lnTo>
                  <a:lnTo>
                    <a:pt x="1632" y="1283"/>
                  </a:lnTo>
                  <a:lnTo>
                    <a:pt x="1624" y="1333"/>
                  </a:lnTo>
                  <a:lnTo>
                    <a:pt x="1621" y="1382"/>
                  </a:lnTo>
                  <a:lnTo>
                    <a:pt x="1624" y="1433"/>
                  </a:lnTo>
                  <a:lnTo>
                    <a:pt x="1632" y="1481"/>
                  </a:lnTo>
                  <a:lnTo>
                    <a:pt x="1646" y="1529"/>
                  </a:lnTo>
                  <a:lnTo>
                    <a:pt x="1665" y="1577"/>
                  </a:lnTo>
                  <a:lnTo>
                    <a:pt x="1689" y="1622"/>
                  </a:lnTo>
                  <a:lnTo>
                    <a:pt x="1719" y="1665"/>
                  </a:lnTo>
                  <a:lnTo>
                    <a:pt x="1754" y="1705"/>
                  </a:lnTo>
                  <a:lnTo>
                    <a:pt x="1794" y="1740"/>
                  </a:lnTo>
                  <a:lnTo>
                    <a:pt x="1837" y="1770"/>
                  </a:lnTo>
                  <a:lnTo>
                    <a:pt x="1881" y="1794"/>
                  </a:lnTo>
                  <a:lnTo>
                    <a:pt x="1928" y="1813"/>
                  </a:lnTo>
                  <a:lnTo>
                    <a:pt x="1977" y="1826"/>
                  </a:lnTo>
                  <a:lnTo>
                    <a:pt x="2026" y="1835"/>
                  </a:lnTo>
                  <a:lnTo>
                    <a:pt x="2076" y="1837"/>
                  </a:lnTo>
                  <a:lnTo>
                    <a:pt x="2127" y="1835"/>
                  </a:lnTo>
                  <a:lnTo>
                    <a:pt x="2175" y="1826"/>
                  </a:lnTo>
                  <a:lnTo>
                    <a:pt x="2225" y="1813"/>
                  </a:lnTo>
                  <a:lnTo>
                    <a:pt x="2270" y="1794"/>
                  </a:lnTo>
                  <a:lnTo>
                    <a:pt x="2316" y="1770"/>
                  </a:lnTo>
                  <a:lnTo>
                    <a:pt x="2359" y="1740"/>
                  </a:lnTo>
                  <a:lnTo>
                    <a:pt x="2399" y="1705"/>
                  </a:lnTo>
                  <a:lnTo>
                    <a:pt x="2434" y="1665"/>
                  </a:lnTo>
                  <a:lnTo>
                    <a:pt x="2464" y="1622"/>
                  </a:lnTo>
                  <a:lnTo>
                    <a:pt x="2488" y="1577"/>
                  </a:lnTo>
                  <a:lnTo>
                    <a:pt x="2507" y="1529"/>
                  </a:lnTo>
                  <a:lnTo>
                    <a:pt x="2521" y="1481"/>
                  </a:lnTo>
                  <a:lnTo>
                    <a:pt x="2529" y="1433"/>
                  </a:lnTo>
                  <a:lnTo>
                    <a:pt x="2532" y="1382"/>
                  </a:lnTo>
                  <a:lnTo>
                    <a:pt x="2529" y="1333"/>
                  </a:lnTo>
                  <a:lnTo>
                    <a:pt x="2521" y="1283"/>
                  </a:lnTo>
                  <a:lnTo>
                    <a:pt x="2507" y="1235"/>
                  </a:lnTo>
                  <a:lnTo>
                    <a:pt x="2488" y="1188"/>
                  </a:lnTo>
                  <a:lnTo>
                    <a:pt x="2464" y="1143"/>
                  </a:lnTo>
                  <a:lnTo>
                    <a:pt x="2434" y="1101"/>
                  </a:lnTo>
                  <a:lnTo>
                    <a:pt x="2399" y="1061"/>
                  </a:lnTo>
                  <a:lnTo>
                    <a:pt x="2359" y="1026"/>
                  </a:lnTo>
                  <a:lnTo>
                    <a:pt x="2316" y="996"/>
                  </a:lnTo>
                  <a:lnTo>
                    <a:pt x="2270" y="972"/>
                  </a:lnTo>
                  <a:lnTo>
                    <a:pt x="2225" y="952"/>
                  </a:lnTo>
                  <a:lnTo>
                    <a:pt x="2175" y="939"/>
                  </a:lnTo>
                  <a:lnTo>
                    <a:pt x="2127" y="931"/>
                  </a:lnTo>
                  <a:lnTo>
                    <a:pt x="2076" y="928"/>
                  </a:lnTo>
                  <a:close/>
                  <a:moveTo>
                    <a:pt x="3322" y="0"/>
                  </a:moveTo>
                  <a:lnTo>
                    <a:pt x="3325" y="0"/>
                  </a:lnTo>
                  <a:lnTo>
                    <a:pt x="3351" y="2"/>
                  </a:lnTo>
                  <a:lnTo>
                    <a:pt x="3377" y="10"/>
                  </a:lnTo>
                  <a:lnTo>
                    <a:pt x="3401" y="23"/>
                  </a:lnTo>
                  <a:lnTo>
                    <a:pt x="3421" y="40"/>
                  </a:lnTo>
                  <a:lnTo>
                    <a:pt x="3438" y="60"/>
                  </a:lnTo>
                  <a:lnTo>
                    <a:pt x="3451" y="86"/>
                  </a:lnTo>
                  <a:lnTo>
                    <a:pt x="3459" y="111"/>
                  </a:lnTo>
                  <a:lnTo>
                    <a:pt x="3461" y="139"/>
                  </a:lnTo>
                  <a:lnTo>
                    <a:pt x="3460" y="194"/>
                  </a:lnTo>
                  <a:lnTo>
                    <a:pt x="3457" y="256"/>
                  </a:lnTo>
                  <a:lnTo>
                    <a:pt x="3454" y="323"/>
                  </a:lnTo>
                  <a:lnTo>
                    <a:pt x="3450" y="395"/>
                  </a:lnTo>
                  <a:lnTo>
                    <a:pt x="3444" y="471"/>
                  </a:lnTo>
                  <a:lnTo>
                    <a:pt x="3437" y="552"/>
                  </a:lnTo>
                  <a:lnTo>
                    <a:pt x="3427" y="635"/>
                  </a:lnTo>
                  <a:lnTo>
                    <a:pt x="3416" y="722"/>
                  </a:lnTo>
                  <a:lnTo>
                    <a:pt x="3404" y="811"/>
                  </a:lnTo>
                  <a:lnTo>
                    <a:pt x="3389" y="903"/>
                  </a:lnTo>
                  <a:lnTo>
                    <a:pt x="3372" y="997"/>
                  </a:lnTo>
                  <a:lnTo>
                    <a:pt x="3351" y="1091"/>
                  </a:lnTo>
                  <a:lnTo>
                    <a:pt x="3329" y="1187"/>
                  </a:lnTo>
                  <a:lnTo>
                    <a:pt x="3304" y="1283"/>
                  </a:lnTo>
                  <a:lnTo>
                    <a:pt x="3275" y="1380"/>
                  </a:lnTo>
                  <a:lnTo>
                    <a:pt x="3244" y="1475"/>
                  </a:lnTo>
                  <a:lnTo>
                    <a:pt x="3210" y="1569"/>
                  </a:lnTo>
                  <a:lnTo>
                    <a:pt x="3171" y="1663"/>
                  </a:lnTo>
                  <a:lnTo>
                    <a:pt x="3129" y="1755"/>
                  </a:lnTo>
                  <a:lnTo>
                    <a:pt x="3083" y="1845"/>
                  </a:lnTo>
                  <a:lnTo>
                    <a:pt x="3033" y="1932"/>
                  </a:lnTo>
                  <a:lnTo>
                    <a:pt x="2980" y="2015"/>
                  </a:lnTo>
                  <a:lnTo>
                    <a:pt x="2922" y="2094"/>
                  </a:lnTo>
                  <a:lnTo>
                    <a:pt x="2859" y="2172"/>
                  </a:lnTo>
                  <a:lnTo>
                    <a:pt x="2793" y="2243"/>
                  </a:lnTo>
                  <a:lnTo>
                    <a:pt x="2738" y="2296"/>
                  </a:lnTo>
                  <a:lnTo>
                    <a:pt x="2686" y="2346"/>
                  </a:lnTo>
                  <a:lnTo>
                    <a:pt x="2638" y="2390"/>
                  </a:lnTo>
                  <a:lnTo>
                    <a:pt x="2592" y="2431"/>
                  </a:lnTo>
                  <a:lnTo>
                    <a:pt x="2546" y="2469"/>
                  </a:lnTo>
                  <a:lnTo>
                    <a:pt x="2501" y="2504"/>
                  </a:lnTo>
                  <a:lnTo>
                    <a:pt x="2457" y="2538"/>
                  </a:lnTo>
                  <a:lnTo>
                    <a:pt x="2412" y="2571"/>
                  </a:lnTo>
                  <a:lnTo>
                    <a:pt x="2366" y="2603"/>
                  </a:lnTo>
                  <a:lnTo>
                    <a:pt x="2318" y="2635"/>
                  </a:lnTo>
                  <a:lnTo>
                    <a:pt x="2267" y="2668"/>
                  </a:lnTo>
                  <a:lnTo>
                    <a:pt x="2214" y="2702"/>
                  </a:lnTo>
                  <a:lnTo>
                    <a:pt x="2156" y="2738"/>
                  </a:lnTo>
                  <a:lnTo>
                    <a:pt x="2094" y="2777"/>
                  </a:lnTo>
                  <a:lnTo>
                    <a:pt x="2050" y="2804"/>
                  </a:lnTo>
                  <a:lnTo>
                    <a:pt x="2003" y="2833"/>
                  </a:lnTo>
                  <a:lnTo>
                    <a:pt x="1955" y="2865"/>
                  </a:lnTo>
                  <a:lnTo>
                    <a:pt x="1903" y="2897"/>
                  </a:lnTo>
                  <a:lnTo>
                    <a:pt x="1849" y="2931"/>
                  </a:lnTo>
                  <a:lnTo>
                    <a:pt x="1791" y="2969"/>
                  </a:lnTo>
                  <a:lnTo>
                    <a:pt x="1729" y="3007"/>
                  </a:lnTo>
                  <a:lnTo>
                    <a:pt x="1665" y="3049"/>
                  </a:lnTo>
                  <a:lnTo>
                    <a:pt x="1597" y="3094"/>
                  </a:lnTo>
                  <a:lnTo>
                    <a:pt x="1525" y="3142"/>
                  </a:lnTo>
                  <a:lnTo>
                    <a:pt x="1449" y="3193"/>
                  </a:lnTo>
                  <a:lnTo>
                    <a:pt x="1368" y="3247"/>
                  </a:lnTo>
                  <a:lnTo>
                    <a:pt x="1283" y="3304"/>
                  </a:lnTo>
                  <a:lnTo>
                    <a:pt x="1193" y="3366"/>
                  </a:lnTo>
                  <a:lnTo>
                    <a:pt x="1099" y="3431"/>
                  </a:lnTo>
                  <a:lnTo>
                    <a:pt x="1074" y="3445"/>
                  </a:lnTo>
                  <a:lnTo>
                    <a:pt x="1048" y="3453"/>
                  </a:lnTo>
                  <a:lnTo>
                    <a:pt x="1021" y="3456"/>
                  </a:lnTo>
                  <a:lnTo>
                    <a:pt x="994" y="3454"/>
                  </a:lnTo>
                  <a:lnTo>
                    <a:pt x="969" y="3445"/>
                  </a:lnTo>
                  <a:lnTo>
                    <a:pt x="946" y="3433"/>
                  </a:lnTo>
                  <a:lnTo>
                    <a:pt x="924" y="3415"/>
                  </a:lnTo>
                  <a:lnTo>
                    <a:pt x="40" y="2534"/>
                  </a:lnTo>
                  <a:lnTo>
                    <a:pt x="23" y="2512"/>
                  </a:lnTo>
                  <a:lnTo>
                    <a:pt x="10" y="2488"/>
                  </a:lnTo>
                  <a:lnTo>
                    <a:pt x="3" y="2463"/>
                  </a:lnTo>
                  <a:lnTo>
                    <a:pt x="0" y="2436"/>
                  </a:lnTo>
                  <a:lnTo>
                    <a:pt x="3" y="2408"/>
                  </a:lnTo>
                  <a:lnTo>
                    <a:pt x="11" y="2383"/>
                  </a:lnTo>
                  <a:lnTo>
                    <a:pt x="25" y="2359"/>
                  </a:lnTo>
                  <a:lnTo>
                    <a:pt x="90" y="2265"/>
                  </a:lnTo>
                  <a:lnTo>
                    <a:pt x="152" y="2175"/>
                  </a:lnTo>
                  <a:lnTo>
                    <a:pt x="210" y="2090"/>
                  </a:lnTo>
                  <a:lnTo>
                    <a:pt x="264" y="2010"/>
                  </a:lnTo>
                  <a:lnTo>
                    <a:pt x="315" y="1934"/>
                  </a:lnTo>
                  <a:lnTo>
                    <a:pt x="362" y="1861"/>
                  </a:lnTo>
                  <a:lnTo>
                    <a:pt x="407" y="1794"/>
                  </a:lnTo>
                  <a:lnTo>
                    <a:pt x="449" y="1729"/>
                  </a:lnTo>
                  <a:lnTo>
                    <a:pt x="489" y="1668"/>
                  </a:lnTo>
                  <a:lnTo>
                    <a:pt x="525" y="1610"/>
                  </a:lnTo>
                  <a:lnTo>
                    <a:pt x="560" y="1556"/>
                  </a:lnTo>
                  <a:lnTo>
                    <a:pt x="593" y="1504"/>
                  </a:lnTo>
                  <a:lnTo>
                    <a:pt x="624" y="1456"/>
                  </a:lnTo>
                  <a:lnTo>
                    <a:pt x="653" y="1409"/>
                  </a:lnTo>
                  <a:lnTo>
                    <a:pt x="681" y="1365"/>
                  </a:lnTo>
                  <a:lnTo>
                    <a:pt x="718" y="1303"/>
                  </a:lnTo>
                  <a:lnTo>
                    <a:pt x="755" y="1246"/>
                  </a:lnTo>
                  <a:lnTo>
                    <a:pt x="790" y="1193"/>
                  </a:lnTo>
                  <a:lnTo>
                    <a:pt x="822" y="1142"/>
                  </a:lnTo>
                  <a:lnTo>
                    <a:pt x="855" y="1094"/>
                  </a:lnTo>
                  <a:lnTo>
                    <a:pt x="886" y="1048"/>
                  </a:lnTo>
                  <a:lnTo>
                    <a:pt x="919" y="1002"/>
                  </a:lnTo>
                  <a:lnTo>
                    <a:pt x="953" y="957"/>
                  </a:lnTo>
                  <a:lnTo>
                    <a:pt x="989" y="914"/>
                  </a:lnTo>
                  <a:lnTo>
                    <a:pt x="1027" y="868"/>
                  </a:lnTo>
                  <a:lnTo>
                    <a:pt x="1068" y="822"/>
                  </a:lnTo>
                  <a:lnTo>
                    <a:pt x="1112" y="773"/>
                  </a:lnTo>
                  <a:lnTo>
                    <a:pt x="1161" y="722"/>
                  </a:lnTo>
                  <a:lnTo>
                    <a:pt x="1215" y="667"/>
                  </a:lnTo>
                  <a:lnTo>
                    <a:pt x="1287" y="601"/>
                  </a:lnTo>
                  <a:lnTo>
                    <a:pt x="1363" y="538"/>
                  </a:lnTo>
                  <a:lnTo>
                    <a:pt x="1442" y="480"/>
                  </a:lnTo>
                  <a:lnTo>
                    <a:pt x="1527" y="427"/>
                  </a:lnTo>
                  <a:lnTo>
                    <a:pt x="1613" y="378"/>
                  </a:lnTo>
                  <a:lnTo>
                    <a:pt x="1704" y="332"/>
                  </a:lnTo>
                  <a:lnTo>
                    <a:pt x="1794" y="290"/>
                  </a:lnTo>
                  <a:lnTo>
                    <a:pt x="1889" y="252"/>
                  </a:lnTo>
                  <a:lnTo>
                    <a:pt x="1983" y="217"/>
                  </a:lnTo>
                  <a:lnTo>
                    <a:pt x="2080" y="186"/>
                  </a:lnTo>
                  <a:lnTo>
                    <a:pt x="2175" y="157"/>
                  </a:lnTo>
                  <a:lnTo>
                    <a:pt x="2272" y="131"/>
                  </a:lnTo>
                  <a:lnTo>
                    <a:pt x="2367" y="110"/>
                  </a:lnTo>
                  <a:lnTo>
                    <a:pt x="2463" y="89"/>
                  </a:lnTo>
                  <a:lnTo>
                    <a:pt x="2556" y="72"/>
                  </a:lnTo>
                  <a:lnTo>
                    <a:pt x="2648" y="57"/>
                  </a:lnTo>
                  <a:lnTo>
                    <a:pt x="2737" y="45"/>
                  </a:lnTo>
                  <a:lnTo>
                    <a:pt x="2824" y="34"/>
                  </a:lnTo>
                  <a:lnTo>
                    <a:pt x="2909" y="24"/>
                  </a:lnTo>
                  <a:lnTo>
                    <a:pt x="2988" y="17"/>
                  </a:lnTo>
                  <a:lnTo>
                    <a:pt x="3065" y="11"/>
                  </a:lnTo>
                  <a:lnTo>
                    <a:pt x="3137" y="6"/>
                  </a:lnTo>
                  <a:lnTo>
                    <a:pt x="3204" y="3"/>
                  </a:lnTo>
                  <a:lnTo>
                    <a:pt x="3265" y="1"/>
                  </a:lnTo>
                  <a:lnTo>
                    <a:pt x="33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8512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04408C21-909C-600B-542F-D20254022F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683" y="307312"/>
            <a:ext cx="5054516" cy="1322994"/>
          </a:xfrm>
          <a:prstGeom prst="rect">
            <a:avLst/>
          </a:prstGeom>
        </p:spPr>
      </p:pic>
      <p:sp>
        <p:nvSpPr>
          <p:cNvPr id="27" name="椭圆 26">
            <a:extLst>
              <a:ext uri="{FF2B5EF4-FFF2-40B4-BE49-F238E27FC236}">
                <a16:creationId xmlns:a16="http://schemas.microsoft.com/office/drawing/2014/main" id="{EFC1BE9F-93DA-4B00-8D3B-A3AEC66B365A}"/>
              </a:ext>
            </a:extLst>
          </p:cNvPr>
          <p:cNvSpPr/>
          <p:nvPr/>
        </p:nvSpPr>
        <p:spPr>
          <a:xfrm>
            <a:off x="6237189" y="1953491"/>
            <a:ext cx="1143000" cy="1143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09192E4-F351-45EC-8002-36E107D079FE}"/>
              </a:ext>
            </a:extLst>
          </p:cNvPr>
          <p:cNvGrpSpPr/>
          <p:nvPr/>
        </p:nvGrpSpPr>
        <p:grpSpPr>
          <a:xfrm>
            <a:off x="7492841" y="1944512"/>
            <a:ext cx="2688262" cy="1497019"/>
            <a:chOff x="3300441" y="2286000"/>
            <a:chExt cx="2688262" cy="1497019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484803E-37BB-420F-B67F-25C80CD00215}"/>
                </a:ext>
              </a:extLst>
            </p:cNvPr>
            <p:cNvSpPr txBox="1"/>
            <p:nvPr/>
          </p:nvSpPr>
          <p:spPr>
            <a:xfrm>
              <a:off x="3300441" y="2286000"/>
              <a:ext cx="14018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现有条件</a:t>
              </a:r>
            </a:p>
          </p:txBody>
        </p:sp>
        <p:sp>
          <p:nvSpPr>
            <p:cNvPr id="33" name="TextBox 99">
              <a:extLst>
                <a:ext uri="{FF2B5EF4-FFF2-40B4-BE49-F238E27FC236}">
                  <a16:creationId xmlns:a16="http://schemas.microsoft.com/office/drawing/2014/main" id="{70486BA5-A47F-4532-86CC-82B2E45FD8FB}"/>
                </a:ext>
              </a:extLst>
            </p:cNvPr>
            <p:cNvSpPr txBox="1"/>
            <p:nvPr/>
          </p:nvSpPr>
          <p:spPr>
            <a:xfrm>
              <a:off x="3300441" y="2892326"/>
              <a:ext cx="2688262" cy="890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Volo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实现的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mini-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redis</a:t>
              </a:r>
              <a:endPara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支持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scadia Code" panose="020B0609020000020004" pitchFamily="49" charset="0"/>
                  <a:ea typeface="思源黑体 CN Light" panose="020B0300000000000000" pitchFamily="34" charset="-122"/>
                  <a:cs typeface="Cascadia Code" panose="020B0609020000020004" pitchFamily="49" charset="0"/>
                </a:rPr>
                <a:t>set get ping del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scadia Code" panose="020B0609020000020004" pitchFamily="49" charset="0"/>
                  <a:ea typeface="思源黑体 CN Light" panose="020B0300000000000000" pitchFamily="34" charset="-122"/>
                  <a:cs typeface="Cascadia Code" panose="020B0609020000020004" pitchFamily="49" charset="0"/>
                </a:rPr>
                <a:t> 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scadia Code" panose="020B0609020000020004" pitchFamily="49" charset="0"/>
                  <a:ea typeface="思源黑体 CN Light" panose="020B0300000000000000" pitchFamily="34" charset="-122"/>
                  <a:cs typeface="Cascadia Code" panose="020B0609020000020004" pitchFamily="49" charset="0"/>
                </a:rPr>
                <a:t>sub pub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等指令</a:t>
              </a:r>
              <a:endPara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位于中间件中的过滤器</a:t>
              </a:r>
              <a:endPara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sp>
        <p:nvSpPr>
          <p:cNvPr id="35" name="Freeform 13">
            <a:extLst>
              <a:ext uri="{FF2B5EF4-FFF2-40B4-BE49-F238E27FC236}">
                <a16:creationId xmlns:a16="http://schemas.microsoft.com/office/drawing/2014/main" id="{557A0266-60B5-4C29-A6BE-C44A3A5212AA}"/>
              </a:ext>
            </a:extLst>
          </p:cNvPr>
          <p:cNvSpPr>
            <a:spLocks noEditPoints="1"/>
          </p:cNvSpPr>
          <p:nvPr/>
        </p:nvSpPr>
        <p:spPr bwMode="auto">
          <a:xfrm>
            <a:off x="2325673" y="2096855"/>
            <a:ext cx="282041" cy="263991"/>
          </a:xfrm>
          <a:custGeom>
            <a:avLst/>
            <a:gdLst>
              <a:gd name="T0" fmla="*/ 2221 w 3375"/>
              <a:gd name="T1" fmla="*/ 1236 h 3159"/>
              <a:gd name="T2" fmla="*/ 2242 w 3375"/>
              <a:gd name="T3" fmla="*/ 1252 h 3159"/>
              <a:gd name="T4" fmla="*/ 2246 w 3375"/>
              <a:gd name="T5" fmla="*/ 1178 h 3159"/>
              <a:gd name="T6" fmla="*/ 2443 w 3375"/>
              <a:gd name="T7" fmla="*/ 1830 h 3159"/>
              <a:gd name="T8" fmla="*/ 1518 w 3375"/>
              <a:gd name="T9" fmla="*/ 982 h 3159"/>
              <a:gd name="T10" fmla="*/ 1704 w 3375"/>
              <a:gd name="T11" fmla="*/ 1062 h 3159"/>
              <a:gd name="T12" fmla="*/ 1771 w 3375"/>
              <a:gd name="T13" fmla="*/ 1272 h 3159"/>
              <a:gd name="T14" fmla="*/ 1664 w 3375"/>
              <a:gd name="T15" fmla="*/ 1457 h 3159"/>
              <a:gd name="T16" fmla="*/ 1501 w 3375"/>
              <a:gd name="T17" fmla="*/ 1570 h 3159"/>
              <a:gd name="T18" fmla="*/ 1787 w 3375"/>
              <a:gd name="T19" fmla="*/ 1655 h 3159"/>
              <a:gd name="T20" fmla="*/ 1208 w 3375"/>
              <a:gd name="T21" fmla="*/ 1662 h 3159"/>
              <a:gd name="T22" fmla="*/ 1331 w 3375"/>
              <a:gd name="T23" fmla="*/ 1466 h 3159"/>
              <a:gd name="T24" fmla="*/ 1494 w 3375"/>
              <a:gd name="T25" fmla="*/ 1347 h 3159"/>
              <a:gd name="T26" fmla="*/ 1558 w 3375"/>
              <a:gd name="T27" fmla="*/ 1236 h 3159"/>
              <a:gd name="T28" fmla="*/ 1470 w 3375"/>
              <a:gd name="T29" fmla="*/ 1173 h 3159"/>
              <a:gd name="T30" fmla="*/ 1358 w 3375"/>
              <a:gd name="T31" fmla="*/ 1243 h 3159"/>
              <a:gd name="T32" fmla="*/ 1203 w 3375"/>
              <a:gd name="T33" fmla="*/ 1144 h 3159"/>
              <a:gd name="T34" fmla="*/ 1300 w 3375"/>
              <a:gd name="T35" fmla="*/ 1038 h 3159"/>
              <a:gd name="T36" fmla="*/ 422 w 3375"/>
              <a:gd name="T37" fmla="*/ 734 h 3159"/>
              <a:gd name="T38" fmla="*/ 646 w 3375"/>
              <a:gd name="T39" fmla="*/ 863 h 3159"/>
              <a:gd name="T40" fmla="*/ 822 w 3375"/>
              <a:gd name="T41" fmla="*/ 1130 h 3159"/>
              <a:gd name="T42" fmla="*/ 827 w 3375"/>
              <a:gd name="T43" fmla="*/ 1309 h 3159"/>
              <a:gd name="T44" fmla="*/ 726 w 3375"/>
              <a:gd name="T45" fmla="*/ 1446 h 3159"/>
              <a:gd name="T46" fmla="*/ 639 w 3375"/>
              <a:gd name="T47" fmla="*/ 1590 h 3159"/>
              <a:gd name="T48" fmla="*/ 738 w 3375"/>
              <a:gd name="T49" fmla="*/ 1805 h 3159"/>
              <a:gd name="T50" fmla="*/ 955 w 3375"/>
              <a:gd name="T51" fmla="*/ 2061 h 3159"/>
              <a:gd name="T52" fmla="*/ 1210 w 3375"/>
              <a:gd name="T53" fmla="*/ 2306 h 3159"/>
              <a:gd name="T54" fmla="*/ 1454 w 3375"/>
              <a:gd name="T55" fmla="*/ 2483 h 3159"/>
              <a:gd name="T56" fmla="*/ 1636 w 3375"/>
              <a:gd name="T57" fmla="*/ 2506 h 3159"/>
              <a:gd name="T58" fmla="*/ 1770 w 3375"/>
              <a:gd name="T59" fmla="*/ 2381 h 3159"/>
              <a:gd name="T60" fmla="*/ 1919 w 3375"/>
              <a:gd name="T61" fmla="*/ 2316 h 3159"/>
              <a:gd name="T62" fmla="*/ 2131 w 3375"/>
              <a:gd name="T63" fmla="*/ 2388 h 3159"/>
              <a:gd name="T64" fmla="*/ 2384 w 3375"/>
              <a:gd name="T65" fmla="*/ 2614 h 3159"/>
              <a:gd name="T66" fmla="*/ 2412 w 3375"/>
              <a:gd name="T67" fmla="*/ 2819 h 3159"/>
              <a:gd name="T68" fmla="*/ 2291 w 3375"/>
              <a:gd name="T69" fmla="*/ 2989 h 3159"/>
              <a:gd name="T70" fmla="*/ 2131 w 3375"/>
              <a:gd name="T71" fmla="*/ 3129 h 3159"/>
              <a:gd name="T72" fmla="*/ 1830 w 3375"/>
              <a:gd name="T73" fmla="*/ 3144 h 3159"/>
              <a:gd name="T74" fmla="*/ 1384 w 3375"/>
              <a:gd name="T75" fmla="*/ 2974 h 3159"/>
              <a:gd name="T76" fmla="*/ 859 w 3375"/>
              <a:gd name="T77" fmla="*/ 2602 h 3159"/>
              <a:gd name="T78" fmla="*/ 372 w 3375"/>
              <a:gd name="T79" fmla="*/ 2070 h 3159"/>
              <a:gd name="T80" fmla="*/ 89 w 3375"/>
              <a:gd name="T81" fmla="*/ 1571 h 3159"/>
              <a:gd name="T82" fmla="*/ 0 w 3375"/>
              <a:gd name="T83" fmla="*/ 1179 h 3159"/>
              <a:gd name="T84" fmla="*/ 86 w 3375"/>
              <a:gd name="T85" fmla="*/ 956 h 3159"/>
              <a:gd name="T86" fmla="*/ 239 w 3375"/>
              <a:gd name="T87" fmla="*/ 807 h 3159"/>
              <a:gd name="T88" fmla="*/ 422 w 3375"/>
              <a:gd name="T89" fmla="*/ 734 h 3159"/>
              <a:gd name="T90" fmla="*/ 2434 w 3375"/>
              <a:gd name="T91" fmla="*/ 110 h 3159"/>
              <a:gd name="T92" fmla="*/ 2966 w 3375"/>
              <a:gd name="T93" fmla="*/ 475 h 3159"/>
              <a:gd name="T94" fmla="*/ 3298 w 3375"/>
              <a:gd name="T95" fmla="*/ 1030 h 3159"/>
              <a:gd name="T96" fmla="*/ 3364 w 3375"/>
              <a:gd name="T97" fmla="*/ 1692 h 3159"/>
              <a:gd name="T98" fmla="*/ 3155 w 3375"/>
              <a:gd name="T99" fmla="*/ 2287 h 3159"/>
              <a:gd name="T100" fmla="*/ 2733 w 3375"/>
              <a:gd name="T101" fmla="*/ 2737 h 3159"/>
              <a:gd name="T102" fmla="*/ 2574 w 3375"/>
              <a:gd name="T103" fmla="*/ 2633 h 3159"/>
              <a:gd name="T104" fmla="*/ 2907 w 3375"/>
              <a:gd name="T105" fmla="*/ 2260 h 3159"/>
              <a:gd name="T106" fmla="*/ 3132 w 3375"/>
              <a:gd name="T107" fmla="*/ 1742 h 3159"/>
              <a:gd name="T108" fmla="*/ 3057 w 3375"/>
              <a:gd name="T109" fmla="*/ 1016 h 3159"/>
              <a:gd name="T110" fmla="*/ 2716 w 3375"/>
              <a:gd name="T111" fmla="*/ 540 h 3159"/>
              <a:gd name="T112" fmla="*/ 2197 w 3375"/>
              <a:gd name="T113" fmla="*/ 264 h 3159"/>
              <a:gd name="T114" fmla="*/ 1463 w 3375"/>
              <a:gd name="T115" fmla="*/ 288 h 3159"/>
              <a:gd name="T116" fmla="*/ 964 w 3375"/>
              <a:gd name="T117" fmla="*/ 598 h 3159"/>
              <a:gd name="T118" fmla="*/ 640 w 3375"/>
              <a:gd name="T119" fmla="*/ 641 h 3159"/>
              <a:gd name="T120" fmla="*/ 1090 w 3375"/>
              <a:gd name="T121" fmla="*/ 220 h 3159"/>
              <a:gd name="T122" fmla="*/ 1683 w 3375"/>
              <a:gd name="T123" fmla="*/ 12 h 3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75" h="3159">
                <a:moveTo>
                  <a:pt x="2246" y="1178"/>
                </a:moveTo>
                <a:lnTo>
                  <a:pt x="2246" y="1180"/>
                </a:lnTo>
                <a:lnTo>
                  <a:pt x="2243" y="1186"/>
                </a:lnTo>
                <a:lnTo>
                  <a:pt x="2240" y="1197"/>
                </a:lnTo>
                <a:lnTo>
                  <a:pt x="2235" y="1208"/>
                </a:lnTo>
                <a:lnTo>
                  <a:pt x="2229" y="1222"/>
                </a:lnTo>
                <a:lnTo>
                  <a:pt x="2221" y="1236"/>
                </a:lnTo>
                <a:lnTo>
                  <a:pt x="2214" y="1251"/>
                </a:lnTo>
                <a:lnTo>
                  <a:pt x="2206" y="1264"/>
                </a:lnTo>
                <a:lnTo>
                  <a:pt x="2079" y="1456"/>
                </a:lnTo>
                <a:lnTo>
                  <a:pt x="2079" y="1458"/>
                </a:lnTo>
                <a:lnTo>
                  <a:pt x="2242" y="1458"/>
                </a:lnTo>
                <a:lnTo>
                  <a:pt x="2242" y="1271"/>
                </a:lnTo>
                <a:lnTo>
                  <a:pt x="2242" y="1252"/>
                </a:lnTo>
                <a:lnTo>
                  <a:pt x="2243" y="1233"/>
                </a:lnTo>
                <a:lnTo>
                  <a:pt x="2245" y="1216"/>
                </a:lnTo>
                <a:lnTo>
                  <a:pt x="2246" y="1201"/>
                </a:lnTo>
                <a:lnTo>
                  <a:pt x="2247" y="1188"/>
                </a:lnTo>
                <a:lnTo>
                  <a:pt x="2248" y="1181"/>
                </a:lnTo>
                <a:lnTo>
                  <a:pt x="2249" y="1178"/>
                </a:lnTo>
                <a:lnTo>
                  <a:pt x="2246" y="1178"/>
                </a:lnTo>
                <a:close/>
                <a:moveTo>
                  <a:pt x="2194" y="995"/>
                </a:moveTo>
                <a:lnTo>
                  <a:pt x="2443" y="995"/>
                </a:lnTo>
                <a:lnTo>
                  <a:pt x="2443" y="1458"/>
                </a:lnTo>
                <a:lnTo>
                  <a:pt x="2543" y="1458"/>
                </a:lnTo>
                <a:lnTo>
                  <a:pt x="2543" y="1627"/>
                </a:lnTo>
                <a:lnTo>
                  <a:pt x="2443" y="1627"/>
                </a:lnTo>
                <a:lnTo>
                  <a:pt x="2443" y="1830"/>
                </a:lnTo>
                <a:lnTo>
                  <a:pt x="2242" y="1830"/>
                </a:lnTo>
                <a:lnTo>
                  <a:pt x="2242" y="1627"/>
                </a:lnTo>
                <a:lnTo>
                  <a:pt x="1872" y="1627"/>
                </a:lnTo>
                <a:lnTo>
                  <a:pt x="1872" y="1503"/>
                </a:lnTo>
                <a:lnTo>
                  <a:pt x="2194" y="995"/>
                </a:lnTo>
                <a:close/>
                <a:moveTo>
                  <a:pt x="1489" y="981"/>
                </a:moveTo>
                <a:lnTo>
                  <a:pt x="1518" y="982"/>
                </a:lnTo>
                <a:lnTo>
                  <a:pt x="1547" y="986"/>
                </a:lnTo>
                <a:lnTo>
                  <a:pt x="1576" y="992"/>
                </a:lnTo>
                <a:lnTo>
                  <a:pt x="1605" y="1000"/>
                </a:lnTo>
                <a:lnTo>
                  <a:pt x="1632" y="1011"/>
                </a:lnTo>
                <a:lnTo>
                  <a:pt x="1658" y="1026"/>
                </a:lnTo>
                <a:lnTo>
                  <a:pt x="1682" y="1042"/>
                </a:lnTo>
                <a:lnTo>
                  <a:pt x="1704" y="1062"/>
                </a:lnTo>
                <a:lnTo>
                  <a:pt x="1724" y="1083"/>
                </a:lnTo>
                <a:lnTo>
                  <a:pt x="1741" y="1109"/>
                </a:lnTo>
                <a:lnTo>
                  <a:pt x="1755" y="1136"/>
                </a:lnTo>
                <a:lnTo>
                  <a:pt x="1765" y="1167"/>
                </a:lnTo>
                <a:lnTo>
                  <a:pt x="1771" y="1200"/>
                </a:lnTo>
                <a:lnTo>
                  <a:pt x="1773" y="1236"/>
                </a:lnTo>
                <a:lnTo>
                  <a:pt x="1771" y="1272"/>
                </a:lnTo>
                <a:lnTo>
                  <a:pt x="1765" y="1305"/>
                </a:lnTo>
                <a:lnTo>
                  <a:pt x="1755" y="1336"/>
                </a:lnTo>
                <a:lnTo>
                  <a:pt x="1742" y="1364"/>
                </a:lnTo>
                <a:lnTo>
                  <a:pt x="1725" y="1390"/>
                </a:lnTo>
                <a:lnTo>
                  <a:pt x="1707" y="1414"/>
                </a:lnTo>
                <a:lnTo>
                  <a:pt x="1686" y="1437"/>
                </a:lnTo>
                <a:lnTo>
                  <a:pt x="1664" y="1457"/>
                </a:lnTo>
                <a:lnTo>
                  <a:pt x="1640" y="1477"/>
                </a:lnTo>
                <a:lnTo>
                  <a:pt x="1617" y="1494"/>
                </a:lnTo>
                <a:lnTo>
                  <a:pt x="1592" y="1510"/>
                </a:lnTo>
                <a:lnTo>
                  <a:pt x="1569" y="1527"/>
                </a:lnTo>
                <a:lnTo>
                  <a:pt x="1545" y="1542"/>
                </a:lnTo>
                <a:lnTo>
                  <a:pt x="1523" y="1556"/>
                </a:lnTo>
                <a:lnTo>
                  <a:pt x="1501" y="1570"/>
                </a:lnTo>
                <a:lnTo>
                  <a:pt x="1483" y="1584"/>
                </a:lnTo>
                <a:lnTo>
                  <a:pt x="1466" y="1597"/>
                </a:lnTo>
                <a:lnTo>
                  <a:pt x="1452" y="1611"/>
                </a:lnTo>
                <a:lnTo>
                  <a:pt x="1441" y="1625"/>
                </a:lnTo>
                <a:lnTo>
                  <a:pt x="1435" y="1639"/>
                </a:lnTo>
                <a:lnTo>
                  <a:pt x="1432" y="1655"/>
                </a:lnTo>
                <a:lnTo>
                  <a:pt x="1787" y="1655"/>
                </a:lnTo>
                <a:lnTo>
                  <a:pt x="1787" y="1830"/>
                </a:lnTo>
                <a:lnTo>
                  <a:pt x="1209" y="1830"/>
                </a:lnTo>
                <a:lnTo>
                  <a:pt x="1204" y="1798"/>
                </a:lnTo>
                <a:lnTo>
                  <a:pt x="1201" y="1768"/>
                </a:lnTo>
                <a:lnTo>
                  <a:pt x="1199" y="1740"/>
                </a:lnTo>
                <a:lnTo>
                  <a:pt x="1202" y="1699"/>
                </a:lnTo>
                <a:lnTo>
                  <a:pt x="1208" y="1662"/>
                </a:lnTo>
                <a:lnTo>
                  <a:pt x="1217" y="1627"/>
                </a:lnTo>
                <a:lnTo>
                  <a:pt x="1230" y="1594"/>
                </a:lnTo>
                <a:lnTo>
                  <a:pt x="1247" y="1565"/>
                </a:lnTo>
                <a:lnTo>
                  <a:pt x="1265" y="1537"/>
                </a:lnTo>
                <a:lnTo>
                  <a:pt x="1286" y="1513"/>
                </a:lnTo>
                <a:lnTo>
                  <a:pt x="1307" y="1489"/>
                </a:lnTo>
                <a:lnTo>
                  <a:pt x="1331" y="1466"/>
                </a:lnTo>
                <a:lnTo>
                  <a:pt x="1355" y="1446"/>
                </a:lnTo>
                <a:lnTo>
                  <a:pt x="1380" y="1428"/>
                </a:lnTo>
                <a:lnTo>
                  <a:pt x="1404" y="1409"/>
                </a:lnTo>
                <a:lnTo>
                  <a:pt x="1428" y="1393"/>
                </a:lnTo>
                <a:lnTo>
                  <a:pt x="1451" y="1377"/>
                </a:lnTo>
                <a:lnTo>
                  <a:pt x="1474" y="1361"/>
                </a:lnTo>
                <a:lnTo>
                  <a:pt x="1494" y="1347"/>
                </a:lnTo>
                <a:lnTo>
                  <a:pt x="1513" y="1332"/>
                </a:lnTo>
                <a:lnTo>
                  <a:pt x="1528" y="1317"/>
                </a:lnTo>
                <a:lnTo>
                  <a:pt x="1541" y="1303"/>
                </a:lnTo>
                <a:lnTo>
                  <a:pt x="1551" y="1288"/>
                </a:lnTo>
                <a:lnTo>
                  <a:pt x="1558" y="1272"/>
                </a:lnTo>
                <a:lnTo>
                  <a:pt x="1560" y="1256"/>
                </a:lnTo>
                <a:lnTo>
                  <a:pt x="1558" y="1236"/>
                </a:lnTo>
                <a:lnTo>
                  <a:pt x="1551" y="1219"/>
                </a:lnTo>
                <a:lnTo>
                  <a:pt x="1542" y="1205"/>
                </a:lnTo>
                <a:lnTo>
                  <a:pt x="1531" y="1192"/>
                </a:lnTo>
                <a:lnTo>
                  <a:pt x="1518" y="1184"/>
                </a:lnTo>
                <a:lnTo>
                  <a:pt x="1502" y="1178"/>
                </a:lnTo>
                <a:lnTo>
                  <a:pt x="1486" y="1175"/>
                </a:lnTo>
                <a:lnTo>
                  <a:pt x="1470" y="1173"/>
                </a:lnTo>
                <a:lnTo>
                  <a:pt x="1447" y="1176"/>
                </a:lnTo>
                <a:lnTo>
                  <a:pt x="1427" y="1182"/>
                </a:lnTo>
                <a:lnTo>
                  <a:pt x="1408" y="1192"/>
                </a:lnTo>
                <a:lnTo>
                  <a:pt x="1392" y="1205"/>
                </a:lnTo>
                <a:lnTo>
                  <a:pt x="1379" y="1218"/>
                </a:lnTo>
                <a:lnTo>
                  <a:pt x="1366" y="1231"/>
                </a:lnTo>
                <a:lnTo>
                  <a:pt x="1358" y="1243"/>
                </a:lnTo>
                <a:lnTo>
                  <a:pt x="1351" y="1253"/>
                </a:lnTo>
                <a:lnTo>
                  <a:pt x="1348" y="1260"/>
                </a:lnTo>
                <a:lnTo>
                  <a:pt x="1346" y="1262"/>
                </a:lnTo>
                <a:lnTo>
                  <a:pt x="1195" y="1161"/>
                </a:lnTo>
                <a:lnTo>
                  <a:pt x="1196" y="1159"/>
                </a:lnTo>
                <a:lnTo>
                  <a:pt x="1199" y="1153"/>
                </a:lnTo>
                <a:lnTo>
                  <a:pt x="1203" y="1144"/>
                </a:lnTo>
                <a:lnTo>
                  <a:pt x="1210" y="1132"/>
                </a:lnTo>
                <a:lnTo>
                  <a:pt x="1219" y="1119"/>
                </a:lnTo>
                <a:lnTo>
                  <a:pt x="1230" y="1103"/>
                </a:lnTo>
                <a:lnTo>
                  <a:pt x="1244" y="1087"/>
                </a:lnTo>
                <a:lnTo>
                  <a:pt x="1260" y="1071"/>
                </a:lnTo>
                <a:lnTo>
                  <a:pt x="1278" y="1054"/>
                </a:lnTo>
                <a:lnTo>
                  <a:pt x="1300" y="1038"/>
                </a:lnTo>
                <a:lnTo>
                  <a:pt x="1324" y="1023"/>
                </a:lnTo>
                <a:lnTo>
                  <a:pt x="1351" y="1008"/>
                </a:lnTo>
                <a:lnTo>
                  <a:pt x="1381" y="997"/>
                </a:lnTo>
                <a:lnTo>
                  <a:pt x="1413" y="989"/>
                </a:lnTo>
                <a:lnTo>
                  <a:pt x="1449" y="983"/>
                </a:lnTo>
                <a:lnTo>
                  <a:pt x="1489" y="981"/>
                </a:lnTo>
                <a:close/>
                <a:moveTo>
                  <a:pt x="422" y="734"/>
                </a:moveTo>
                <a:lnTo>
                  <a:pt x="452" y="738"/>
                </a:lnTo>
                <a:lnTo>
                  <a:pt x="482" y="746"/>
                </a:lnTo>
                <a:lnTo>
                  <a:pt x="513" y="758"/>
                </a:lnTo>
                <a:lnTo>
                  <a:pt x="545" y="775"/>
                </a:lnTo>
                <a:lnTo>
                  <a:pt x="578" y="799"/>
                </a:lnTo>
                <a:lnTo>
                  <a:pt x="612" y="827"/>
                </a:lnTo>
                <a:lnTo>
                  <a:pt x="646" y="863"/>
                </a:lnTo>
                <a:lnTo>
                  <a:pt x="682" y="905"/>
                </a:lnTo>
                <a:lnTo>
                  <a:pt x="716" y="948"/>
                </a:lnTo>
                <a:lnTo>
                  <a:pt x="746" y="990"/>
                </a:lnTo>
                <a:lnTo>
                  <a:pt x="771" y="1028"/>
                </a:lnTo>
                <a:lnTo>
                  <a:pt x="792" y="1065"/>
                </a:lnTo>
                <a:lnTo>
                  <a:pt x="809" y="1098"/>
                </a:lnTo>
                <a:lnTo>
                  <a:pt x="822" y="1130"/>
                </a:lnTo>
                <a:lnTo>
                  <a:pt x="833" y="1161"/>
                </a:lnTo>
                <a:lnTo>
                  <a:pt x="839" y="1188"/>
                </a:lnTo>
                <a:lnTo>
                  <a:pt x="842" y="1215"/>
                </a:lnTo>
                <a:lnTo>
                  <a:pt x="843" y="1240"/>
                </a:lnTo>
                <a:lnTo>
                  <a:pt x="841" y="1264"/>
                </a:lnTo>
                <a:lnTo>
                  <a:pt x="836" y="1288"/>
                </a:lnTo>
                <a:lnTo>
                  <a:pt x="827" y="1309"/>
                </a:lnTo>
                <a:lnTo>
                  <a:pt x="818" y="1329"/>
                </a:lnTo>
                <a:lnTo>
                  <a:pt x="807" y="1350"/>
                </a:lnTo>
                <a:lnTo>
                  <a:pt x="794" y="1369"/>
                </a:lnTo>
                <a:lnTo>
                  <a:pt x="778" y="1389"/>
                </a:lnTo>
                <a:lnTo>
                  <a:pt x="762" y="1408"/>
                </a:lnTo>
                <a:lnTo>
                  <a:pt x="745" y="1428"/>
                </a:lnTo>
                <a:lnTo>
                  <a:pt x="726" y="1446"/>
                </a:lnTo>
                <a:lnTo>
                  <a:pt x="707" y="1465"/>
                </a:lnTo>
                <a:lnTo>
                  <a:pt x="687" y="1485"/>
                </a:lnTo>
                <a:lnTo>
                  <a:pt x="667" y="1505"/>
                </a:lnTo>
                <a:lnTo>
                  <a:pt x="653" y="1523"/>
                </a:lnTo>
                <a:lnTo>
                  <a:pt x="643" y="1543"/>
                </a:lnTo>
                <a:lnTo>
                  <a:pt x="639" y="1566"/>
                </a:lnTo>
                <a:lnTo>
                  <a:pt x="639" y="1590"/>
                </a:lnTo>
                <a:lnTo>
                  <a:pt x="643" y="1616"/>
                </a:lnTo>
                <a:lnTo>
                  <a:pt x="650" y="1644"/>
                </a:lnTo>
                <a:lnTo>
                  <a:pt x="662" y="1674"/>
                </a:lnTo>
                <a:lnTo>
                  <a:pt x="677" y="1705"/>
                </a:lnTo>
                <a:lnTo>
                  <a:pt x="694" y="1737"/>
                </a:lnTo>
                <a:lnTo>
                  <a:pt x="715" y="1770"/>
                </a:lnTo>
                <a:lnTo>
                  <a:pt x="738" y="1805"/>
                </a:lnTo>
                <a:lnTo>
                  <a:pt x="764" y="1840"/>
                </a:lnTo>
                <a:lnTo>
                  <a:pt x="793" y="1876"/>
                </a:lnTo>
                <a:lnTo>
                  <a:pt x="822" y="1912"/>
                </a:lnTo>
                <a:lnTo>
                  <a:pt x="853" y="1949"/>
                </a:lnTo>
                <a:lnTo>
                  <a:pt x="887" y="1986"/>
                </a:lnTo>
                <a:lnTo>
                  <a:pt x="920" y="2023"/>
                </a:lnTo>
                <a:lnTo>
                  <a:pt x="955" y="2061"/>
                </a:lnTo>
                <a:lnTo>
                  <a:pt x="990" y="2096"/>
                </a:lnTo>
                <a:lnTo>
                  <a:pt x="1026" y="2133"/>
                </a:lnTo>
                <a:lnTo>
                  <a:pt x="1063" y="2169"/>
                </a:lnTo>
                <a:lnTo>
                  <a:pt x="1099" y="2205"/>
                </a:lnTo>
                <a:lnTo>
                  <a:pt x="1136" y="2240"/>
                </a:lnTo>
                <a:lnTo>
                  <a:pt x="1173" y="2273"/>
                </a:lnTo>
                <a:lnTo>
                  <a:pt x="1210" y="2306"/>
                </a:lnTo>
                <a:lnTo>
                  <a:pt x="1247" y="2338"/>
                </a:lnTo>
                <a:lnTo>
                  <a:pt x="1284" y="2367"/>
                </a:lnTo>
                <a:lnTo>
                  <a:pt x="1319" y="2395"/>
                </a:lnTo>
                <a:lnTo>
                  <a:pt x="1354" y="2421"/>
                </a:lnTo>
                <a:lnTo>
                  <a:pt x="1389" y="2444"/>
                </a:lnTo>
                <a:lnTo>
                  <a:pt x="1423" y="2465"/>
                </a:lnTo>
                <a:lnTo>
                  <a:pt x="1454" y="2483"/>
                </a:lnTo>
                <a:lnTo>
                  <a:pt x="1486" y="2497"/>
                </a:lnTo>
                <a:lnTo>
                  <a:pt x="1516" y="2509"/>
                </a:lnTo>
                <a:lnTo>
                  <a:pt x="1543" y="2517"/>
                </a:lnTo>
                <a:lnTo>
                  <a:pt x="1570" y="2521"/>
                </a:lnTo>
                <a:lnTo>
                  <a:pt x="1593" y="2520"/>
                </a:lnTo>
                <a:lnTo>
                  <a:pt x="1616" y="2516"/>
                </a:lnTo>
                <a:lnTo>
                  <a:pt x="1636" y="2506"/>
                </a:lnTo>
                <a:lnTo>
                  <a:pt x="1654" y="2492"/>
                </a:lnTo>
                <a:lnTo>
                  <a:pt x="1674" y="2472"/>
                </a:lnTo>
                <a:lnTo>
                  <a:pt x="1694" y="2452"/>
                </a:lnTo>
                <a:lnTo>
                  <a:pt x="1713" y="2433"/>
                </a:lnTo>
                <a:lnTo>
                  <a:pt x="1733" y="2414"/>
                </a:lnTo>
                <a:lnTo>
                  <a:pt x="1751" y="2397"/>
                </a:lnTo>
                <a:lnTo>
                  <a:pt x="1770" y="2381"/>
                </a:lnTo>
                <a:lnTo>
                  <a:pt x="1790" y="2365"/>
                </a:lnTo>
                <a:lnTo>
                  <a:pt x="1809" y="2352"/>
                </a:lnTo>
                <a:lnTo>
                  <a:pt x="1830" y="2341"/>
                </a:lnTo>
                <a:lnTo>
                  <a:pt x="1850" y="2332"/>
                </a:lnTo>
                <a:lnTo>
                  <a:pt x="1873" y="2324"/>
                </a:lnTo>
                <a:lnTo>
                  <a:pt x="1895" y="2319"/>
                </a:lnTo>
                <a:lnTo>
                  <a:pt x="1919" y="2316"/>
                </a:lnTo>
                <a:lnTo>
                  <a:pt x="1944" y="2317"/>
                </a:lnTo>
                <a:lnTo>
                  <a:pt x="1971" y="2320"/>
                </a:lnTo>
                <a:lnTo>
                  <a:pt x="1999" y="2326"/>
                </a:lnTo>
                <a:lnTo>
                  <a:pt x="2029" y="2337"/>
                </a:lnTo>
                <a:lnTo>
                  <a:pt x="2061" y="2350"/>
                </a:lnTo>
                <a:lnTo>
                  <a:pt x="2095" y="2367"/>
                </a:lnTo>
                <a:lnTo>
                  <a:pt x="2131" y="2388"/>
                </a:lnTo>
                <a:lnTo>
                  <a:pt x="2170" y="2413"/>
                </a:lnTo>
                <a:lnTo>
                  <a:pt x="2211" y="2443"/>
                </a:lnTo>
                <a:lnTo>
                  <a:pt x="2255" y="2477"/>
                </a:lnTo>
                <a:lnTo>
                  <a:pt x="2297" y="2513"/>
                </a:lnTo>
                <a:lnTo>
                  <a:pt x="2332" y="2547"/>
                </a:lnTo>
                <a:lnTo>
                  <a:pt x="2360" y="2581"/>
                </a:lnTo>
                <a:lnTo>
                  <a:pt x="2384" y="2614"/>
                </a:lnTo>
                <a:lnTo>
                  <a:pt x="2401" y="2647"/>
                </a:lnTo>
                <a:lnTo>
                  <a:pt x="2414" y="2677"/>
                </a:lnTo>
                <a:lnTo>
                  <a:pt x="2422" y="2707"/>
                </a:lnTo>
                <a:lnTo>
                  <a:pt x="2425" y="2737"/>
                </a:lnTo>
                <a:lnTo>
                  <a:pt x="2424" y="2765"/>
                </a:lnTo>
                <a:lnTo>
                  <a:pt x="2419" y="2793"/>
                </a:lnTo>
                <a:lnTo>
                  <a:pt x="2412" y="2819"/>
                </a:lnTo>
                <a:lnTo>
                  <a:pt x="2400" y="2846"/>
                </a:lnTo>
                <a:lnTo>
                  <a:pt x="2387" y="2872"/>
                </a:lnTo>
                <a:lnTo>
                  <a:pt x="2371" y="2896"/>
                </a:lnTo>
                <a:lnTo>
                  <a:pt x="2352" y="2920"/>
                </a:lnTo>
                <a:lnTo>
                  <a:pt x="2333" y="2943"/>
                </a:lnTo>
                <a:lnTo>
                  <a:pt x="2312" y="2967"/>
                </a:lnTo>
                <a:lnTo>
                  <a:pt x="2291" y="2989"/>
                </a:lnTo>
                <a:lnTo>
                  <a:pt x="2269" y="3011"/>
                </a:lnTo>
                <a:lnTo>
                  <a:pt x="2247" y="3032"/>
                </a:lnTo>
                <a:lnTo>
                  <a:pt x="2224" y="3054"/>
                </a:lnTo>
                <a:lnTo>
                  <a:pt x="2203" y="3074"/>
                </a:lnTo>
                <a:lnTo>
                  <a:pt x="2183" y="3093"/>
                </a:lnTo>
                <a:lnTo>
                  <a:pt x="2160" y="3113"/>
                </a:lnTo>
                <a:lnTo>
                  <a:pt x="2131" y="3129"/>
                </a:lnTo>
                <a:lnTo>
                  <a:pt x="2100" y="3142"/>
                </a:lnTo>
                <a:lnTo>
                  <a:pt x="2064" y="3151"/>
                </a:lnTo>
                <a:lnTo>
                  <a:pt x="2024" y="3157"/>
                </a:lnTo>
                <a:lnTo>
                  <a:pt x="1980" y="3159"/>
                </a:lnTo>
                <a:lnTo>
                  <a:pt x="1933" y="3158"/>
                </a:lnTo>
                <a:lnTo>
                  <a:pt x="1883" y="3153"/>
                </a:lnTo>
                <a:lnTo>
                  <a:pt x="1830" y="3144"/>
                </a:lnTo>
                <a:lnTo>
                  <a:pt x="1773" y="3131"/>
                </a:lnTo>
                <a:lnTo>
                  <a:pt x="1714" y="3115"/>
                </a:lnTo>
                <a:lnTo>
                  <a:pt x="1652" y="3094"/>
                </a:lnTo>
                <a:lnTo>
                  <a:pt x="1588" y="3071"/>
                </a:lnTo>
                <a:lnTo>
                  <a:pt x="1522" y="3042"/>
                </a:lnTo>
                <a:lnTo>
                  <a:pt x="1453" y="3011"/>
                </a:lnTo>
                <a:lnTo>
                  <a:pt x="1384" y="2974"/>
                </a:lnTo>
                <a:lnTo>
                  <a:pt x="1312" y="2934"/>
                </a:lnTo>
                <a:lnTo>
                  <a:pt x="1240" y="2889"/>
                </a:lnTo>
                <a:lnTo>
                  <a:pt x="1165" y="2841"/>
                </a:lnTo>
                <a:lnTo>
                  <a:pt x="1089" y="2788"/>
                </a:lnTo>
                <a:lnTo>
                  <a:pt x="1014" y="2729"/>
                </a:lnTo>
                <a:lnTo>
                  <a:pt x="937" y="2668"/>
                </a:lnTo>
                <a:lnTo>
                  <a:pt x="859" y="2602"/>
                </a:lnTo>
                <a:lnTo>
                  <a:pt x="781" y="2531"/>
                </a:lnTo>
                <a:lnTo>
                  <a:pt x="704" y="2455"/>
                </a:lnTo>
                <a:lnTo>
                  <a:pt x="629" y="2378"/>
                </a:lnTo>
                <a:lnTo>
                  <a:pt x="557" y="2300"/>
                </a:lnTo>
                <a:lnTo>
                  <a:pt x="491" y="2222"/>
                </a:lnTo>
                <a:lnTo>
                  <a:pt x="430" y="2145"/>
                </a:lnTo>
                <a:lnTo>
                  <a:pt x="372" y="2070"/>
                </a:lnTo>
                <a:lnTo>
                  <a:pt x="319" y="1994"/>
                </a:lnTo>
                <a:lnTo>
                  <a:pt x="270" y="1921"/>
                </a:lnTo>
                <a:lnTo>
                  <a:pt x="225" y="1847"/>
                </a:lnTo>
                <a:lnTo>
                  <a:pt x="185" y="1775"/>
                </a:lnTo>
                <a:lnTo>
                  <a:pt x="148" y="1706"/>
                </a:lnTo>
                <a:lnTo>
                  <a:pt x="117" y="1637"/>
                </a:lnTo>
                <a:lnTo>
                  <a:pt x="89" y="1571"/>
                </a:lnTo>
                <a:lnTo>
                  <a:pt x="64" y="1507"/>
                </a:lnTo>
                <a:lnTo>
                  <a:pt x="44" y="1446"/>
                </a:lnTo>
                <a:lnTo>
                  <a:pt x="28" y="1387"/>
                </a:lnTo>
                <a:lnTo>
                  <a:pt x="15" y="1330"/>
                </a:lnTo>
                <a:lnTo>
                  <a:pt x="6" y="1276"/>
                </a:lnTo>
                <a:lnTo>
                  <a:pt x="1" y="1226"/>
                </a:lnTo>
                <a:lnTo>
                  <a:pt x="0" y="1179"/>
                </a:lnTo>
                <a:lnTo>
                  <a:pt x="2" y="1135"/>
                </a:lnTo>
                <a:lnTo>
                  <a:pt x="8" y="1095"/>
                </a:lnTo>
                <a:lnTo>
                  <a:pt x="17" y="1059"/>
                </a:lnTo>
                <a:lnTo>
                  <a:pt x="30" y="1028"/>
                </a:lnTo>
                <a:lnTo>
                  <a:pt x="46" y="1000"/>
                </a:lnTo>
                <a:lnTo>
                  <a:pt x="65" y="977"/>
                </a:lnTo>
                <a:lnTo>
                  <a:pt x="86" y="956"/>
                </a:lnTo>
                <a:lnTo>
                  <a:pt x="106" y="935"/>
                </a:lnTo>
                <a:lnTo>
                  <a:pt x="127" y="912"/>
                </a:lnTo>
                <a:lnTo>
                  <a:pt x="148" y="891"/>
                </a:lnTo>
                <a:lnTo>
                  <a:pt x="171" y="868"/>
                </a:lnTo>
                <a:lnTo>
                  <a:pt x="192" y="847"/>
                </a:lnTo>
                <a:lnTo>
                  <a:pt x="216" y="826"/>
                </a:lnTo>
                <a:lnTo>
                  <a:pt x="239" y="807"/>
                </a:lnTo>
                <a:lnTo>
                  <a:pt x="263" y="789"/>
                </a:lnTo>
                <a:lnTo>
                  <a:pt x="288" y="773"/>
                </a:lnTo>
                <a:lnTo>
                  <a:pt x="314" y="759"/>
                </a:lnTo>
                <a:lnTo>
                  <a:pt x="340" y="749"/>
                </a:lnTo>
                <a:lnTo>
                  <a:pt x="367" y="740"/>
                </a:lnTo>
                <a:lnTo>
                  <a:pt x="395" y="735"/>
                </a:lnTo>
                <a:lnTo>
                  <a:pt x="422" y="734"/>
                </a:lnTo>
                <a:close/>
                <a:moveTo>
                  <a:pt x="1872" y="0"/>
                </a:moveTo>
                <a:lnTo>
                  <a:pt x="1970" y="4"/>
                </a:lnTo>
                <a:lnTo>
                  <a:pt x="2067" y="13"/>
                </a:lnTo>
                <a:lnTo>
                  <a:pt x="2162" y="29"/>
                </a:lnTo>
                <a:lnTo>
                  <a:pt x="2255" y="50"/>
                </a:lnTo>
                <a:lnTo>
                  <a:pt x="2346" y="77"/>
                </a:lnTo>
                <a:lnTo>
                  <a:pt x="2434" y="110"/>
                </a:lnTo>
                <a:lnTo>
                  <a:pt x="2520" y="147"/>
                </a:lnTo>
                <a:lnTo>
                  <a:pt x="2603" y="190"/>
                </a:lnTo>
                <a:lnTo>
                  <a:pt x="2683" y="238"/>
                </a:lnTo>
                <a:lnTo>
                  <a:pt x="2758" y="291"/>
                </a:lnTo>
                <a:lnTo>
                  <a:pt x="2832" y="348"/>
                </a:lnTo>
                <a:lnTo>
                  <a:pt x="2900" y="409"/>
                </a:lnTo>
                <a:lnTo>
                  <a:pt x="2966" y="475"/>
                </a:lnTo>
                <a:lnTo>
                  <a:pt x="3027" y="544"/>
                </a:lnTo>
                <a:lnTo>
                  <a:pt x="3085" y="617"/>
                </a:lnTo>
                <a:lnTo>
                  <a:pt x="3137" y="693"/>
                </a:lnTo>
                <a:lnTo>
                  <a:pt x="3185" y="773"/>
                </a:lnTo>
                <a:lnTo>
                  <a:pt x="3228" y="855"/>
                </a:lnTo>
                <a:lnTo>
                  <a:pt x="3266" y="941"/>
                </a:lnTo>
                <a:lnTo>
                  <a:pt x="3298" y="1030"/>
                </a:lnTo>
                <a:lnTo>
                  <a:pt x="3325" y="1120"/>
                </a:lnTo>
                <a:lnTo>
                  <a:pt x="3346" y="1213"/>
                </a:lnTo>
                <a:lnTo>
                  <a:pt x="3363" y="1308"/>
                </a:lnTo>
                <a:lnTo>
                  <a:pt x="3372" y="1405"/>
                </a:lnTo>
                <a:lnTo>
                  <a:pt x="3375" y="1504"/>
                </a:lnTo>
                <a:lnTo>
                  <a:pt x="3372" y="1598"/>
                </a:lnTo>
                <a:lnTo>
                  <a:pt x="3364" y="1692"/>
                </a:lnTo>
                <a:lnTo>
                  <a:pt x="3349" y="1783"/>
                </a:lnTo>
                <a:lnTo>
                  <a:pt x="3329" y="1873"/>
                </a:lnTo>
                <a:lnTo>
                  <a:pt x="3304" y="1960"/>
                </a:lnTo>
                <a:lnTo>
                  <a:pt x="3274" y="2046"/>
                </a:lnTo>
                <a:lnTo>
                  <a:pt x="3239" y="2129"/>
                </a:lnTo>
                <a:lnTo>
                  <a:pt x="3199" y="2209"/>
                </a:lnTo>
                <a:lnTo>
                  <a:pt x="3155" y="2287"/>
                </a:lnTo>
                <a:lnTo>
                  <a:pt x="3106" y="2361"/>
                </a:lnTo>
                <a:lnTo>
                  <a:pt x="3054" y="2433"/>
                </a:lnTo>
                <a:lnTo>
                  <a:pt x="2997" y="2500"/>
                </a:lnTo>
                <a:lnTo>
                  <a:pt x="2936" y="2565"/>
                </a:lnTo>
                <a:lnTo>
                  <a:pt x="2872" y="2626"/>
                </a:lnTo>
                <a:lnTo>
                  <a:pt x="2803" y="2683"/>
                </a:lnTo>
                <a:lnTo>
                  <a:pt x="2733" y="2737"/>
                </a:lnTo>
                <a:lnTo>
                  <a:pt x="2658" y="2785"/>
                </a:lnTo>
                <a:lnTo>
                  <a:pt x="2580" y="2830"/>
                </a:lnTo>
                <a:lnTo>
                  <a:pt x="2586" y="2797"/>
                </a:lnTo>
                <a:lnTo>
                  <a:pt x="2590" y="2763"/>
                </a:lnTo>
                <a:lnTo>
                  <a:pt x="2591" y="2728"/>
                </a:lnTo>
                <a:lnTo>
                  <a:pt x="2585" y="2680"/>
                </a:lnTo>
                <a:lnTo>
                  <a:pt x="2574" y="2633"/>
                </a:lnTo>
                <a:lnTo>
                  <a:pt x="2557" y="2587"/>
                </a:lnTo>
                <a:lnTo>
                  <a:pt x="2623" y="2541"/>
                </a:lnTo>
                <a:lnTo>
                  <a:pt x="2687" y="2492"/>
                </a:lnTo>
                <a:lnTo>
                  <a:pt x="2747" y="2440"/>
                </a:lnTo>
                <a:lnTo>
                  <a:pt x="2803" y="2383"/>
                </a:lnTo>
                <a:lnTo>
                  <a:pt x="2856" y="2323"/>
                </a:lnTo>
                <a:lnTo>
                  <a:pt x="2907" y="2260"/>
                </a:lnTo>
                <a:lnTo>
                  <a:pt x="2952" y="2194"/>
                </a:lnTo>
                <a:lnTo>
                  <a:pt x="2994" y="2124"/>
                </a:lnTo>
                <a:lnTo>
                  <a:pt x="3030" y="2052"/>
                </a:lnTo>
                <a:lnTo>
                  <a:pt x="3063" y="1978"/>
                </a:lnTo>
                <a:lnTo>
                  <a:pt x="3091" y="1901"/>
                </a:lnTo>
                <a:lnTo>
                  <a:pt x="3114" y="1822"/>
                </a:lnTo>
                <a:lnTo>
                  <a:pt x="3132" y="1742"/>
                </a:lnTo>
                <a:lnTo>
                  <a:pt x="3145" y="1659"/>
                </a:lnTo>
                <a:lnTo>
                  <a:pt x="2883" y="1504"/>
                </a:lnTo>
                <a:lnTo>
                  <a:pt x="3145" y="1350"/>
                </a:lnTo>
                <a:lnTo>
                  <a:pt x="3132" y="1263"/>
                </a:lnTo>
                <a:lnTo>
                  <a:pt x="3112" y="1178"/>
                </a:lnTo>
                <a:lnTo>
                  <a:pt x="3088" y="1096"/>
                </a:lnTo>
                <a:lnTo>
                  <a:pt x="3057" y="1016"/>
                </a:lnTo>
                <a:lnTo>
                  <a:pt x="3022" y="939"/>
                </a:lnTo>
                <a:lnTo>
                  <a:pt x="2982" y="864"/>
                </a:lnTo>
                <a:lnTo>
                  <a:pt x="2937" y="793"/>
                </a:lnTo>
                <a:lnTo>
                  <a:pt x="2888" y="724"/>
                </a:lnTo>
                <a:lnTo>
                  <a:pt x="2835" y="659"/>
                </a:lnTo>
                <a:lnTo>
                  <a:pt x="2778" y="597"/>
                </a:lnTo>
                <a:lnTo>
                  <a:pt x="2716" y="540"/>
                </a:lnTo>
                <a:lnTo>
                  <a:pt x="2652" y="487"/>
                </a:lnTo>
                <a:lnTo>
                  <a:pt x="2583" y="438"/>
                </a:lnTo>
                <a:lnTo>
                  <a:pt x="2512" y="393"/>
                </a:lnTo>
                <a:lnTo>
                  <a:pt x="2437" y="353"/>
                </a:lnTo>
                <a:lnTo>
                  <a:pt x="2359" y="318"/>
                </a:lnTo>
                <a:lnTo>
                  <a:pt x="2280" y="288"/>
                </a:lnTo>
                <a:lnTo>
                  <a:pt x="2197" y="264"/>
                </a:lnTo>
                <a:lnTo>
                  <a:pt x="2112" y="244"/>
                </a:lnTo>
                <a:lnTo>
                  <a:pt x="2025" y="231"/>
                </a:lnTo>
                <a:lnTo>
                  <a:pt x="1872" y="492"/>
                </a:lnTo>
                <a:lnTo>
                  <a:pt x="1717" y="231"/>
                </a:lnTo>
                <a:lnTo>
                  <a:pt x="1630" y="244"/>
                </a:lnTo>
                <a:lnTo>
                  <a:pt x="1545" y="264"/>
                </a:lnTo>
                <a:lnTo>
                  <a:pt x="1463" y="288"/>
                </a:lnTo>
                <a:lnTo>
                  <a:pt x="1383" y="318"/>
                </a:lnTo>
                <a:lnTo>
                  <a:pt x="1305" y="354"/>
                </a:lnTo>
                <a:lnTo>
                  <a:pt x="1230" y="394"/>
                </a:lnTo>
                <a:lnTo>
                  <a:pt x="1159" y="439"/>
                </a:lnTo>
                <a:lnTo>
                  <a:pt x="1091" y="488"/>
                </a:lnTo>
                <a:lnTo>
                  <a:pt x="1026" y="541"/>
                </a:lnTo>
                <a:lnTo>
                  <a:pt x="964" y="598"/>
                </a:lnTo>
                <a:lnTo>
                  <a:pt x="907" y="660"/>
                </a:lnTo>
                <a:lnTo>
                  <a:pt x="854" y="725"/>
                </a:lnTo>
                <a:lnTo>
                  <a:pt x="805" y="794"/>
                </a:lnTo>
                <a:lnTo>
                  <a:pt x="765" y="748"/>
                </a:lnTo>
                <a:lnTo>
                  <a:pt x="724" y="707"/>
                </a:lnTo>
                <a:lnTo>
                  <a:pt x="682" y="672"/>
                </a:lnTo>
                <a:lnTo>
                  <a:pt x="640" y="641"/>
                </a:lnTo>
                <a:lnTo>
                  <a:pt x="693" y="571"/>
                </a:lnTo>
                <a:lnTo>
                  <a:pt x="751" y="503"/>
                </a:lnTo>
                <a:lnTo>
                  <a:pt x="812" y="439"/>
                </a:lnTo>
                <a:lnTo>
                  <a:pt x="876" y="378"/>
                </a:lnTo>
                <a:lnTo>
                  <a:pt x="944" y="321"/>
                </a:lnTo>
                <a:lnTo>
                  <a:pt x="1016" y="268"/>
                </a:lnTo>
                <a:lnTo>
                  <a:pt x="1090" y="220"/>
                </a:lnTo>
                <a:lnTo>
                  <a:pt x="1167" y="176"/>
                </a:lnTo>
                <a:lnTo>
                  <a:pt x="1248" y="136"/>
                </a:lnTo>
                <a:lnTo>
                  <a:pt x="1331" y="101"/>
                </a:lnTo>
                <a:lnTo>
                  <a:pt x="1415" y="71"/>
                </a:lnTo>
                <a:lnTo>
                  <a:pt x="1502" y="46"/>
                </a:lnTo>
                <a:lnTo>
                  <a:pt x="1592" y="27"/>
                </a:lnTo>
                <a:lnTo>
                  <a:pt x="1683" y="12"/>
                </a:lnTo>
                <a:lnTo>
                  <a:pt x="1776" y="3"/>
                </a:lnTo>
                <a:lnTo>
                  <a:pt x="18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3" name="Group 173">
            <a:extLst>
              <a:ext uri="{FF2B5EF4-FFF2-40B4-BE49-F238E27FC236}">
                <a16:creationId xmlns:a16="http://schemas.microsoft.com/office/drawing/2014/main" id="{CF7DA22B-7BD4-4F2D-AD97-2BC54A39D5C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98798" y="2394911"/>
            <a:ext cx="219783" cy="260161"/>
            <a:chOff x="3009" y="456"/>
            <a:chExt cx="1339" cy="1585"/>
          </a:xfrm>
          <a:solidFill>
            <a:schemeClr val="bg1"/>
          </a:solidFill>
        </p:grpSpPr>
        <p:sp>
          <p:nvSpPr>
            <p:cNvPr id="44" name="Freeform 175">
              <a:extLst>
                <a:ext uri="{FF2B5EF4-FFF2-40B4-BE49-F238E27FC236}">
                  <a16:creationId xmlns:a16="http://schemas.microsoft.com/office/drawing/2014/main" id="{B2691196-C813-4C55-89F2-835000F02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4" y="456"/>
              <a:ext cx="708" cy="941"/>
            </a:xfrm>
            <a:custGeom>
              <a:avLst/>
              <a:gdLst>
                <a:gd name="T0" fmla="*/ 1202 w 2123"/>
                <a:gd name="T1" fmla="*/ 7 h 2821"/>
                <a:gd name="T2" fmla="*/ 1371 w 2123"/>
                <a:gd name="T3" fmla="*/ 48 h 2821"/>
                <a:gd name="T4" fmla="*/ 1509 w 2123"/>
                <a:gd name="T5" fmla="*/ 113 h 2821"/>
                <a:gd name="T6" fmla="*/ 1633 w 2123"/>
                <a:gd name="T7" fmla="*/ 198 h 2821"/>
                <a:gd name="T8" fmla="*/ 1712 w 2123"/>
                <a:gd name="T9" fmla="*/ 278 h 2821"/>
                <a:gd name="T10" fmla="*/ 1751 w 2123"/>
                <a:gd name="T11" fmla="*/ 331 h 2821"/>
                <a:gd name="T12" fmla="*/ 1760 w 2123"/>
                <a:gd name="T13" fmla="*/ 344 h 2821"/>
                <a:gd name="T14" fmla="*/ 1783 w 2123"/>
                <a:gd name="T15" fmla="*/ 349 h 2821"/>
                <a:gd name="T16" fmla="*/ 1825 w 2123"/>
                <a:gd name="T17" fmla="*/ 363 h 2821"/>
                <a:gd name="T18" fmla="*/ 1880 w 2123"/>
                <a:gd name="T19" fmla="*/ 395 h 2821"/>
                <a:gd name="T20" fmla="*/ 1939 w 2123"/>
                <a:gd name="T21" fmla="*/ 451 h 2821"/>
                <a:gd name="T22" fmla="*/ 1993 w 2123"/>
                <a:gd name="T23" fmla="*/ 537 h 2821"/>
                <a:gd name="T24" fmla="*/ 2036 w 2123"/>
                <a:gd name="T25" fmla="*/ 658 h 2821"/>
                <a:gd name="T26" fmla="*/ 2060 w 2123"/>
                <a:gd name="T27" fmla="*/ 825 h 2821"/>
                <a:gd name="T28" fmla="*/ 2055 w 2123"/>
                <a:gd name="T29" fmla="*/ 1039 h 2821"/>
                <a:gd name="T30" fmla="*/ 2017 w 2123"/>
                <a:gd name="T31" fmla="*/ 1277 h 2821"/>
                <a:gd name="T32" fmla="*/ 2029 w 2123"/>
                <a:gd name="T33" fmla="*/ 1345 h 2821"/>
                <a:gd name="T34" fmla="*/ 2073 w 2123"/>
                <a:gd name="T35" fmla="*/ 1360 h 2821"/>
                <a:gd name="T36" fmla="*/ 2107 w 2123"/>
                <a:gd name="T37" fmla="*/ 1402 h 2821"/>
                <a:gd name="T38" fmla="*/ 2123 w 2123"/>
                <a:gd name="T39" fmla="*/ 1480 h 2821"/>
                <a:gd name="T40" fmla="*/ 2112 w 2123"/>
                <a:gd name="T41" fmla="*/ 1600 h 2821"/>
                <a:gd name="T42" fmla="*/ 2065 w 2123"/>
                <a:gd name="T43" fmla="*/ 1775 h 2821"/>
                <a:gd name="T44" fmla="*/ 2009 w 2123"/>
                <a:gd name="T45" fmla="*/ 1918 h 2821"/>
                <a:gd name="T46" fmla="*/ 1955 w 2123"/>
                <a:gd name="T47" fmla="*/ 1993 h 2821"/>
                <a:gd name="T48" fmla="*/ 1909 w 2123"/>
                <a:gd name="T49" fmla="*/ 2016 h 2821"/>
                <a:gd name="T50" fmla="*/ 1857 w 2123"/>
                <a:gd name="T51" fmla="*/ 2203 h 2821"/>
                <a:gd name="T52" fmla="*/ 1757 w 2123"/>
                <a:gd name="T53" fmla="*/ 2394 h 2821"/>
                <a:gd name="T54" fmla="*/ 1615 w 2123"/>
                <a:gd name="T55" fmla="*/ 2570 h 2821"/>
                <a:gd name="T56" fmla="*/ 1431 w 2123"/>
                <a:gd name="T57" fmla="*/ 2714 h 2821"/>
                <a:gd name="T58" fmla="*/ 1213 w 2123"/>
                <a:gd name="T59" fmla="*/ 2803 h 2821"/>
                <a:gd name="T60" fmla="*/ 984 w 2123"/>
                <a:gd name="T61" fmla="*/ 2816 h 2821"/>
                <a:gd name="T62" fmla="*/ 760 w 2123"/>
                <a:gd name="T63" fmla="*/ 2751 h 2821"/>
                <a:gd name="T64" fmla="*/ 563 w 2123"/>
                <a:gd name="T65" fmla="*/ 2624 h 2821"/>
                <a:gd name="T66" fmla="*/ 406 w 2123"/>
                <a:gd name="T67" fmla="*/ 2458 h 2821"/>
                <a:gd name="T68" fmla="*/ 293 w 2123"/>
                <a:gd name="T69" fmla="*/ 2268 h 2821"/>
                <a:gd name="T70" fmla="*/ 226 w 2123"/>
                <a:gd name="T71" fmla="*/ 2077 h 2821"/>
                <a:gd name="T72" fmla="*/ 184 w 2123"/>
                <a:gd name="T73" fmla="*/ 2005 h 2821"/>
                <a:gd name="T74" fmla="*/ 134 w 2123"/>
                <a:gd name="T75" fmla="*/ 1950 h 2821"/>
                <a:gd name="T76" fmla="*/ 77 w 2123"/>
                <a:gd name="T77" fmla="*/ 1831 h 2821"/>
                <a:gd name="T78" fmla="*/ 22 w 2123"/>
                <a:gd name="T79" fmla="*/ 1652 h 2821"/>
                <a:gd name="T80" fmla="*/ 0 w 2123"/>
                <a:gd name="T81" fmla="*/ 1515 h 2821"/>
                <a:gd name="T82" fmla="*/ 9 w 2123"/>
                <a:gd name="T83" fmla="*/ 1425 h 2821"/>
                <a:gd name="T84" fmla="*/ 37 w 2123"/>
                <a:gd name="T85" fmla="*/ 1371 h 2821"/>
                <a:gd name="T86" fmla="*/ 79 w 2123"/>
                <a:gd name="T87" fmla="*/ 1348 h 2821"/>
                <a:gd name="T88" fmla="*/ 126 w 2123"/>
                <a:gd name="T89" fmla="*/ 1345 h 2821"/>
                <a:gd name="T90" fmla="*/ 77 w 2123"/>
                <a:gd name="T91" fmla="*/ 1139 h 2821"/>
                <a:gd name="T92" fmla="*/ 67 w 2123"/>
                <a:gd name="T93" fmla="*/ 923 h 2821"/>
                <a:gd name="T94" fmla="*/ 110 w 2123"/>
                <a:gd name="T95" fmla="*/ 710 h 2821"/>
                <a:gd name="T96" fmla="*/ 208 w 2123"/>
                <a:gd name="T97" fmla="*/ 511 h 2821"/>
                <a:gd name="T98" fmla="*/ 338 w 2123"/>
                <a:gd name="T99" fmla="*/ 349 h 2821"/>
                <a:gd name="T100" fmla="*/ 507 w 2123"/>
                <a:gd name="T101" fmla="*/ 200 h 2821"/>
                <a:gd name="T102" fmla="*/ 676 w 2123"/>
                <a:gd name="T103" fmla="*/ 93 h 2821"/>
                <a:gd name="T104" fmla="*/ 858 w 2123"/>
                <a:gd name="T105" fmla="*/ 25 h 2821"/>
                <a:gd name="T106" fmla="*/ 1070 w 2123"/>
                <a:gd name="T107" fmla="*/ 0 h 2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123" h="2821">
                  <a:moveTo>
                    <a:pt x="1070" y="0"/>
                  </a:moveTo>
                  <a:lnTo>
                    <a:pt x="1138" y="2"/>
                  </a:lnTo>
                  <a:lnTo>
                    <a:pt x="1202" y="7"/>
                  </a:lnTo>
                  <a:lnTo>
                    <a:pt x="1262" y="18"/>
                  </a:lnTo>
                  <a:lnTo>
                    <a:pt x="1319" y="32"/>
                  </a:lnTo>
                  <a:lnTo>
                    <a:pt x="1371" y="48"/>
                  </a:lnTo>
                  <a:lnTo>
                    <a:pt x="1422" y="68"/>
                  </a:lnTo>
                  <a:lnTo>
                    <a:pt x="1467" y="90"/>
                  </a:lnTo>
                  <a:lnTo>
                    <a:pt x="1509" y="113"/>
                  </a:lnTo>
                  <a:lnTo>
                    <a:pt x="1555" y="141"/>
                  </a:lnTo>
                  <a:lnTo>
                    <a:pt x="1597" y="169"/>
                  </a:lnTo>
                  <a:lnTo>
                    <a:pt x="1633" y="198"/>
                  </a:lnTo>
                  <a:lnTo>
                    <a:pt x="1664" y="226"/>
                  </a:lnTo>
                  <a:lnTo>
                    <a:pt x="1690" y="253"/>
                  </a:lnTo>
                  <a:lnTo>
                    <a:pt x="1712" y="278"/>
                  </a:lnTo>
                  <a:lnTo>
                    <a:pt x="1729" y="300"/>
                  </a:lnTo>
                  <a:lnTo>
                    <a:pt x="1742" y="318"/>
                  </a:lnTo>
                  <a:lnTo>
                    <a:pt x="1751" y="331"/>
                  </a:lnTo>
                  <a:lnTo>
                    <a:pt x="1757" y="340"/>
                  </a:lnTo>
                  <a:lnTo>
                    <a:pt x="1758" y="344"/>
                  </a:lnTo>
                  <a:lnTo>
                    <a:pt x="1760" y="344"/>
                  </a:lnTo>
                  <a:lnTo>
                    <a:pt x="1765" y="344"/>
                  </a:lnTo>
                  <a:lnTo>
                    <a:pt x="1773" y="346"/>
                  </a:lnTo>
                  <a:lnTo>
                    <a:pt x="1783" y="349"/>
                  </a:lnTo>
                  <a:lnTo>
                    <a:pt x="1796" y="352"/>
                  </a:lnTo>
                  <a:lnTo>
                    <a:pt x="1809" y="356"/>
                  </a:lnTo>
                  <a:lnTo>
                    <a:pt x="1825" y="363"/>
                  </a:lnTo>
                  <a:lnTo>
                    <a:pt x="1842" y="372"/>
                  </a:lnTo>
                  <a:lnTo>
                    <a:pt x="1861" y="382"/>
                  </a:lnTo>
                  <a:lnTo>
                    <a:pt x="1880" y="395"/>
                  </a:lnTo>
                  <a:lnTo>
                    <a:pt x="1899" y="411"/>
                  </a:lnTo>
                  <a:lnTo>
                    <a:pt x="1919" y="430"/>
                  </a:lnTo>
                  <a:lnTo>
                    <a:pt x="1939" y="451"/>
                  </a:lnTo>
                  <a:lnTo>
                    <a:pt x="1958" y="476"/>
                  </a:lnTo>
                  <a:lnTo>
                    <a:pt x="1975" y="505"/>
                  </a:lnTo>
                  <a:lnTo>
                    <a:pt x="1993" y="537"/>
                  </a:lnTo>
                  <a:lnTo>
                    <a:pt x="2009" y="573"/>
                  </a:lnTo>
                  <a:lnTo>
                    <a:pt x="2023" y="613"/>
                  </a:lnTo>
                  <a:lnTo>
                    <a:pt x="2036" y="658"/>
                  </a:lnTo>
                  <a:lnTo>
                    <a:pt x="2046" y="709"/>
                  </a:lnTo>
                  <a:lnTo>
                    <a:pt x="2055" y="764"/>
                  </a:lnTo>
                  <a:lnTo>
                    <a:pt x="2060" y="825"/>
                  </a:lnTo>
                  <a:lnTo>
                    <a:pt x="2061" y="890"/>
                  </a:lnTo>
                  <a:lnTo>
                    <a:pt x="2060" y="961"/>
                  </a:lnTo>
                  <a:lnTo>
                    <a:pt x="2055" y="1039"/>
                  </a:lnTo>
                  <a:lnTo>
                    <a:pt x="2046" y="1121"/>
                  </a:lnTo>
                  <a:lnTo>
                    <a:pt x="2032" y="1212"/>
                  </a:lnTo>
                  <a:lnTo>
                    <a:pt x="2017" y="1277"/>
                  </a:lnTo>
                  <a:lnTo>
                    <a:pt x="1997" y="1345"/>
                  </a:lnTo>
                  <a:lnTo>
                    <a:pt x="2013" y="1344"/>
                  </a:lnTo>
                  <a:lnTo>
                    <a:pt x="2029" y="1345"/>
                  </a:lnTo>
                  <a:lnTo>
                    <a:pt x="2044" y="1348"/>
                  </a:lnTo>
                  <a:lnTo>
                    <a:pt x="2060" y="1353"/>
                  </a:lnTo>
                  <a:lnTo>
                    <a:pt x="2073" y="1360"/>
                  </a:lnTo>
                  <a:lnTo>
                    <a:pt x="2086" y="1371"/>
                  </a:lnTo>
                  <a:lnTo>
                    <a:pt x="2097" y="1384"/>
                  </a:lnTo>
                  <a:lnTo>
                    <a:pt x="2107" y="1402"/>
                  </a:lnTo>
                  <a:lnTo>
                    <a:pt x="2115" y="1423"/>
                  </a:lnTo>
                  <a:lnTo>
                    <a:pt x="2120" y="1449"/>
                  </a:lnTo>
                  <a:lnTo>
                    <a:pt x="2123" y="1480"/>
                  </a:lnTo>
                  <a:lnTo>
                    <a:pt x="2122" y="1515"/>
                  </a:lnTo>
                  <a:lnTo>
                    <a:pt x="2119" y="1554"/>
                  </a:lnTo>
                  <a:lnTo>
                    <a:pt x="2112" y="1600"/>
                  </a:lnTo>
                  <a:lnTo>
                    <a:pt x="2102" y="1652"/>
                  </a:lnTo>
                  <a:lnTo>
                    <a:pt x="2086" y="1708"/>
                  </a:lnTo>
                  <a:lnTo>
                    <a:pt x="2065" y="1775"/>
                  </a:lnTo>
                  <a:lnTo>
                    <a:pt x="2046" y="1831"/>
                  </a:lnTo>
                  <a:lnTo>
                    <a:pt x="2028" y="1879"/>
                  </a:lnTo>
                  <a:lnTo>
                    <a:pt x="2009" y="1918"/>
                  </a:lnTo>
                  <a:lnTo>
                    <a:pt x="1990" y="1950"/>
                  </a:lnTo>
                  <a:lnTo>
                    <a:pt x="1973" y="1975"/>
                  </a:lnTo>
                  <a:lnTo>
                    <a:pt x="1955" y="1993"/>
                  </a:lnTo>
                  <a:lnTo>
                    <a:pt x="1939" y="2005"/>
                  </a:lnTo>
                  <a:lnTo>
                    <a:pt x="1925" y="2012"/>
                  </a:lnTo>
                  <a:lnTo>
                    <a:pt x="1909" y="2016"/>
                  </a:lnTo>
                  <a:lnTo>
                    <a:pt x="1897" y="2077"/>
                  </a:lnTo>
                  <a:lnTo>
                    <a:pt x="1880" y="2139"/>
                  </a:lnTo>
                  <a:lnTo>
                    <a:pt x="1857" y="2203"/>
                  </a:lnTo>
                  <a:lnTo>
                    <a:pt x="1829" y="2268"/>
                  </a:lnTo>
                  <a:lnTo>
                    <a:pt x="1796" y="2332"/>
                  </a:lnTo>
                  <a:lnTo>
                    <a:pt x="1757" y="2394"/>
                  </a:lnTo>
                  <a:lnTo>
                    <a:pt x="1715" y="2456"/>
                  </a:lnTo>
                  <a:lnTo>
                    <a:pt x="1667" y="2514"/>
                  </a:lnTo>
                  <a:lnTo>
                    <a:pt x="1615" y="2570"/>
                  </a:lnTo>
                  <a:lnTo>
                    <a:pt x="1558" y="2622"/>
                  </a:lnTo>
                  <a:lnTo>
                    <a:pt x="1496" y="2670"/>
                  </a:lnTo>
                  <a:lnTo>
                    <a:pt x="1431" y="2714"/>
                  </a:lnTo>
                  <a:lnTo>
                    <a:pt x="1361" y="2750"/>
                  </a:lnTo>
                  <a:lnTo>
                    <a:pt x="1289" y="2780"/>
                  </a:lnTo>
                  <a:lnTo>
                    <a:pt x="1213" y="2803"/>
                  </a:lnTo>
                  <a:lnTo>
                    <a:pt x="1138" y="2816"/>
                  </a:lnTo>
                  <a:lnTo>
                    <a:pt x="1061" y="2821"/>
                  </a:lnTo>
                  <a:lnTo>
                    <a:pt x="984" y="2816"/>
                  </a:lnTo>
                  <a:lnTo>
                    <a:pt x="909" y="2803"/>
                  </a:lnTo>
                  <a:lnTo>
                    <a:pt x="834" y="2782"/>
                  </a:lnTo>
                  <a:lnTo>
                    <a:pt x="760" y="2751"/>
                  </a:lnTo>
                  <a:lnTo>
                    <a:pt x="689" y="2714"/>
                  </a:lnTo>
                  <a:lnTo>
                    <a:pt x="623" y="2672"/>
                  </a:lnTo>
                  <a:lnTo>
                    <a:pt x="563" y="2624"/>
                  </a:lnTo>
                  <a:lnTo>
                    <a:pt x="506" y="2572"/>
                  </a:lnTo>
                  <a:lnTo>
                    <a:pt x="454" y="2515"/>
                  </a:lnTo>
                  <a:lnTo>
                    <a:pt x="406" y="2458"/>
                  </a:lnTo>
                  <a:lnTo>
                    <a:pt x="364" y="2395"/>
                  </a:lnTo>
                  <a:lnTo>
                    <a:pt x="326" y="2333"/>
                  </a:lnTo>
                  <a:lnTo>
                    <a:pt x="293" y="2268"/>
                  </a:lnTo>
                  <a:lnTo>
                    <a:pt x="265" y="2204"/>
                  </a:lnTo>
                  <a:lnTo>
                    <a:pt x="244" y="2141"/>
                  </a:lnTo>
                  <a:lnTo>
                    <a:pt x="226" y="2077"/>
                  </a:lnTo>
                  <a:lnTo>
                    <a:pt x="215" y="2016"/>
                  </a:lnTo>
                  <a:lnTo>
                    <a:pt x="200" y="2012"/>
                  </a:lnTo>
                  <a:lnTo>
                    <a:pt x="184" y="2005"/>
                  </a:lnTo>
                  <a:lnTo>
                    <a:pt x="168" y="1993"/>
                  </a:lnTo>
                  <a:lnTo>
                    <a:pt x="151" y="1975"/>
                  </a:lnTo>
                  <a:lnTo>
                    <a:pt x="134" y="1950"/>
                  </a:lnTo>
                  <a:lnTo>
                    <a:pt x="115" y="1918"/>
                  </a:lnTo>
                  <a:lnTo>
                    <a:pt x="96" y="1879"/>
                  </a:lnTo>
                  <a:lnTo>
                    <a:pt x="77" y="1831"/>
                  </a:lnTo>
                  <a:lnTo>
                    <a:pt x="57" y="1776"/>
                  </a:lnTo>
                  <a:lnTo>
                    <a:pt x="37" y="1710"/>
                  </a:lnTo>
                  <a:lnTo>
                    <a:pt x="22" y="1652"/>
                  </a:lnTo>
                  <a:lnTo>
                    <a:pt x="10" y="1601"/>
                  </a:lnTo>
                  <a:lnTo>
                    <a:pt x="5" y="1555"/>
                  </a:lnTo>
                  <a:lnTo>
                    <a:pt x="0" y="1515"/>
                  </a:lnTo>
                  <a:lnTo>
                    <a:pt x="0" y="1480"/>
                  </a:lnTo>
                  <a:lnTo>
                    <a:pt x="3" y="1451"/>
                  </a:lnTo>
                  <a:lnTo>
                    <a:pt x="9" y="1425"/>
                  </a:lnTo>
                  <a:lnTo>
                    <a:pt x="16" y="1403"/>
                  </a:lnTo>
                  <a:lnTo>
                    <a:pt x="25" y="1386"/>
                  </a:lnTo>
                  <a:lnTo>
                    <a:pt x="37" y="1371"/>
                  </a:lnTo>
                  <a:lnTo>
                    <a:pt x="50" y="1361"/>
                  </a:lnTo>
                  <a:lnTo>
                    <a:pt x="64" y="1354"/>
                  </a:lnTo>
                  <a:lnTo>
                    <a:pt x="79" y="1348"/>
                  </a:lnTo>
                  <a:lnTo>
                    <a:pt x="94" y="1345"/>
                  </a:lnTo>
                  <a:lnTo>
                    <a:pt x="110" y="1345"/>
                  </a:lnTo>
                  <a:lnTo>
                    <a:pt x="126" y="1345"/>
                  </a:lnTo>
                  <a:lnTo>
                    <a:pt x="105" y="1279"/>
                  </a:lnTo>
                  <a:lnTo>
                    <a:pt x="90" y="1212"/>
                  </a:lnTo>
                  <a:lnTo>
                    <a:pt x="77" y="1139"/>
                  </a:lnTo>
                  <a:lnTo>
                    <a:pt x="68" y="1065"/>
                  </a:lnTo>
                  <a:lnTo>
                    <a:pt x="65" y="992"/>
                  </a:lnTo>
                  <a:lnTo>
                    <a:pt x="67" y="923"/>
                  </a:lnTo>
                  <a:lnTo>
                    <a:pt x="74" y="854"/>
                  </a:lnTo>
                  <a:lnTo>
                    <a:pt x="89" y="786"/>
                  </a:lnTo>
                  <a:lnTo>
                    <a:pt x="110" y="710"/>
                  </a:lnTo>
                  <a:lnTo>
                    <a:pt x="137" y="640"/>
                  </a:lnTo>
                  <a:lnTo>
                    <a:pt x="170" y="573"/>
                  </a:lnTo>
                  <a:lnTo>
                    <a:pt x="208" y="511"/>
                  </a:lnTo>
                  <a:lnTo>
                    <a:pt x="248" y="453"/>
                  </a:lnTo>
                  <a:lnTo>
                    <a:pt x="292" y="399"/>
                  </a:lnTo>
                  <a:lnTo>
                    <a:pt x="338" y="349"/>
                  </a:lnTo>
                  <a:lnTo>
                    <a:pt x="392" y="295"/>
                  </a:lnTo>
                  <a:lnTo>
                    <a:pt x="448" y="245"/>
                  </a:lnTo>
                  <a:lnTo>
                    <a:pt x="507" y="200"/>
                  </a:lnTo>
                  <a:lnTo>
                    <a:pt x="568" y="158"/>
                  </a:lnTo>
                  <a:lnTo>
                    <a:pt x="621" y="123"/>
                  </a:lnTo>
                  <a:lnTo>
                    <a:pt x="676" y="93"/>
                  </a:lnTo>
                  <a:lnTo>
                    <a:pt x="734" y="65"/>
                  </a:lnTo>
                  <a:lnTo>
                    <a:pt x="793" y="42"/>
                  </a:lnTo>
                  <a:lnTo>
                    <a:pt x="858" y="25"/>
                  </a:lnTo>
                  <a:lnTo>
                    <a:pt x="926" y="10"/>
                  </a:lnTo>
                  <a:lnTo>
                    <a:pt x="997" y="5"/>
                  </a:lnTo>
                  <a:lnTo>
                    <a:pt x="10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76">
              <a:extLst>
                <a:ext uri="{FF2B5EF4-FFF2-40B4-BE49-F238E27FC236}">
                  <a16:creationId xmlns:a16="http://schemas.microsoft.com/office/drawing/2014/main" id="{D7173651-5A97-4EE5-891F-548400F7A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357"/>
              <a:ext cx="1339" cy="684"/>
            </a:xfrm>
            <a:custGeom>
              <a:avLst/>
              <a:gdLst>
                <a:gd name="T0" fmla="*/ 1677 w 4017"/>
                <a:gd name="T1" fmla="*/ 1196 h 2051"/>
                <a:gd name="T2" fmla="*/ 1822 w 4017"/>
                <a:gd name="T3" fmla="*/ 765 h 2051"/>
                <a:gd name="T4" fmla="*/ 1743 w 4017"/>
                <a:gd name="T5" fmla="*/ 583 h 2051"/>
                <a:gd name="T6" fmla="*/ 1739 w 4017"/>
                <a:gd name="T7" fmla="*/ 459 h 2051"/>
                <a:gd name="T8" fmla="*/ 1787 w 4017"/>
                <a:gd name="T9" fmla="*/ 378 h 2051"/>
                <a:gd name="T10" fmla="*/ 1862 w 4017"/>
                <a:gd name="T11" fmla="*/ 334 h 2051"/>
                <a:gd name="T12" fmla="*/ 1939 w 4017"/>
                <a:gd name="T13" fmla="*/ 314 h 2051"/>
                <a:gd name="T14" fmla="*/ 1995 w 4017"/>
                <a:gd name="T15" fmla="*/ 310 h 2051"/>
                <a:gd name="T16" fmla="*/ 2022 w 4017"/>
                <a:gd name="T17" fmla="*/ 310 h 2051"/>
                <a:gd name="T18" fmla="*/ 2078 w 4017"/>
                <a:gd name="T19" fmla="*/ 314 h 2051"/>
                <a:gd name="T20" fmla="*/ 2155 w 4017"/>
                <a:gd name="T21" fmla="*/ 334 h 2051"/>
                <a:gd name="T22" fmla="*/ 2230 w 4017"/>
                <a:gd name="T23" fmla="*/ 378 h 2051"/>
                <a:gd name="T24" fmla="*/ 2278 w 4017"/>
                <a:gd name="T25" fmla="*/ 459 h 2051"/>
                <a:gd name="T26" fmla="*/ 2274 w 4017"/>
                <a:gd name="T27" fmla="*/ 583 h 2051"/>
                <a:gd name="T28" fmla="*/ 2195 w 4017"/>
                <a:gd name="T29" fmla="*/ 765 h 2051"/>
                <a:gd name="T30" fmla="*/ 2340 w 4017"/>
                <a:gd name="T31" fmla="*/ 1196 h 2051"/>
                <a:gd name="T32" fmla="*/ 2724 w 4017"/>
                <a:gd name="T33" fmla="*/ 1 h 2051"/>
                <a:gd name="T34" fmla="*/ 2801 w 4017"/>
                <a:gd name="T35" fmla="*/ 51 h 2051"/>
                <a:gd name="T36" fmla="*/ 2963 w 4017"/>
                <a:gd name="T37" fmla="*/ 146 h 2051"/>
                <a:gd name="T38" fmla="*/ 3195 w 4017"/>
                <a:gd name="T39" fmla="*/ 260 h 2051"/>
                <a:gd name="T40" fmla="*/ 3479 w 4017"/>
                <a:gd name="T41" fmla="*/ 370 h 2051"/>
                <a:gd name="T42" fmla="*/ 3742 w 4017"/>
                <a:gd name="T43" fmla="*/ 456 h 2051"/>
                <a:gd name="T44" fmla="*/ 3894 w 4017"/>
                <a:gd name="T45" fmla="*/ 589 h 2051"/>
                <a:gd name="T46" fmla="*/ 3978 w 4017"/>
                <a:gd name="T47" fmla="*/ 765 h 2051"/>
                <a:gd name="T48" fmla="*/ 4013 w 4017"/>
                <a:gd name="T49" fmla="*/ 953 h 2051"/>
                <a:gd name="T50" fmla="*/ 4016 w 4017"/>
                <a:gd name="T51" fmla="*/ 1121 h 2051"/>
                <a:gd name="T52" fmla="*/ 4011 w 4017"/>
                <a:gd name="T53" fmla="*/ 1198 h 2051"/>
                <a:gd name="T54" fmla="*/ 3998 w 4017"/>
                <a:gd name="T55" fmla="*/ 1339 h 2051"/>
                <a:gd name="T56" fmla="*/ 3981 w 4017"/>
                <a:gd name="T57" fmla="*/ 1507 h 2051"/>
                <a:gd name="T58" fmla="*/ 3958 w 4017"/>
                <a:gd name="T59" fmla="*/ 1584 h 2051"/>
                <a:gd name="T60" fmla="*/ 3856 w 4017"/>
                <a:gd name="T61" fmla="*/ 1640 h 2051"/>
                <a:gd name="T62" fmla="*/ 3659 w 4017"/>
                <a:gd name="T63" fmla="*/ 1733 h 2051"/>
                <a:gd name="T64" fmla="*/ 3369 w 4017"/>
                <a:gd name="T65" fmla="*/ 1841 h 2051"/>
                <a:gd name="T66" fmla="*/ 2995 w 4017"/>
                <a:gd name="T67" fmla="*/ 1944 h 2051"/>
                <a:gd name="T68" fmla="*/ 2539 w 4017"/>
                <a:gd name="T69" fmla="*/ 2022 h 2051"/>
                <a:gd name="T70" fmla="*/ 2007 w 4017"/>
                <a:gd name="T71" fmla="*/ 2051 h 2051"/>
                <a:gd name="T72" fmla="*/ 1478 w 4017"/>
                <a:gd name="T73" fmla="*/ 2021 h 2051"/>
                <a:gd name="T74" fmla="*/ 1022 w 4017"/>
                <a:gd name="T75" fmla="*/ 1944 h 2051"/>
                <a:gd name="T76" fmla="*/ 648 w 4017"/>
                <a:gd name="T77" fmla="*/ 1841 h 2051"/>
                <a:gd name="T78" fmla="*/ 358 w 4017"/>
                <a:gd name="T79" fmla="*/ 1733 h 2051"/>
                <a:gd name="T80" fmla="*/ 161 w 4017"/>
                <a:gd name="T81" fmla="*/ 1640 h 2051"/>
                <a:gd name="T82" fmla="*/ 59 w 4017"/>
                <a:gd name="T83" fmla="*/ 1584 h 2051"/>
                <a:gd name="T84" fmla="*/ 36 w 4017"/>
                <a:gd name="T85" fmla="*/ 1507 h 2051"/>
                <a:gd name="T86" fmla="*/ 19 w 4017"/>
                <a:gd name="T87" fmla="*/ 1339 h 2051"/>
                <a:gd name="T88" fmla="*/ 6 w 4017"/>
                <a:gd name="T89" fmla="*/ 1198 h 2051"/>
                <a:gd name="T90" fmla="*/ 1 w 4017"/>
                <a:gd name="T91" fmla="*/ 1121 h 2051"/>
                <a:gd name="T92" fmla="*/ 4 w 4017"/>
                <a:gd name="T93" fmla="*/ 953 h 2051"/>
                <a:gd name="T94" fmla="*/ 38 w 4017"/>
                <a:gd name="T95" fmla="*/ 765 h 2051"/>
                <a:gd name="T96" fmla="*/ 123 w 4017"/>
                <a:gd name="T97" fmla="*/ 589 h 2051"/>
                <a:gd name="T98" fmla="*/ 274 w 4017"/>
                <a:gd name="T99" fmla="*/ 456 h 2051"/>
                <a:gd name="T100" fmla="*/ 538 w 4017"/>
                <a:gd name="T101" fmla="*/ 370 h 2051"/>
                <a:gd name="T102" fmla="*/ 820 w 4017"/>
                <a:gd name="T103" fmla="*/ 260 h 2051"/>
                <a:gd name="T104" fmla="*/ 1052 w 4017"/>
                <a:gd name="T105" fmla="*/ 146 h 2051"/>
                <a:gd name="T106" fmla="*/ 1216 w 4017"/>
                <a:gd name="T107" fmla="*/ 51 h 2051"/>
                <a:gd name="T108" fmla="*/ 1291 w 4017"/>
                <a:gd name="T109" fmla="*/ 1 h 2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017" h="2051">
                  <a:moveTo>
                    <a:pt x="1294" y="0"/>
                  </a:moveTo>
                  <a:lnTo>
                    <a:pt x="1614" y="1008"/>
                  </a:lnTo>
                  <a:lnTo>
                    <a:pt x="1675" y="1199"/>
                  </a:lnTo>
                  <a:lnTo>
                    <a:pt x="1677" y="1196"/>
                  </a:lnTo>
                  <a:lnTo>
                    <a:pt x="1729" y="1357"/>
                  </a:lnTo>
                  <a:lnTo>
                    <a:pt x="1897" y="879"/>
                  </a:lnTo>
                  <a:lnTo>
                    <a:pt x="1856" y="820"/>
                  </a:lnTo>
                  <a:lnTo>
                    <a:pt x="1822" y="765"/>
                  </a:lnTo>
                  <a:lnTo>
                    <a:pt x="1794" y="713"/>
                  </a:lnTo>
                  <a:lnTo>
                    <a:pt x="1771" y="667"/>
                  </a:lnTo>
                  <a:lnTo>
                    <a:pt x="1755" y="623"/>
                  </a:lnTo>
                  <a:lnTo>
                    <a:pt x="1743" y="583"/>
                  </a:lnTo>
                  <a:lnTo>
                    <a:pt x="1736" y="547"/>
                  </a:lnTo>
                  <a:lnTo>
                    <a:pt x="1733" y="515"/>
                  </a:lnTo>
                  <a:lnTo>
                    <a:pt x="1735" y="485"/>
                  </a:lnTo>
                  <a:lnTo>
                    <a:pt x="1739" y="459"/>
                  </a:lnTo>
                  <a:lnTo>
                    <a:pt x="1748" y="434"/>
                  </a:lnTo>
                  <a:lnTo>
                    <a:pt x="1758" y="412"/>
                  </a:lnTo>
                  <a:lnTo>
                    <a:pt x="1772" y="395"/>
                  </a:lnTo>
                  <a:lnTo>
                    <a:pt x="1787" y="378"/>
                  </a:lnTo>
                  <a:lnTo>
                    <a:pt x="1804" y="365"/>
                  </a:lnTo>
                  <a:lnTo>
                    <a:pt x="1823" y="352"/>
                  </a:lnTo>
                  <a:lnTo>
                    <a:pt x="1842" y="341"/>
                  </a:lnTo>
                  <a:lnTo>
                    <a:pt x="1862" y="334"/>
                  </a:lnTo>
                  <a:lnTo>
                    <a:pt x="1882" y="327"/>
                  </a:lnTo>
                  <a:lnTo>
                    <a:pt x="1901" y="321"/>
                  </a:lnTo>
                  <a:lnTo>
                    <a:pt x="1922" y="317"/>
                  </a:lnTo>
                  <a:lnTo>
                    <a:pt x="1939" y="314"/>
                  </a:lnTo>
                  <a:lnTo>
                    <a:pt x="1956" y="312"/>
                  </a:lnTo>
                  <a:lnTo>
                    <a:pt x="1972" y="311"/>
                  </a:lnTo>
                  <a:lnTo>
                    <a:pt x="1985" y="310"/>
                  </a:lnTo>
                  <a:lnTo>
                    <a:pt x="1995" y="310"/>
                  </a:lnTo>
                  <a:lnTo>
                    <a:pt x="2004" y="310"/>
                  </a:lnTo>
                  <a:lnTo>
                    <a:pt x="2007" y="310"/>
                  </a:lnTo>
                  <a:lnTo>
                    <a:pt x="2013" y="310"/>
                  </a:lnTo>
                  <a:lnTo>
                    <a:pt x="2022" y="310"/>
                  </a:lnTo>
                  <a:lnTo>
                    <a:pt x="2032" y="310"/>
                  </a:lnTo>
                  <a:lnTo>
                    <a:pt x="2045" y="311"/>
                  </a:lnTo>
                  <a:lnTo>
                    <a:pt x="2061" y="312"/>
                  </a:lnTo>
                  <a:lnTo>
                    <a:pt x="2078" y="314"/>
                  </a:lnTo>
                  <a:lnTo>
                    <a:pt x="2095" y="317"/>
                  </a:lnTo>
                  <a:lnTo>
                    <a:pt x="2116" y="321"/>
                  </a:lnTo>
                  <a:lnTo>
                    <a:pt x="2135" y="327"/>
                  </a:lnTo>
                  <a:lnTo>
                    <a:pt x="2155" y="334"/>
                  </a:lnTo>
                  <a:lnTo>
                    <a:pt x="2175" y="341"/>
                  </a:lnTo>
                  <a:lnTo>
                    <a:pt x="2194" y="352"/>
                  </a:lnTo>
                  <a:lnTo>
                    <a:pt x="2213" y="365"/>
                  </a:lnTo>
                  <a:lnTo>
                    <a:pt x="2230" y="378"/>
                  </a:lnTo>
                  <a:lnTo>
                    <a:pt x="2245" y="395"/>
                  </a:lnTo>
                  <a:lnTo>
                    <a:pt x="2259" y="412"/>
                  </a:lnTo>
                  <a:lnTo>
                    <a:pt x="2269" y="434"/>
                  </a:lnTo>
                  <a:lnTo>
                    <a:pt x="2278" y="459"/>
                  </a:lnTo>
                  <a:lnTo>
                    <a:pt x="2282" y="485"/>
                  </a:lnTo>
                  <a:lnTo>
                    <a:pt x="2284" y="515"/>
                  </a:lnTo>
                  <a:lnTo>
                    <a:pt x="2281" y="547"/>
                  </a:lnTo>
                  <a:lnTo>
                    <a:pt x="2274" y="583"/>
                  </a:lnTo>
                  <a:lnTo>
                    <a:pt x="2262" y="623"/>
                  </a:lnTo>
                  <a:lnTo>
                    <a:pt x="2246" y="667"/>
                  </a:lnTo>
                  <a:lnTo>
                    <a:pt x="2223" y="713"/>
                  </a:lnTo>
                  <a:lnTo>
                    <a:pt x="2195" y="765"/>
                  </a:lnTo>
                  <a:lnTo>
                    <a:pt x="2161" y="820"/>
                  </a:lnTo>
                  <a:lnTo>
                    <a:pt x="2120" y="879"/>
                  </a:lnTo>
                  <a:lnTo>
                    <a:pt x="2288" y="1357"/>
                  </a:lnTo>
                  <a:lnTo>
                    <a:pt x="2340" y="1196"/>
                  </a:lnTo>
                  <a:lnTo>
                    <a:pt x="2342" y="1199"/>
                  </a:lnTo>
                  <a:lnTo>
                    <a:pt x="2401" y="1008"/>
                  </a:lnTo>
                  <a:lnTo>
                    <a:pt x="2721" y="0"/>
                  </a:lnTo>
                  <a:lnTo>
                    <a:pt x="2724" y="1"/>
                  </a:lnTo>
                  <a:lnTo>
                    <a:pt x="2735" y="9"/>
                  </a:lnTo>
                  <a:lnTo>
                    <a:pt x="2750" y="19"/>
                  </a:lnTo>
                  <a:lnTo>
                    <a:pt x="2772" y="33"/>
                  </a:lnTo>
                  <a:lnTo>
                    <a:pt x="2801" y="51"/>
                  </a:lnTo>
                  <a:lnTo>
                    <a:pt x="2835" y="72"/>
                  </a:lnTo>
                  <a:lnTo>
                    <a:pt x="2872" y="94"/>
                  </a:lnTo>
                  <a:lnTo>
                    <a:pt x="2916" y="119"/>
                  </a:lnTo>
                  <a:lnTo>
                    <a:pt x="2963" y="146"/>
                  </a:lnTo>
                  <a:lnTo>
                    <a:pt x="3016" y="174"/>
                  </a:lnTo>
                  <a:lnTo>
                    <a:pt x="3072" y="203"/>
                  </a:lnTo>
                  <a:lnTo>
                    <a:pt x="3132" y="231"/>
                  </a:lnTo>
                  <a:lnTo>
                    <a:pt x="3195" y="260"/>
                  </a:lnTo>
                  <a:lnTo>
                    <a:pt x="3262" y="289"/>
                  </a:lnTo>
                  <a:lnTo>
                    <a:pt x="3332" y="317"/>
                  </a:lnTo>
                  <a:lnTo>
                    <a:pt x="3404" y="344"/>
                  </a:lnTo>
                  <a:lnTo>
                    <a:pt x="3479" y="370"/>
                  </a:lnTo>
                  <a:lnTo>
                    <a:pt x="3556" y="393"/>
                  </a:lnTo>
                  <a:lnTo>
                    <a:pt x="3634" y="415"/>
                  </a:lnTo>
                  <a:lnTo>
                    <a:pt x="3691" y="433"/>
                  </a:lnTo>
                  <a:lnTo>
                    <a:pt x="3742" y="456"/>
                  </a:lnTo>
                  <a:lnTo>
                    <a:pt x="3787" y="483"/>
                  </a:lnTo>
                  <a:lnTo>
                    <a:pt x="3827" y="515"/>
                  </a:lnTo>
                  <a:lnTo>
                    <a:pt x="3862" y="551"/>
                  </a:lnTo>
                  <a:lnTo>
                    <a:pt x="3894" y="589"/>
                  </a:lnTo>
                  <a:lnTo>
                    <a:pt x="3920" y="631"/>
                  </a:lnTo>
                  <a:lnTo>
                    <a:pt x="3943" y="674"/>
                  </a:lnTo>
                  <a:lnTo>
                    <a:pt x="3962" y="719"/>
                  </a:lnTo>
                  <a:lnTo>
                    <a:pt x="3978" y="765"/>
                  </a:lnTo>
                  <a:lnTo>
                    <a:pt x="3991" y="813"/>
                  </a:lnTo>
                  <a:lnTo>
                    <a:pt x="4000" y="859"/>
                  </a:lnTo>
                  <a:lnTo>
                    <a:pt x="4007" y="907"/>
                  </a:lnTo>
                  <a:lnTo>
                    <a:pt x="4013" y="953"/>
                  </a:lnTo>
                  <a:lnTo>
                    <a:pt x="4016" y="998"/>
                  </a:lnTo>
                  <a:lnTo>
                    <a:pt x="4017" y="1041"/>
                  </a:lnTo>
                  <a:lnTo>
                    <a:pt x="4017" y="1083"/>
                  </a:lnTo>
                  <a:lnTo>
                    <a:pt x="4016" y="1121"/>
                  </a:lnTo>
                  <a:lnTo>
                    <a:pt x="4014" y="1157"/>
                  </a:lnTo>
                  <a:lnTo>
                    <a:pt x="4014" y="1161"/>
                  </a:lnTo>
                  <a:lnTo>
                    <a:pt x="4013" y="1176"/>
                  </a:lnTo>
                  <a:lnTo>
                    <a:pt x="4011" y="1198"/>
                  </a:lnTo>
                  <a:lnTo>
                    <a:pt x="4008" y="1227"/>
                  </a:lnTo>
                  <a:lnTo>
                    <a:pt x="4005" y="1260"/>
                  </a:lnTo>
                  <a:lnTo>
                    <a:pt x="4003" y="1299"/>
                  </a:lnTo>
                  <a:lnTo>
                    <a:pt x="3998" y="1339"/>
                  </a:lnTo>
                  <a:lnTo>
                    <a:pt x="3994" y="1381"/>
                  </a:lnTo>
                  <a:lnTo>
                    <a:pt x="3989" y="1425"/>
                  </a:lnTo>
                  <a:lnTo>
                    <a:pt x="3985" y="1467"/>
                  </a:lnTo>
                  <a:lnTo>
                    <a:pt x="3981" y="1507"/>
                  </a:lnTo>
                  <a:lnTo>
                    <a:pt x="3975" y="1543"/>
                  </a:lnTo>
                  <a:lnTo>
                    <a:pt x="3971" y="1575"/>
                  </a:lnTo>
                  <a:lnTo>
                    <a:pt x="3968" y="1578"/>
                  </a:lnTo>
                  <a:lnTo>
                    <a:pt x="3958" y="1584"/>
                  </a:lnTo>
                  <a:lnTo>
                    <a:pt x="3942" y="1592"/>
                  </a:lnTo>
                  <a:lnTo>
                    <a:pt x="3920" y="1606"/>
                  </a:lnTo>
                  <a:lnTo>
                    <a:pt x="3891" y="1621"/>
                  </a:lnTo>
                  <a:lnTo>
                    <a:pt x="3856" y="1640"/>
                  </a:lnTo>
                  <a:lnTo>
                    <a:pt x="3816" y="1660"/>
                  </a:lnTo>
                  <a:lnTo>
                    <a:pt x="3769" y="1684"/>
                  </a:lnTo>
                  <a:lnTo>
                    <a:pt x="3717" y="1707"/>
                  </a:lnTo>
                  <a:lnTo>
                    <a:pt x="3659" y="1733"/>
                  </a:lnTo>
                  <a:lnTo>
                    <a:pt x="3595" y="1759"/>
                  </a:lnTo>
                  <a:lnTo>
                    <a:pt x="3526" y="1786"/>
                  </a:lnTo>
                  <a:lnTo>
                    <a:pt x="3450" y="1814"/>
                  </a:lnTo>
                  <a:lnTo>
                    <a:pt x="3369" y="1841"/>
                  </a:lnTo>
                  <a:lnTo>
                    <a:pt x="3284" y="1869"/>
                  </a:lnTo>
                  <a:lnTo>
                    <a:pt x="3192" y="1895"/>
                  </a:lnTo>
                  <a:lnTo>
                    <a:pt x="3097" y="1919"/>
                  </a:lnTo>
                  <a:lnTo>
                    <a:pt x="2995" y="1944"/>
                  </a:lnTo>
                  <a:lnTo>
                    <a:pt x="2888" y="1967"/>
                  </a:lnTo>
                  <a:lnTo>
                    <a:pt x="2777" y="1987"/>
                  </a:lnTo>
                  <a:lnTo>
                    <a:pt x="2661" y="2006"/>
                  </a:lnTo>
                  <a:lnTo>
                    <a:pt x="2539" y="2022"/>
                  </a:lnTo>
                  <a:lnTo>
                    <a:pt x="2414" y="2034"/>
                  </a:lnTo>
                  <a:lnTo>
                    <a:pt x="2282" y="2044"/>
                  </a:lnTo>
                  <a:lnTo>
                    <a:pt x="2148" y="2050"/>
                  </a:lnTo>
                  <a:lnTo>
                    <a:pt x="2007" y="2051"/>
                  </a:lnTo>
                  <a:lnTo>
                    <a:pt x="1869" y="2050"/>
                  </a:lnTo>
                  <a:lnTo>
                    <a:pt x="1733" y="2044"/>
                  </a:lnTo>
                  <a:lnTo>
                    <a:pt x="1603" y="2034"/>
                  </a:lnTo>
                  <a:lnTo>
                    <a:pt x="1478" y="2021"/>
                  </a:lnTo>
                  <a:lnTo>
                    <a:pt x="1356" y="2005"/>
                  </a:lnTo>
                  <a:lnTo>
                    <a:pt x="1240" y="1987"/>
                  </a:lnTo>
                  <a:lnTo>
                    <a:pt x="1129" y="1966"/>
                  </a:lnTo>
                  <a:lnTo>
                    <a:pt x="1022" y="1944"/>
                  </a:lnTo>
                  <a:lnTo>
                    <a:pt x="920" y="1919"/>
                  </a:lnTo>
                  <a:lnTo>
                    <a:pt x="825" y="1895"/>
                  </a:lnTo>
                  <a:lnTo>
                    <a:pt x="733" y="1867"/>
                  </a:lnTo>
                  <a:lnTo>
                    <a:pt x="648" y="1841"/>
                  </a:lnTo>
                  <a:lnTo>
                    <a:pt x="567" y="1814"/>
                  </a:lnTo>
                  <a:lnTo>
                    <a:pt x="491" y="1786"/>
                  </a:lnTo>
                  <a:lnTo>
                    <a:pt x="422" y="1759"/>
                  </a:lnTo>
                  <a:lnTo>
                    <a:pt x="358" y="1733"/>
                  </a:lnTo>
                  <a:lnTo>
                    <a:pt x="300" y="1707"/>
                  </a:lnTo>
                  <a:lnTo>
                    <a:pt x="248" y="1682"/>
                  </a:lnTo>
                  <a:lnTo>
                    <a:pt x="201" y="1660"/>
                  </a:lnTo>
                  <a:lnTo>
                    <a:pt x="161" y="1640"/>
                  </a:lnTo>
                  <a:lnTo>
                    <a:pt x="126" y="1621"/>
                  </a:lnTo>
                  <a:lnTo>
                    <a:pt x="97" y="1606"/>
                  </a:lnTo>
                  <a:lnTo>
                    <a:pt x="75" y="1592"/>
                  </a:lnTo>
                  <a:lnTo>
                    <a:pt x="59" y="1584"/>
                  </a:lnTo>
                  <a:lnTo>
                    <a:pt x="49" y="1578"/>
                  </a:lnTo>
                  <a:lnTo>
                    <a:pt x="46" y="1575"/>
                  </a:lnTo>
                  <a:lnTo>
                    <a:pt x="42" y="1543"/>
                  </a:lnTo>
                  <a:lnTo>
                    <a:pt x="36" y="1507"/>
                  </a:lnTo>
                  <a:lnTo>
                    <a:pt x="32" y="1467"/>
                  </a:lnTo>
                  <a:lnTo>
                    <a:pt x="28" y="1425"/>
                  </a:lnTo>
                  <a:lnTo>
                    <a:pt x="23" y="1381"/>
                  </a:lnTo>
                  <a:lnTo>
                    <a:pt x="19" y="1339"/>
                  </a:lnTo>
                  <a:lnTo>
                    <a:pt x="14" y="1299"/>
                  </a:lnTo>
                  <a:lnTo>
                    <a:pt x="12" y="1260"/>
                  </a:lnTo>
                  <a:lnTo>
                    <a:pt x="9" y="1227"/>
                  </a:lnTo>
                  <a:lnTo>
                    <a:pt x="6" y="1198"/>
                  </a:lnTo>
                  <a:lnTo>
                    <a:pt x="4" y="1176"/>
                  </a:lnTo>
                  <a:lnTo>
                    <a:pt x="3" y="1161"/>
                  </a:lnTo>
                  <a:lnTo>
                    <a:pt x="3" y="1157"/>
                  </a:lnTo>
                  <a:lnTo>
                    <a:pt x="1" y="1121"/>
                  </a:lnTo>
                  <a:lnTo>
                    <a:pt x="0" y="1083"/>
                  </a:lnTo>
                  <a:lnTo>
                    <a:pt x="0" y="1041"/>
                  </a:lnTo>
                  <a:lnTo>
                    <a:pt x="1" y="998"/>
                  </a:lnTo>
                  <a:lnTo>
                    <a:pt x="4" y="953"/>
                  </a:lnTo>
                  <a:lnTo>
                    <a:pt x="9" y="907"/>
                  </a:lnTo>
                  <a:lnTo>
                    <a:pt x="16" y="859"/>
                  </a:lnTo>
                  <a:lnTo>
                    <a:pt x="26" y="813"/>
                  </a:lnTo>
                  <a:lnTo>
                    <a:pt x="38" y="765"/>
                  </a:lnTo>
                  <a:lnTo>
                    <a:pt x="54" y="719"/>
                  </a:lnTo>
                  <a:lnTo>
                    <a:pt x="72" y="674"/>
                  </a:lnTo>
                  <a:lnTo>
                    <a:pt x="96" y="631"/>
                  </a:lnTo>
                  <a:lnTo>
                    <a:pt x="123" y="589"/>
                  </a:lnTo>
                  <a:lnTo>
                    <a:pt x="154" y="551"/>
                  </a:lnTo>
                  <a:lnTo>
                    <a:pt x="188" y="515"/>
                  </a:lnTo>
                  <a:lnTo>
                    <a:pt x="229" y="483"/>
                  </a:lnTo>
                  <a:lnTo>
                    <a:pt x="274" y="456"/>
                  </a:lnTo>
                  <a:lnTo>
                    <a:pt x="325" y="433"/>
                  </a:lnTo>
                  <a:lnTo>
                    <a:pt x="381" y="415"/>
                  </a:lnTo>
                  <a:lnTo>
                    <a:pt x="461" y="393"/>
                  </a:lnTo>
                  <a:lnTo>
                    <a:pt x="538" y="370"/>
                  </a:lnTo>
                  <a:lnTo>
                    <a:pt x="612" y="344"/>
                  </a:lnTo>
                  <a:lnTo>
                    <a:pt x="684" y="317"/>
                  </a:lnTo>
                  <a:lnTo>
                    <a:pt x="754" y="289"/>
                  </a:lnTo>
                  <a:lnTo>
                    <a:pt x="820" y="260"/>
                  </a:lnTo>
                  <a:lnTo>
                    <a:pt x="884" y="231"/>
                  </a:lnTo>
                  <a:lnTo>
                    <a:pt x="945" y="203"/>
                  </a:lnTo>
                  <a:lnTo>
                    <a:pt x="1000" y="174"/>
                  </a:lnTo>
                  <a:lnTo>
                    <a:pt x="1052" y="146"/>
                  </a:lnTo>
                  <a:lnTo>
                    <a:pt x="1100" y="119"/>
                  </a:lnTo>
                  <a:lnTo>
                    <a:pt x="1143" y="94"/>
                  </a:lnTo>
                  <a:lnTo>
                    <a:pt x="1182" y="72"/>
                  </a:lnTo>
                  <a:lnTo>
                    <a:pt x="1216" y="51"/>
                  </a:lnTo>
                  <a:lnTo>
                    <a:pt x="1243" y="33"/>
                  </a:lnTo>
                  <a:lnTo>
                    <a:pt x="1265" y="19"/>
                  </a:lnTo>
                  <a:lnTo>
                    <a:pt x="1281" y="9"/>
                  </a:lnTo>
                  <a:lnTo>
                    <a:pt x="1291" y="1"/>
                  </a:lnTo>
                  <a:lnTo>
                    <a:pt x="12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BAC5F19A-E0CF-7868-E2A6-656A9F272C60}"/>
              </a:ext>
            </a:extLst>
          </p:cNvPr>
          <p:cNvSpPr txBox="1"/>
          <p:nvPr/>
        </p:nvSpPr>
        <p:spPr>
          <a:xfrm>
            <a:off x="279070" y="219694"/>
            <a:ext cx="6662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基础：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Mini Redis</a:t>
            </a:r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  →  进阶一：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AOF</a:t>
            </a:r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实现持久化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D71654A-3C13-2652-614F-9C6AB2655E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8" t="18745" r="19790" b="18380"/>
          <a:stretch/>
        </p:blipFill>
        <p:spPr>
          <a:xfrm>
            <a:off x="418526" y="1544723"/>
            <a:ext cx="4096334" cy="92741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C519089A-0DE0-1E07-DF00-61C4BEEC67F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8" t="9267" r="26272" b="6335"/>
          <a:stretch/>
        </p:blipFill>
        <p:spPr>
          <a:xfrm>
            <a:off x="743925" y="3443003"/>
            <a:ext cx="3955235" cy="2312719"/>
          </a:xfrm>
          <a:prstGeom prst="rect">
            <a:avLst/>
          </a:prstGeom>
        </p:spPr>
      </p:pic>
      <p:sp>
        <p:nvSpPr>
          <p:cNvPr id="29" name="椭圆 28">
            <a:extLst>
              <a:ext uri="{FF2B5EF4-FFF2-40B4-BE49-F238E27FC236}">
                <a16:creationId xmlns:a16="http://schemas.microsoft.com/office/drawing/2014/main" id="{07CEDF07-1B51-B16F-FC7B-7734C1178FEB}"/>
              </a:ext>
            </a:extLst>
          </p:cNvPr>
          <p:cNvSpPr/>
          <p:nvPr/>
        </p:nvSpPr>
        <p:spPr>
          <a:xfrm>
            <a:off x="6237107" y="4199252"/>
            <a:ext cx="1143000" cy="1143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4674B3C-ECE3-4E35-C5D9-A95197F5376F}"/>
              </a:ext>
            </a:extLst>
          </p:cNvPr>
          <p:cNvGrpSpPr/>
          <p:nvPr/>
        </p:nvGrpSpPr>
        <p:grpSpPr>
          <a:xfrm>
            <a:off x="7467886" y="4199252"/>
            <a:ext cx="2688262" cy="1918407"/>
            <a:chOff x="3275486" y="2123189"/>
            <a:chExt cx="2688262" cy="1918407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C2BA74B-2881-EEA5-E39D-767A72CBF5EC}"/>
                </a:ext>
              </a:extLst>
            </p:cNvPr>
            <p:cNvSpPr txBox="1"/>
            <p:nvPr/>
          </p:nvSpPr>
          <p:spPr>
            <a:xfrm>
              <a:off x="3275486" y="2123189"/>
              <a:ext cx="21321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有缓冲写</a:t>
              </a:r>
              <a:r>
                <a:rPr lang="en-US" altLang="zh-CN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AOF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34" name="TextBox 99">
              <a:extLst>
                <a:ext uri="{FF2B5EF4-FFF2-40B4-BE49-F238E27FC236}">
                  <a16:creationId xmlns:a16="http://schemas.microsoft.com/office/drawing/2014/main" id="{EF7A77A5-F0BC-890B-B0B6-0926F9DDDC24}"/>
                </a:ext>
              </a:extLst>
            </p:cNvPr>
            <p:cNvSpPr txBox="1"/>
            <p:nvPr/>
          </p:nvSpPr>
          <p:spPr>
            <a:xfrm>
              <a:off x="3275486" y="2694689"/>
              <a:ext cx="2688262" cy="134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只针对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set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和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del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指令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无视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expired set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使用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buf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，提高效率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关闭前将未同步的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buf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写出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sp>
        <p:nvSpPr>
          <p:cNvPr id="46" name="Freeform 116">
            <a:extLst>
              <a:ext uri="{FF2B5EF4-FFF2-40B4-BE49-F238E27FC236}">
                <a16:creationId xmlns:a16="http://schemas.microsoft.com/office/drawing/2014/main" id="{4C74173F-BF61-95E0-7805-7D8EBA61368A}"/>
              </a:ext>
            </a:extLst>
          </p:cNvPr>
          <p:cNvSpPr>
            <a:spLocks/>
          </p:cNvSpPr>
          <p:nvPr/>
        </p:nvSpPr>
        <p:spPr bwMode="auto">
          <a:xfrm>
            <a:off x="6657213" y="4637434"/>
            <a:ext cx="302789" cy="266636"/>
          </a:xfrm>
          <a:custGeom>
            <a:avLst/>
            <a:gdLst>
              <a:gd name="T0" fmla="*/ 1272 w 4019"/>
              <a:gd name="T1" fmla="*/ 446 h 3537"/>
              <a:gd name="T2" fmla="*/ 1751 w 4019"/>
              <a:gd name="T3" fmla="*/ 406 h 3537"/>
              <a:gd name="T4" fmla="*/ 2093 w 4019"/>
              <a:gd name="T5" fmla="*/ 479 h 3537"/>
              <a:gd name="T6" fmla="*/ 3354 w 4019"/>
              <a:gd name="T7" fmla="*/ 581 h 3537"/>
              <a:gd name="T8" fmla="*/ 2479 w 4019"/>
              <a:gd name="T9" fmla="*/ 669 h 3537"/>
              <a:gd name="T10" fmla="*/ 2779 w 4019"/>
              <a:gd name="T11" fmla="*/ 926 h 3537"/>
              <a:gd name="T12" fmla="*/ 2804 w 4019"/>
              <a:gd name="T13" fmla="*/ 1139 h 3537"/>
              <a:gd name="T14" fmla="*/ 2880 w 4019"/>
              <a:gd name="T15" fmla="*/ 1500 h 3537"/>
              <a:gd name="T16" fmla="*/ 2790 w 4019"/>
              <a:gd name="T17" fmla="*/ 1682 h 3537"/>
              <a:gd name="T18" fmla="*/ 2596 w 4019"/>
              <a:gd name="T19" fmla="*/ 1670 h 3537"/>
              <a:gd name="T20" fmla="*/ 2377 w 4019"/>
              <a:gd name="T21" fmla="*/ 1368 h 3537"/>
              <a:gd name="T22" fmla="*/ 2268 w 4019"/>
              <a:gd name="T23" fmla="*/ 1148 h 3537"/>
              <a:gd name="T24" fmla="*/ 451 w 4019"/>
              <a:gd name="T25" fmla="*/ 2201 h 3537"/>
              <a:gd name="T26" fmla="*/ 398 w 4019"/>
              <a:gd name="T27" fmla="*/ 2402 h 3537"/>
              <a:gd name="T28" fmla="*/ 587 w 4019"/>
              <a:gd name="T29" fmla="*/ 2487 h 3537"/>
              <a:gd name="T30" fmla="*/ 1638 w 4019"/>
              <a:gd name="T31" fmla="*/ 1780 h 3537"/>
              <a:gd name="T32" fmla="*/ 1735 w 4019"/>
              <a:gd name="T33" fmla="*/ 1880 h 3537"/>
              <a:gd name="T34" fmla="*/ 771 w 4019"/>
              <a:gd name="T35" fmla="*/ 2603 h 3537"/>
              <a:gd name="T36" fmla="*/ 856 w 4019"/>
              <a:gd name="T37" fmla="*/ 2784 h 3537"/>
              <a:gd name="T38" fmla="*/ 1072 w 4019"/>
              <a:gd name="T39" fmla="*/ 2750 h 3537"/>
              <a:gd name="T40" fmla="*/ 1902 w 4019"/>
              <a:gd name="T41" fmla="*/ 2166 h 3537"/>
              <a:gd name="T42" fmla="*/ 1971 w 4019"/>
              <a:gd name="T43" fmla="*/ 2283 h 3537"/>
              <a:gd name="T44" fmla="*/ 1135 w 4019"/>
              <a:gd name="T45" fmla="*/ 2963 h 3537"/>
              <a:gd name="T46" fmla="*/ 1246 w 4019"/>
              <a:gd name="T47" fmla="*/ 3128 h 3537"/>
              <a:gd name="T48" fmla="*/ 2053 w 4019"/>
              <a:gd name="T49" fmla="*/ 2639 h 3537"/>
              <a:gd name="T50" fmla="*/ 2148 w 4019"/>
              <a:gd name="T51" fmla="*/ 2739 h 3537"/>
              <a:gd name="T52" fmla="*/ 1674 w 4019"/>
              <a:gd name="T53" fmla="*/ 3155 h 3537"/>
              <a:gd name="T54" fmla="*/ 1772 w 4019"/>
              <a:gd name="T55" fmla="*/ 3291 h 3537"/>
              <a:gd name="T56" fmla="*/ 1919 w 4019"/>
              <a:gd name="T57" fmla="*/ 3150 h 3537"/>
              <a:gd name="T58" fmla="*/ 2148 w 4019"/>
              <a:gd name="T59" fmla="*/ 3039 h 3537"/>
              <a:gd name="T60" fmla="*/ 2317 w 4019"/>
              <a:gd name="T61" fmla="*/ 2787 h 3537"/>
              <a:gd name="T62" fmla="*/ 2581 w 4019"/>
              <a:gd name="T63" fmla="*/ 2755 h 3537"/>
              <a:gd name="T64" fmla="*/ 2679 w 4019"/>
              <a:gd name="T65" fmla="*/ 2524 h 3537"/>
              <a:gd name="T66" fmla="*/ 2944 w 4019"/>
              <a:gd name="T67" fmla="*/ 2527 h 3537"/>
              <a:gd name="T68" fmla="*/ 2913 w 4019"/>
              <a:gd name="T69" fmla="*/ 2297 h 3537"/>
              <a:gd name="T70" fmla="*/ 3143 w 4019"/>
              <a:gd name="T71" fmla="*/ 2130 h 3537"/>
              <a:gd name="T72" fmla="*/ 3680 w 4019"/>
              <a:gd name="T73" fmla="*/ 1780 h 3537"/>
              <a:gd name="T74" fmla="*/ 3768 w 4019"/>
              <a:gd name="T75" fmla="*/ 1921 h 3537"/>
              <a:gd name="T76" fmla="*/ 3566 w 4019"/>
              <a:gd name="T77" fmla="*/ 2638 h 3537"/>
              <a:gd name="T78" fmla="*/ 3395 w 4019"/>
              <a:gd name="T79" fmla="*/ 2870 h 3537"/>
              <a:gd name="T80" fmla="*/ 3170 w 4019"/>
              <a:gd name="T81" fmla="*/ 2849 h 3537"/>
              <a:gd name="T82" fmla="*/ 3084 w 4019"/>
              <a:gd name="T83" fmla="*/ 3105 h 3537"/>
              <a:gd name="T84" fmla="*/ 2837 w 4019"/>
              <a:gd name="T85" fmla="*/ 3119 h 3537"/>
              <a:gd name="T86" fmla="*/ 2754 w 4019"/>
              <a:gd name="T87" fmla="*/ 3259 h 3537"/>
              <a:gd name="T88" fmla="*/ 2512 w 4019"/>
              <a:gd name="T89" fmla="*/ 3356 h 3537"/>
              <a:gd name="T90" fmla="*/ 2378 w 4019"/>
              <a:gd name="T91" fmla="*/ 3315 h 3537"/>
              <a:gd name="T92" fmla="*/ 2229 w 4019"/>
              <a:gd name="T93" fmla="*/ 3529 h 3537"/>
              <a:gd name="T94" fmla="*/ 1994 w 4019"/>
              <a:gd name="T95" fmla="*/ 3449 h 3537"/>
              <a:gd name="T96" fmla="*/ 1748 w 4019"/>
              <a:gd name="T97" fmla="*/ 3447 h 3537"/>
              <a:gd name="T98" fmla="*/ 1525 w 4019"/>
              <a:gd name="T99" fmla="*/ 3246 h 3537"/>
              <a:gd name="T100" fmla="*/ 1264 w 4019"/>
              <a:gd name="T101" fmla="*/ 3295 h 3537"/>
              <a:gd name="T102" fmla="*/ 1014 w 4019"/>
              <a:gd name="T103" fmla="*/ 3128 h 3537"/>
              <a:gd name="T104" fmla="*/ 869 w 4019"/>
              <a:gd name="T105" fmla="*/ 2944 h 3537"/>
              <a:gd name="T106" fmla="*/ 629 w 4019"/>
              <a:gd name="T107" fmla="*/ 2759 h 3537"/>
              <a:gd name="T108" fmla="*/ 446 w 4019"/>
              <a:gd name="T109" fmla="*/ 2635 h 3537"/>
              <a:gd name="T110" fmla="*/ 230 w 4019"/>
              <a:gd name="T111" fmla="*/ 2403 h 3537"/>
              <a:gd name="T112" fmla="*/ 323 w 4019"/>
              <a:gd name="T113" fmla="*/ 2101 h 3537"/>
              <a:gd name="T114" fmla="*/ 150 w 4019"/>
              <a:gd name="T115" fmla="*/ 1733 h 3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019" h="3537">
                <a:moveTo>
                  <a:pt x="0" y="0"/>
                </a:moveTo>
                <a:lnTo>
                  <a:pt x="899" y="412"/>
                </a:lnTo>
                <a:lnTo>
                  <a:pt x="959" y="436"/>
                </a:lnTo>
                <a:lnTo>
                  <a:pt x="1020" y="452"/>
                </a:lnTo>
                <a:lnTo>
                  <a:pt x="1083" y="462"/>
                </a:lnTo>
                <a:lnTo>
                  <a:pt x="1146" y="463"/>
                </a:lnTo>
                <a:lnTo>
                  <a:pt x="1210" y="458"/>
                </a:lnTo>
                <a:lnTo>
                  <a:pt x="1272" y="446"/>
                </a:lnTo>
                <a:lnTo>
                  <a:pt x="1318" y="434"/>
                </a:lnTo>
                <a:lnTo>
                  <a:pt x="1369" y="423"/>
                </a:lnTo>
                <a:lnTo>
                  <a:pt x="1424" y="414"/>
                </a:lnTo>
                <a:lnTo>
                  <a:pt x="1481" y="407"/>
                </a:lnTo>
                <a:lnTo>
                  <a:pt x="1543" y="403"/>
                </a:lnTo>
                <a:lnTo>
                  <a:pt x="1609" y="401"/>
                </a:lnTo>
                <a:lnTo>
                  <a:pt x="1677" y="402"/>
                </a:lnTo>
                <a:lnTo>
                  <a:pt x="1751" y="406"/>
                </a:lnTo>
                <a:lnTo>
                  <a:pt x="1826" y="414"/>
                </a:lnTo>
                <a:lnTo>
                  <a:pt x="1906" y="427"/>
                </a:lnTo>
                <a:lnTo>
                  <a:pt x="1989" y="444"/>
                </a:lnTo>
                <a:lnTo>
                  <a:pt x="2000" y="447"/>
                </a:lnTo>
                <a:lnTo>
                  <a:pt x="2017" y="453"/>
                </a:lnTo>
                <a:lnTo>
                  <a:pt x="2039" y="459"/>
                </a:lnTo>
                <a:lnTo>
                  <a:pt x="2065" y="468"/>
                </a:lnTo>
                <a:lnTo>
                  <a:pt x="2093" y="479"/>
                </a:lnTo>
                <a:lnTo>
                  <a:pt x="3084" y="490"/>
                </a:lnTo>
                <a:lnTo>
                  <a:pt x="3133" y="487"/>
                </a:lnTo>
                <a:lnTo>
                  <a:pt x="3181" y="478"/>
                </a:lnTo>
                <a:lnTo>
                  <a:pt x="3227" y="462"/>
                </a:lnTo>
                <a:lnTo>
                  <a:pt x="3271" y="440"/>
                </a:lnTo>
                <a:lnTo>
                  <a:pt x="4019" y="4"/>
                </a:lnTo>
                <a:lnTo>
                  <a:pt x="4019" y="188"/>
                </a:lnTo>
                <a:lnTo>
                  <a:pt x="3354" y="581"/>
                </a:lnTo>
                <a:lnTo>
                  <a:pt x="3311" y="604"/>
                </a:lnTo>
                <a:lnTo>
                  <a:pt x="3266" y="623"/>
                </a:lnTo>
                <a:lnTo>
                  <a:pt x="3218" y="635"/>
                </a:lnTo>
                <a:lnTo>
                  <a:pt x="3171" y="642"/>
                </a:lnTo>
                <a:lnTo>
                  <a:pt x="3122" y="645"/>
                </a:lnTo>
                <a:lnTo>
                  <a:pt x="2954" y="648"/>
                </a:lnTo>
                <a:lnTo>
                  <a:pt x="2425" y="640"/>
                </a:lnTo>
                <a:lnTo>
                  <a:pt x="2479" y="669"/>
                </a:lnTo>
                <a:lnTo>
                  <a:pt x="2530" y="698"/>
                </a:lnTo>
                <a:lnTo>
                  <a:pt x="2579" y="730"/>
                </a:lnTo>
                <a:lnTo>
                  <a:pt x="2624" y="761"/>
                </a:lnTo>
                <a:lnTo>
                  <a:pt x="2665" y="793"/>
                </a:lnTo>
                <a:lnTo>
                  <a:pt x="2703" y="826"/>
                </a:lnTo>
                <a:lnTo>
                  <a:pt x="2734" y="859"/>
                </a:lnTo>
                <a:lnTo>
                  <a:pt x="2759" y="893"/>
                </a:lnTo>
                <a:lnTo>
                  <a:pt x="2779" y="926"/>
                </a:lnTo>
                <a:lnTo>
                  <a:pt x="2779" y="930"/>
                </a:lnTo>
                <a:lnTo>
                  <a:pt x="2780" y="942"/>
                </a:lnTo>
                <a:lnTo>
                  <a:pt x="2782" y="961"/>
                </a:lnTo>
                <a:lnTo>
                  <a:pt x="2785" y="988"/>
                </a:lnTo>
                <a:lnTo>
                  <a:pt x="2788" y="1020"/>
                </a:lnTo>
                <a:lnTo>
                  <a:pt x="2793" y="1055"/>
                </a:lnTo>
                <a:lnTo>
                  <a:pt x="2798" y="1095"/>
                </a:lnTo>
                <a:lnTo>
                  <a:pt x="2804" y="1139"/>
                </a:lnTo>
                <a:lnTo>
                  <a:pt x="2812" y="1184"/>
                </a:lnTo>
                <a:lnTo>
                  <a:pt x="2819" y="1232"/>
                </a:lnTo>
                <a:lnTo>
                  <a:pt x="2827" y="1279"/>
                </a:lnTo>
                <a:lnTo>
                  <a:pt x="2837" y="1327"/>
                </a:lnTo>
                <a:lnTo>
                  <a:pt x="2847" y="1374"/>
                </a:lnTo>
                <a:lnTo>
                  <a:pt x="2857" y="1418"/>
                </a:lnTo>
                <a:lnTo>
                  <a:pt x="2868" y="1461"/>
                </a:lnTo>
                <a:lnTo>
                  <a:pt x="2880" y="1500"/>
                </a:lnTo>
                <a:lnTo>
                  <a:pt x="2886" y="1529"/>
                </a:lnTo>
                <a:lnTo>
                  <a:pt x="2887" y="1558"/>
                </a:lnTo>
                <a:lnTo>
                  <a:pt x="2881" y="1586"/>
                </a:lnTo>
                <a:lnTo>
                  <a:pt x="2871" y="1613"/>
                </a:lnTo>
                <a:lnTo>
                  <a:pt x="2855" y="1637"/>
                </a:lnTo>
                <a:lnTo>
                  <a:pt x="2835" y="1657"/>
                </a:lnTo>
                <a:lnTo>
                  <a:pt x="2809" y="1674"/>
                </a:lnTo>
                <a:lnTo>
                  <a:pt x="2790" y="1682"/>
                </a:lnTo>
                <a:lnTo>
                  <a:pt x="2769" y="1690"/>
                </a:lnTo>
                <a:lnTo>
                  <a:pt x="2746" y="1696"/>
                </a:lnTo>
                <a:lnTo>
                  <a:pt x="2723" y="1699"/>
                </a:lnTo>
                <a:lnTo>
                  <a:pt x="2698" y="1699"/>
                </a:lnTo>
                <a:lnTo>
                  <a:pt x="2674" y="1698"/>
                </a:lnTo>
                <a:lnTo>
                  <a:pt x="2648" y="1692"/>
                </a:lnTo>
                <a:lnTo>
                  <a:pt x="2622" y="1683"/>
                </a:lnTo>
                <a:lnTo>
                  <a:pt x="2596" y="1670"/>
                </a:lnTo>
                <a:lnTo>
                  <a:pt x="2568" y="1652"/>
                </a:lnTo>
                <a:lnTo>
                  <a:pt x="2541" y="1629"/>
                </a:lnTo>
                <a:lnTo>
                  <a:pt x="2513" y="1601"/>
                </a:lnTo>
                <a:lnTo>
                  <a:pt x="2486" y="1567"/>
                </a:lnTo>
                <a:lnTo>
                  <a:pt x="2458" y="1528"/>
                </a:lnTo>
                <a:lnTo>
                  <a:pt x="2430" y="1481"/>
                </a:lnTo>
                <a:lnTo>
                  <a:pt x="2403" y="1428"/>
                </a:lnTo>
                <a:lnTo>
                  <a:pt x="2377" y="1368"/>
                </a:lnTo>
                <a:lnTo>
                  <a:pt x="2350" y="1300"/>
                </a:lnTo>
                <a:lnTo>
                  <a:pt x="2324" y="1224"/>
                </a:lnTo>
                <a:lnTo>
                  <a:pt x="2323" y="1221"/>
                </a:lnTo>
                <a:lnTo>
                  <a:pt x="2318" y="1213"/>
                </a:lnTo>
                <a:lnTo>
                  <a:pt x="2310" y="1201"/>
                </a:lnTo>
                <a:lnTo>
                  <a:pt x="2299" y="1187"/>
                </a:lnTo>
                <a:lnTo>
                  <a:pt x="2285" y="1168"/>
                </a:lnTo>
                <a:lnTo>
                  <a:pt x="2268" y="1148"/>
                </a:lnTo>
                <a:lnTo>
                  <a:pt x="2250" y="1124"/>
                </a:lnTo>
                <a:lnTo>
                  <a:pt x="2228" y="1101"/>
                </a:lnTo>
                <a:lnTo>
                  <a:pt x="2205" y="1077"/>
                </a:lnTo>
                <a:lnTo>
                  <a:pt x="2181" y="1054"/>
                </a:lnTo>
                <a:lnTo>
                  <a:pt x="2154" y="1031"/>
                </a:lnTo>
                <a:lnTo>
                  <a:pt x="2126" y="1010"/>
                </a:lnTo>
                <a:lnTo>
                  <a:pt x="2095" y="990"/>
                </a:lnTo>
                <a:lnTo>
                  <a:pt x="451" y="2201"/>
                </a:lnTo>
                <a:lnTo>
                  <a:pt x="428" y="2221"/>
                </a:lnTo>
                <a:lnTo>
                  <a:pt x="411" y="2242"/>
                </a:lnTo>
                <a:lnTo>
                  <a:pt x="396" y="2267"/>
                </a:lnTo>
                <a:lnTo>
                  <a:pt x="387" y="2294"/>
                </a:lnTo>
                <a:lnTo>
                  <a:pt x="383" y="2320"/>
                </a:lnTo>
                <a:lnTo>
                  <a:pt x="384" y="2348"/>
                </a:lnTo>
                <a:lnTo>
                  <a:pt x="389" y="2375"/>
                </a:lnTo>
                <a:lnTo>
                  <a:pt x="398" y="2402"/>
                </a:lnTo>
                <a:lnTo>
                  <a:pt x="413" y="2426"/>
                </a:lnTo>
                <a:lnTo>
                  <a:pt x="432" y="2448"/>
                </a:lnTo>
                <a:lnTo>
                  <a:pt x="454" y="2467"/>
                </a:lnTo>
                <a:lnTo>
                  <a:pt x="479" y="2480"/>
                </a:lnTo>
                <a:lnTo>
                  <a:pt x="506" y="2488"/>
                </a:lnTo>
                <a:lnTo>
                  <a:pt x="532" y="2493"/>
                </a:lnTo>
                <a:lnTo>
                  <a:pt x="560" y="2492"/>
                </a:lnTo>
                <a:lnTo>
                  <a:pt x="587" y="2487"/>
                </a:lnTo>
                <a:lnTo>
                  <a:pt x="614" y="2477"/>
                </a:lnTo>
                <a:lnTo>
                  <a:pt x="637" y="2463"/>
                </a:lnTo>
                <a:lnTo>
                  <a:pt x="721" y="2402"/>
                </a:lnTo>
                <a:lnTo>
                  <a:pt x="728" y="2397"/>
                </a:lnTo>
                <a:lnTo>
                  <a:pt x="736" y="2391"/>
                </a:lnTo>
                <a:lnTo>
                  <a:pt x="743" y="2382"/>
                </a:lnTo>
                <a:lnTo>
                  <a:pt x="1615" y="1791"/>
                </a:lnTo>
                <a:lnTo>
                  <a:pt x="1638" y="1780"/>
                </a:lnTo>
                <a:lnTo>
                  <a:pt x="1660" y="1777"/>
                </a:lnTo>
                <a:lnTo>
                  <a:pt x="1682" y="1782"/>
                </a:lnTo>
                <a:lnTo>
                  <a:pt x="1704" y="1793"/>
                </a:lnTo>
                <a:lnTo>
                  <a:pt x="1719" y="1806"/>
                </a:lnTo>
                <a:lnTo>
                  <a:pt x="1730" y="1823"/>
                </a:lnTo>
                <a:lnTo>
                  <a:pt x="1736" y="1842"/>
                </a:lnTo>
                <a:lnTo>
                  <a:pt x="1737" y="1862"/>
                </a:lnTo>
                <a:lnTo>
                  <a:pt x="1735" y="1880"/>
                </a:lnTo>
                <a:lnTo>
                  <a:pt x="1729" y="1895"/>
                </a:lnTo>
                <a:lnTo>
                  <a:pt x="1718" y="1909"/>
                </a:lnTo>
                <a:lnTo>
                  <a:pt x="1704" y="1921"/>
                </a:lnTo>
                <a:lnTo>
                  <a:pt x="889" y="2476"/>
                </a:lnTo>
                <a:lnTo>
                  <a:pt x="816" y="2527"/>
                </a:lnTo>
                <a:lnTo>
                  <a:pt x="797" y="2551"/>
                </a:lnTo>
                <a:lnTo>
                  <a:pt x="782" y="2575"/>
                </a:lnTo>
                <a:lnTo>
                  <a:pt x="771" y="2603"/>
                </a:lnTo>
                <a:lnTo>
                  <a:pt x="766" y="2631"/>
                </a:lnTo>
                <a:lnTo>
                  <a:pt x="765" y="2659"/>
                </a:lnTo>
                <a:lnTo>
                  <a:pt x="770" y="2688"/>
                </a:lnTo>
                <a:lnTo>
                  <a:pt x="780" y="2716"/>
                </a:lnTo>
                <a:lnTo>
                  <a:pt x="795" y="2742"/>
                </a:lnTo>
                <a:lnTo>
                  <a:pt x="811" y="2760"/>
                </a:lnTo>
                <a:lnTo>
                  <a:pt x="832" y="2773"/>
                </a:lnTo>
                <a:lnTo>
                  <a:pt x="856" y="2784"/>
                </a:lnTo>
                <a:lnTo>
                  <a:pt x="883" y="2792"/>
                </a:lnTo>
                <a:lnTo>
                  <a:pt x="912" y="2797"/>
                </a:lnTo>
                <a:lnTo>
                  <a:pt x="943" y="2797"/>
                </a:lnTo>
                <a:lnTo>
                  <a:pt x="973" y="2794"/>
                </a:lnTo>
                <a:lnTo>
                  <a:pt x="1004" y="2787"/>
                </a:lnTo>
                <a:lnTo>
                  <a:pt x="1033" y="2776"/>
                </a:lnTo>
                <a:lnTo>
                  <a:pt x="1061" y="2761"/>
                </a:lnTo>
                <a:lnTo>
                  <a:pt x="1072" y="2750"/>
                </a:lnTo>
                <a:lnTo>
                  <a:pt x="1082" y="2741"/>
                </a:lnTo>
                <a:lnTo>
                  <a:pt x="1094" y="2731"/>
                </a:lnTo>
                <a:lnTo>
                  <a:pt x="1107" y="2723"/>
                </a:lnTo>
                <a:lnTo>
                  <a:pt x="1841" y="2194"/>
                </a:lnTo>
                <a:lnTo>
                  <a:pt x="1854" y="2180"/>
                </a:lnTo>
                <a:lnTo>
                  <a:pt x="1867" y="2172"/>
                </a:lnTo>
                <a:lnTo>
                  <a:pt x="1883" y="2167"/>
                </a:lnTo>
                <a:lnTo>
                  <a:pt x="1902" y="2166"/>
                </a:lnTo>
                <a:lnTo>
                  <a:pt x="1922" y="2169"/>
                </a:lnTo>
                <a:lnTo>
                  <a:pt x="1941" y="2178"/>
                </a:lnTo>
                <a:lnTo>
                  <a:pt x="1956" y="2191"/>
                </a:lnTo>
                <a:lnTo>
                  <a:pt x="1969" y="2207"/>
                </a:lnTo>
                <a:lnTo>
                  <a:pt x="1977" y="2227"/>
                </a:lnTo>
                <a:lnTo>
                  <a:pt x="1980" y="2247"/>
                </a:lnTo>
                <a:lnTo>
                  <a:pt x="1977" y="2266"/>
                </a:lnTo>
                <a:lnTo>
                  <a:pt x="1971" y="2283"/>
                </a:lnTo>
                <a:lnTo>
                  <a:pt x="1962" y="2297"/>
                </a:lnTo>
                <a:lnTo>
                  <a:pt x="1952" y="2309"/>
                </a:lnTo>
                <a:lnTo>
                  <a:pt x="1202" y="2844"/>
                </a:lnTo>
                <a:lnTo>
                  <a:pt x="1180" y="2862"/>
                </a:lnTo>
                <a:lnTo>
                  <a:pt x="1162" y="2884"/>
                </a:lnTo>
                <a:lnTo>
                  <a:pt x="1149" y="2910"/>
                </a:lnTo>
                <a:lnTo>
                  <a:pt x="1139" y="2935"/>
                </a:lnTo>
                <a:lnTo>
                  <a:pt x="1135" y="2963"/>
                </a:lnTo>
                <a:lnTo>
                  <a:pt x="1135" y="2990"/>
                </a:lnTo>
                <a:lnTo>
                  <a:pt x="1140" y="3018"/>
                </a:lnTo>
                <a:lnTo>
                  <a:pt x="1150" y="3044"/>
                </a:lnTo>
                <a:lnTo>
                  <a:pt x="1165" y="3068"/>
                </a:lnTo>
                <a:lnTo>
                  <a:pt x="1180" y="3088"/>
                </a:lnTo>
                <a:lnTo>
                  <a:pt x="1200" y="3105"/>
                </a:lnTo>
                <a:lnTo>
                  <a:pt x="1222" y="3118"/>
                </a:lnTo>
                <a:lnTo>
                  <a:pt x="1246" y="3128"/>
                </a:lnTo>
                <a:lnTo>
                  <a:pt x="1273" y="3134"/>
                </a:lnTo>
                <a:lnTo>
                  <a:pt x="1305" y="3136"/>
                </a:lnTo>
                <a:lnTo>
                  <a:pt x="1336" y="3131"/>
                </a:lnTo>
                <a:lnTo>
                  <a:pt x="1367" y="3121"/>
                </a:lnTo>
                <a:lnTo>
                  <a:pt x="1395" y="3105"/>
                </a:lnTo>
                <a:lnTo>
                  <a:pt x="2022" y="2650"/>
                </a:lnTo>
                <a:lnTo>
                  <a:pt x="2038" y="2643"/>
                </a:lnTo>
                <a:lnTo>
                  <a:pt x="2053" y="2639"/>
                </a:lnTo>
                <a:lnTo>
                  <a:pt x="2068" y="2638"/>
                </a:lnTo>
                <a:lnTo>
                  <a:pt x="2090" y="2641"/>
                </a:lnTo>
                <a:lnTo>
                  <a:pt x="2110" y="2649"/>
                </a:lnTo>
                <a:lnTo>
                  <a:pt x="2127" y="2663"/>
                </a:lnTo>
                <a:lnTo>
                  <a:pt x="2140" y="2680"/>
                </a:lnTo>
                <a:lnTo>
                  <a:pt x="2148" y="2699"/>
                </a:lnTo>
                <a:lnTo>
                  <a:pt x="2150" y="2722"/>
                </a:lnTo>
                <a:lnTo>
                  <a:pt x="2148" y="2739"/>
                </a:lnTo>
                <a:lnTo>
                  <a:pt x="2140" y="2755"/>
                </a:lnTo>
                <a:lnTo>
                  <a:pt x="2131" y="2769"/>
                </a:lnTo>
                <a:lnTo>
                  <a:pt x="2117" y="2781"/>
                </a:lnTo>
                <a:lnTo>
                  <a:pt x="1724" y="3077"/>
                </a:lnTo>
                <a:lnTo>
                  <a:pt x="1705" y="3093"/>
                </a:lnTo>
                <a:lnTo>
                  <a:pt x="1691" y="3111"/>
                </a:lnTo>
                <a:lnTo>
                  <a:pt x="1681" y="3133"/>
                </a:lnTo>
                <a:lnTo>
                  <a:pt x="1674" y="3155"/>
                </a:lnTo>
                <a:lnTo>
                  <a:pt x="1671" y="3178"/>
                </a:lnTo>
                <a:lnTo>
                  <a:pt x="1675" y="3201"/>
                </a:lnTo>
                <a:lnTo>
                  <a:pt x="1682" y="3223"/>
                </a:lnTo>
                <a:lnTo>
                  <a:pt x="1694" y="3241"/>
                </a:lnTo>
                <a:lnTo>
                  <a:pt x="1710" y="3259"/>
                </a:lnTo>
                <a:lnTo>
                  <a:pt x="1730" y="3273"/>
                </a:lnTo>
                <a:lnTo>
                  <a:pt x="1751" y="3284"/>
                </a:lnTo>
                <a:lnTo>
                  <a:pt x="1772" y="3291"/>
                </a:lnTo>
                <a:lnTo>
                  <a:pt x="1796" y="3292"/>
                </a:lnTo>
                <a:lnTo>
                  <a:pt x="1819" y="3290"/>
                </a:lnTo>
                <a:lnTo>
                  <a:pt x="1841" y="3283"/>
                </a:lnTo>
                <a:lnTo>
                  <a:pt x="1859" y="3270"/>
                </a:lnTo>
                <a:lnTo>
                  <a:pt x="1895" y="3247"/>
                </a:lnTo>
                <a:lnTo>
                  <a:pt x="1898" y="3214"/>
                </a:lnTo>
                <a:lnTo>
                  <a:pt x="1905" y="3181"/>
                </a:lnTo>
                <a:lnTo>
                  <a:pt x="1919" y="3150"/>
                </a:lnTo>
                <a:lnTo>
                  <a:pt x="1937" y="3121"/>
                </a:lnTo>
                <a:lnTo>
                  <a:pt x="1959" y="3094"/>
                </a:lnTo>
                <a:lnTo>
                  <a:pt x="1986" y="3071"/>
                </a:lnTo>
                <a:lnTo>
                  <a:pt x="2015" y="3054"/>
                </a:lnTo>
                <a:lnTo>
                  <a:pt x="2048" y="3041"/>
                </a:lnTo>
                <a:lnTo>
                  <a:pt x="2081" y="3035"/>
                </a:lnTo>
                <a:lnTo>
                  <a:pt x="2115" y="3034"/>
                </a:lnTo>
                <a:lnTo>
                  <a:pt x="2148" y="3039"/>
                </a:lnTo>
                <a:lnTo>
                  <a:pt x="2221" y="2993"/>
                </a:lnTo>
                <a:lnTo>
                  <a:pt x="2221" y="2960"/>
                </a:lnTo>
                <a:lnTo>
                  <a:pt x="2226" y="2927"/>
                </a:lnTo>
                <a:lnTo>
                  <a:pt x="2235" y="2895"/>
                </a:lnTo>
                <a:lnTo>
                  <a:pt x="2249" y="2864"/>
                </a:lnTo>
                <a:lnTo>
                  <a:pt x="2267" y="2836"/>
                </a:lnTo>
                <a:lnTo>
                  <a:pt x="2290" y="2809"/>
                </a:lnTo>
                <a:lnTo>
                  <a:pt x="2317" y="2787"/>
                </a:lnTo>
                <a:lnTo>
                  <a:pt x="2350" y="2769"/>
                </a:lnTo>
                <a:lnTo>
                  <a:pt x="2384" y="2755"/>
                </a:lnTo>
                <a:lnTo>
                  <a:pt x="2418" y="2748"/>
                </a:lnTo>
                <a:lnTo>
                  <a:pt x="2453" y="2747"/>
                </a:lnTo>
                <a:lnTo>
                  <a:pt x="2489" y="2752"/>
                </a:lnTo>
                <a:lnTo>
                  <a:pt x="2522" y="2760"/>
                </a:lnTo>
                <a:lnTo>
                  <a:pt x="2555" y="2775"/>
                </a:lnTo>
                <a:lnTo>
                  <a:pt x="2581" y="2755"/>
                </a:lnTo>
                <a:lnTo>
                  <a:pt x="2578" y="2719"/>
                </a:lnTo>
                <a:lnTo>
                  <a:pt x="2580" y="2682"/>
                </a:lnTo>
                <a:lnTo>
                  <a:pt x="2587" y="2646"/>
                </a:lnTo>
                <a:lnTo>
                  <a:pt x="2601" y="2613"/>
                </a:lnTo>
                <a:lnTo>
                  <a:pt x="2620" y="2581"/>
                </a:lnTo>
                <a:lnTo>
                  <a:pt x="2645" y="2553"/>
                </a:lnTo>
                <a:lnTo>
                  <a:pt x="2674" y="2529"/>
                </a:lnTo>
                <a:lnTo>
                  <a:pt x="2679" y="2524"/>
                </a:lnTo>
                <a:lnTo>
                  <a:pt x="2710" y="2505"/>
                </a:lnTo>
                <a:lnTo>
                  <a:pt x="2745" y="2493"/>
                </a:lnTo>
                <a:lnTo>
                  <a:pt x="2779" y="2486"/>
                </a:lnTo>
                <a:lnTo>
                  <a:pt x="2814" y="2485"/>
                </a:lnTo>
                <a:lnTo>
                  <a:pt x="2848" y="2488"/>
                </a:lnTo>
                <a:lnTo>
                  <a:pt x="2882" y="2497"/>
                </a:lnTo>
                <a:lnTo>
                  <a:pt x="2914" y="2510"/>
                </a:lnTo>
                <a:lnTo>
                  <a:pt x="2944" y="2527"/>
                </a:lnTo>
                <a:lnTo>
                  <a:pt x="2949" y="2527"/>
                </a:lnTo>
                <a:lnTo>
                  <a:pt x="2946" y="2518"/>
                </a:lnTo>
                <a:lnTo>
                  <a:pt x="2925" y="2482"/>
                </a:lnTo>
                <a:lnTo>
                  <a:pt x="2910" y="2447"/>
                </a:lnTo>
                <a:lnTo>
                  <a:pt x="2902" y="2409"/>
                </a:lnTo>
                <a:lnTo>
                  <a:pt x="2900" y="2372"/>
                </a:lnTo>
                <a:lnTo>
                  <a:pt x="2904" y="2334"/>
                </a:lnTo>
                <a:lnTo>
                  <a:pt x="2913" y="2297"/>
                </a:lnTo>
                <a:lnTo>
                  <a:pt x="2929" y="2262"/>
                </a:lnTo>
                <a:lnTo>
                  <a:pt x="2948" y="2229"/>
                </a:lnTo>
                <a:lnTo>
                  <a:pt x="2974" y="2199"/>
                </a:lnTo>
                <a:lnTo>
                  <a:pt x="3004" y="2173"/>
                </a:lnTo>
                <a:lnTo>
                  <a:pt x="3037" y="2154"/>
                </a:lnTo>
                <a:lnTo>
                  <a:pt x="3071" y="2140"/>
                </a:lnTo>
                <a:lnTo>
                  <a:pt x="3108" y="2133"/>
                </a:lnTo>
                <a:lnTo>
                  <a:pt x="3143" y="2130"/>
                </a:lnTo>
                <a:lnTo>
                  <a:pt x="3179" y="2133"/>
                </a:lnTo>
                <a:lnTo>
                  <a:pt x="3215" y="2140"/>
                </a:lnTo>
                <a:lnTo>
                  <a:pt x="3249" y="2154"/>
                </a:lnTo>
                <a:lnTo>
                  <a:pt x="3281" y="2172"/>
                </a:lnTo>
                <a:lnTo>
                  <a:pt x="3310" y="2194"/>
                </a:lnTo>
                <a:lnTo>
                  <a:pt x="3584" y="1877"/>
                </a:lnTo>
                <a:lnTo>
                  <a:pt x="3630" y="1826"/>
                </a:lnTo>
                <a:lnTo>
                  <a:pt x="3680" y="1780"/>
                </a:lnTo>
                <a:lnTo>
                  <a:pt x="3733" y="1737"/>
                </a:lnTo>
                <a:lnTo>
                  <a:pt x="3787" y="1697"/>
                </a:lnTo>
                <a:lnTo>
                  <a:pt x="3846" y="1661"/>
                </a:lnTo>
                <a:lnTo>
                  <a:pt x="4019" y="1563"/>
                </a:lnTo>
                <a:lnTo>
                  <a:pt x="4019" y="1760"/>
                </a:lnTo>
                <a:lnTo>
                  <a:pt x="3893" y="1832"/>
                </a:lnTo>
                <a:lnTo>
                  <a:pt x="3829" y="1873"/>
                </a:lnTo>
                <a:lnTo>
                  <a:pt x="3768" y="1921"/>
                </a:lnTo>
                <a:lnTo>
                  <a:pt x="3711" y="1972"/>
                </a:lnTo>
                <a:lnTo>
                  <a:pt x="3658" y="2028"/>
                </a:lnTo>
                <a:lnTo>
                  <a:pt x="3404" y="2325"/>
                </a:lnTo>
                <a:lnTo>
                  <a:pt x="3521" y="2492"/>
                </a:lnTo>
                <a:lnTo>
                  <a:pt x="3541" y="2527"/>
                </a:lnTo>
                <a:lnTo>
                  <a:pt x="3556" y="2563"/>
                </a:lnTo>
                <a:lnTo>
                  <a:pt x="3563" y="2600"/>
                </a:lnTo>
                <a:lnTo>
                  <a:pt x="3566" y="2638"/>
                </a:lnTo>
                <a:lnTo>
                  <a:pt x="3562" y="2676"/>
                </a:lnTo>
                <a:lnTo>
                  <a:pt x="3552" y="2713"/>
                </a:lnTo>
                <a:lnTo>
                  <a:pt x="3538" y="2748"/>
                </a:lnTo>
                <a:lnTo>
                  <a:pt x="3518" y="2781"/>
                </a:lnTo>
                <a:lnTo>
                  <a:pt x="3493" y="2811"/>
                </a:lnTo>
                <a:lnTo>
                  <a:pt x="3462" y="2837"/>
                </a:lnTo>
                <a:lnTo>
                  <a:pt x="3429" y="2856"/>
                </a:lnTo>
                <a:lnTo>
                  <a:pt x="3395" y="2870"/>
                </a:lnTo>
                <a:lnTo>
                  <a:pt x="3359" y="2877"/>
                </a:lnTo>
                <a:lnTo>
                  <a:pt x="3322" y="2879"/>
                </a:lnTo>
                <a:lnTo>
                  <a:pt x="3285" y="2877"/>
                </a:lnTo>
                <a:lnTo>
                  <a:pt x="3250" y="2870"/>
                </a:lnTo>
                <a:lnTo>
                  <a:pt x="3216" y="2856"/>
                </a:lnTo>
                <a:lnTo>
                  <a:pt x="3184" y="2838"/>
                </a:lnTo>
                <a:lnTo>
                  <a:pt x="3156" y="2816"/>
                </a:lnTo>
                <a:lnTo>
                  <a:pt x="3170" y="2849"/>
                </a:lnTo>
                <a:lnTo>
                  <a:pt x="3178" y="2884"/>
                </a:lnTo>
                <a:lnTo>
                  <a:pt x="3181" y="2920"/>
                </a:lnTo>
                <a:lnTo>
                  <a:pt x="3178" y="2955"/>
                </a:lnTo>
                <a:lnTo>
                  <a:pt x="3170" y="2990"/>
                </a:lnTo>
                <a:lnTo>
                  <a:pt x="3156" y="3022"/>
                </a:lnTo>
                <a:lnTo>
                  <a:pt x="3138" y="3054"/>
                </a:lnTo>
                <a:lnTo>
                  <a:pt x="3114" y="3080"/>
                </a:lnTo>
                <a:lnTo>
                  <a:pt x="3084" y="3105"/>
                </a:lnTo>
                <a:lnTo>
                  <a:pt x="3080" y="3110"/>
                </a:lnTo>
                <a:lnTo>
                  <a:pt x="3048" y="3128"/>
                </a:lnTo>
                <a:lnTo>
                  <a:pt x="3013" y="3141"/>
                </a:lnTo>
                <a:lnTo>
                  <a:pt x="2977" y="3147"/>
                </a:lnTo>
                <a:lnTo>
                  <a:pt x="2941" y="3149"/>
                </a:lnTo>
                <a:lnTo>
                  <a:pt x="2905" y="3145"/>
                </a:lnTo>
                <a:lnTo>
                  <a:pt x="2870" y="3135"/>
                </a:lnTo>
                <a:lnTo>
                  <a:pt x="2837" y="3119"/>
                </a:lnTo>
                <a:lnTo>
                  <a:pt x="2807" y="3099"/>
                </a:lnTo>
                <a:lnTo>
                  <a:pt x="2780" y="3073"/>
                </a:lnTo>
                <a:lnTo>
                  <a:pt x="2786" y="3105"/>
                </a:lnTo>
                <a:lnTo>
                  <a:pt x="2788" y="3138"/>
                </a:lnTo>
                <a:lnTo>
                  <a:pt x="2786" y="3169"/>
                </a:lnTo>
                <a:lnTo>
                  <a:pt x="2780" y="3201"/>
                </a:lnTo>
                <a:lnTo>
                  <a:pt x="2769" y="3231"/>
                </a:lnTo>
                <a:lnTo>
                  <a:pt x="2754" y="3259"/>
                </a:lnTo>
                <a:lnTo>
                  <a:pt x="2735" y="3286"/>
                </a:lnTo>
                <a:lnTo>
                  <a:pt x="2710" y="3309"/>
                </a:lnTo>
                <a:lnTo>
                  <a:pt x="2682" y="3330"/>
                </a:lnTo>
                <a:lnTo>
                  <a:pt x="2651" y="3346"/>
                </a:lnTo>
                <a:lnTo>
                  <a:pt x="2617" y="3357"/>
                </a:lnTo>
                <a:lnTo>
                  <a:pt x="2581" y="3362"/>
                </a:lnTo>
                <a:lnTo>
                  <a:pt x="2546" y="3362"/>
                </a:lnTo>
                <a:lnTo>
                  <a:pt x="2512" y="3356"/>
                </a:lnTo>
                <a:lnTo>
                  <a:pt x="2479" y="3346"/>
                </a:lnTo>
                <a:lnTo>
                  <a:pt x="2447" y="3330"/>
                </a:lnTo>
                <a:lnTo>
                  <a:pt x="2418" y="3309"/>
                </a:lnTo>
                <a:lnTo>
                  <a:pt x="2393" y="3285"/>
                </a:lnTo>
                <a:lnTo>
                  <a:pt x="2369" y="3257"/>
                </a:lnTo>
                <a:lnTo>
                  <a:pt x="2363" y="3247"/>
                </a:lnTo>
                <a:lnTo>
                  <a:pt x="2373" y="3280"/>
                </a:lnTo>
                <a:lnTo>
                  <a:pt x="2378" y="3315"/>
                </a:lnTo>
                <a:lnTo>
                  <a:pt x="2377" y="3351"/>
                </a:lnTo>
                <a:lnTo>
                  <a:pt x="2369" y="3385"/>
                </a:lnTo>
                <a:lnTo>
                  <a:pt x="2356" y="3419"/>
                </a:lnTo>
                <a:lnTo>
                  <a:pt x="2339" y="3449"/>
                </a:lnTo>
                <a:lnTo>
                  <a:pt x="2316" y="3476"/>
                </a:lnTo>
                <a:lnTo>
                  <a:pt x="2289" y="3501"/>
                </a:lnTo>
                <a:lnTo>
                  <a:pt x="2260" y="3516"/>
                </a:lnTo>
                <a:lnTo>
                  <a:pt x="2229" y="3529"/>
                </a:lnTo>
                <a:lnTo>
                  <a:pt x="2196" y="3536"/>
                </a:lnTo>
                <a:lnTo>
                  <a:pt x="2163" y="3537"/>
                </a:lnTo>
                <a:lnTo>
                  <a:pt x="2131" y="3535"/>
                </a:lnTo>
                <a:lnTo>
                  <a:pt x="2099" y="3526"/>
                </a:lnTo>
                <a:lnTo>
                  <a:pt x="2070" y="3514"/>
                </a:lnTo>
                <a:lnTo>
                  <a:pt x="2042" y="3497"/>
                </a:lnTo>
                <a:lnTo>
                  <a:pt x="2016" y="3475"/>
                </a:lnTo>
                <a:lnTo>
                  <a:pt x="1994" y="3449"/>
                </a:lnTo>
                <a:lnTo>
                  <a:pt x="1958" y="3397"/>
                </a:lnTo>
                <a:lnTo>
                  <a:pt x="1953" y="3397"/>
                </a:lnTo>
                <a:lnTo>
                  <a:pt x="1920" y="3416"/>
                </a:lnTo>
                <a:lnTo>
                  <a:pt x="1886" y="3432"/>
                </a:lnTo>
                <a:lnTo>
                  <a:pt x="1850" y="3442"/>
                </a:lnTo>
                <a:lnTo>
                  <a:pt x="1815" y="3448"/>
                </a:lnTo>
                <a:lnTo>
                  <a:pt x="1779" y="3448"/>
                </a:lnTo>
                <a:lnTo>
                  <a:pt x="1748" y="3447"/>
                </a:lnTo>
                <a:lnTo>
                  <a:pt x="1704" y="3435"/>
                </a:lnTo>
                <a:lnTo>
                  <a:pt x="1664" y="3418"/>
                </a:lnTo>
                <a:lnTo>
                  <a:pt x="1627" y="3396"/>
                </a:lnTo>
                <a:lnTo>
                  <a:pt x="1596" y="3368"/>
                </a:lnTo>
                <a:lnTo>
                  <a:pt x="1568" y="3336"/>
                </a:lnTo>
                <a:lnTo>
                  <a:pt x="1550" y="3307"/>
                </a:lnTo>
                <a:lnTo>
                  <a:pt x="1536" y="3278"/>
                </a:lnTo>
                <a:lnTo>
                  <a:pt x="1525" y="3246"/>
                </a:lnTo>
                <a:lnTo>
                  <a:pt x="1519" y="3212"/>
                </a:lnTo>
                <a:lnTo>
                  <a:pt x="1487" y="3236"/>
                </a:lnTo>
                <a:lnTo>
                  <a:pt x="1451" y="3259"/>
                </a:lnTo>
                <a:lnTo>
                  <a:pt x="1412" y="3276"/>
                </a:lnTo>
                <a:lnTo>
                  <a:pt x="1370" y="3289"/>
                </a:lnTo>
                <a:lnTo>
                  <a:pt x="1328" y="3295"/>
                </a:lnTo>
                <a:lnTo>
                  <a:pt x="1283" y="3296"/>
                </a:lnTo>
                <a:lnTo>
                  <a:pt x="1264" y="3295"/>
                </a:lnTo>
                <a:lnTo>
                  <a:pt x="1247" y="3293"/>
                </a:lnTo>
                <a:lnTo>
                  <a:pt x="1206" y="3284"/>
                </a:lnTo>
                <a:lnTo>
                  <a:pt x="1167" y="3269"/>
                </a:lnTo>
                <a:lnTo>
                  <a:pt x="1130" y="3251"/>
                </a:lnTo>
                <a:lnTo>
                  <a:pt x="1096" y="3226"/>
                </a:lnTo>
                <a:lnTo>
                  <a:pt x="1066" y="3198"/>
                </a:lnTo>
                <a:lnTo>
                  <a:pt x="1038" y="3167"/>
                </a:lnTo>
                <a:lnTo>
                  <a:pt x="1014" y="3128"/>
                </a:lnTo>
                <a:lnTo>
                  <a:pt x="994" y="3086"/>
                </a:lnTo>
                <a:lnTo>
                  <a:pt x="982" y="3043"/>
                </a:lnTo>
                <a:lnTo>
                  <a:pt x="977" y="2998"/>
                </a:lnTo>
                <a:lnTo>
                  <a:pt x="979" y="2952"/>
                </a:lnTo>
                <a:lnTo>
                  <a:pt x="957" y="2951"/>
                </a:lnTo>
                <a:lnTo>
                  <a:pt x="933" y="2950"/>
                </a:lnTo>
                <a:lnTo>
                  <a:pt x="909" y="2949"/>
                </a:lnTo>
                <a:lnTo>
                  <a:pt x="869" y="2944"/>
                </a:lnTo>
                <a:lnTo>
                  <a:pt x="828" y="2937"/>
                </a:lnTo>
                <a:lnTo>
                  <a:pt x="792" y="2924"/>
                </a:lnTo>
                <a:lnTo>
                  <a:pt x="756" y="2907"/>
                </a:lnTo>
                <a:lnTo>
                  <a:pt x="724" y="2887"/>
                </a:lnTo>
                <a:lnTo>
                  <a:pt x="694" y="2861"/>
                </a:lnTo>
                <a:lnTo>
                  <a:pt x="668" y="2829"/>
                </a:lnTo>
                <a:lnTo>
                  <a:pt x="646" y="2794"/>
                </a:lnTo>
                <a:lnTo>
                  <a:pt x="629" y="2759"/>
                </a:lnTo>
                <a:lnTo>
                  <a:pt x="618" y="2721"/>
                </a:lnTo>
                <a:lnTo>
                  <a:pt x="610" y="2682"/>
                </a:lnTo>
                <a:lnTo>
                  <a:pt x="608" y="2641"/>
                </a:lnTo>
                <a:lnTo>
                  <a:pt x="566" y="2646"/>
                </a:lnTo>
                <a:lnTo>
                  <a:pt x="523" y="2646"/>
                </a:lnTo>
                <a:lnTo>
                  <a:pt x="504" y="2646"/>
                </a:lnTo>
                <a:lnTo>
                  <a:pt x="486" y="2644"/>
                </a:lnTo>
                <a:lnTo>
                  <a:pt x="446" y="2635"/>
                </a:lnTo>
                <a:lnTo>
                  <a:pt x="407" y="2620"/>
                </a:lnTo>
                <a:lnTo>
                  <a:pt x="370" y="2600"/>
                </a:lnTo>
                <a:lnTo>
                  <a:pt x="336" y="2577"/>
                </a:lnTo>
                <a:lnTo>
                  <a:pt x="305" y="2549"/>
                </a:lnTo>
                <a:lnTo>
                  <a:pt x="277" y="2518"/>
                </a:lnTo>
                <a:lnTo>
                  <a:pt x="256" y="2481"/>
                </a:lnTo>
                <a:lnTo>
                  <a:pt x="241" y="2442"/>
                </a:lnTo>
                <a:lnTo>
                  <a:pt x="230" y="2403"/>
                </a:lnTo>
                <a:lnTo>
                  <a:pt x="224" y="2363"/>
                </a:lnTo>
                <a:lnTo>
                  <a:pt x="224" y="2322"/>
                </a:lnTo>
                <a:lnTo>
                  <a:pt x="229" y="2281"/>
                </a:lnTo>
                <a:lnTo>
                  <a:pt x="238" y="2241"/>
                </a:lnTo>
                <a:lnTo>
                  <a:pt x="252" y="2203"/>
                </a:lnTo>
                <a:lnTo>
                  <a:pt x="270" y="2167"/>
                </a:lnTo>
                <a:lnTo>
                  <a:pt x="295" y="2133"/>
                </a:lnTo>
                <a:lnTo>
                  <a:pt x="323" y="2101"/>
                </a:lnTo>
                <a:lnTo>
                  <a:pt x="356" y="2073"/>
                </a:lnTo>
                <a:lnTo>
                  <a:pt x="409" y="2031"/>
                </a:lnTo>
                <a:lnTo>
                  <a:pt x="378" y="1972"/>
                </a:lnTo>
                <a:lnTo>
                  <a:pt x="341" y="1916"/>
                </a:lnTo>
                <a:lnTo>
                  <a:pt x="300" y="1865"/>
                </a:lnTo>
                <a:lnTo>
                  <a:pt x="253" y="1816"/>
                </a:lnTo>
                <a:lnTo>
                  <a:pt x="203" y="1772"/>
                </a:lnTo>
                <a:lnTo>
                  <a:pt x="150" y="1733"/>
                </a:lnTo>
                <a:lnTo>
                  <a:pt x="93" y="1698"/>
                </a:lnTo>
                <a:lnTo>
                  <a:pt x="0" y="164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93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13">
            <a:extLst>
              <a:ext uri="{FF2B5EF4-FFF2-40B4-BE49-F238E27FC236}">
                <a16:creationId xmlns:a16="http://schemas.microsoft.com/office/drawing/2014/main" id="{557A0266-60B5-4C29-A6BE-C44A3A5212AA}"/>
              </a:ext>
            </a:extLst>
          </p:cNvPr>
          <p:cNvSpPr>
            <a:spLocks noEditPoints="1"/>
          </p:cNvSpPr>
          <p:nvPr/>
        </p:nvSpPr>
        <p:spPr bwMode="auto">
          <a:xfrm>
            <a:off x="2325673" y="2096855"/>
            <a:ext cx="282041" cy="263991"/>
          </a:xfrm>
          <a:custGeom>
            <a:avLst/>
            <a:gdLst>
              <a:gd name="T0" fmla="*/ 2221 w 3375"/>
              <a:gd name="T1" fmla="*/ 1236 h 3159"/>
              <a:gd name="T2" fmla="*/ 2242 w 3375"/>
              <a:gd name="T3" fmla="*/ 1252 h 3159"/>
              <a:gd name="T4" fmla="*/ 2246 w 3375"/>
              <a:gd name="T5" fmla="*/ 1178 h 3159"/>
              <a:gd name="T6" fmla="*/ 2443 w 3375"/>
              <a:gd name="T7" fmla="*/ 1830 h 3159"/>
              <a:gd name="T8" fmla="*/ 1518 w 3375"/>
              <a:gd name="T9" fmla="*/ 982 h 3159"/>
              <a:gd name="T10" fmla="*/ 1704 w 3375"/>
              <a:gd name="T11" fmla="*/ 1062 h 3159"/>
              <a:gd name="T12" fmla="*/ 1771 w 3375"/>
              <a:gd name="T13" fmla="*/ 1272 h 3159"/>
              <a:gd name="T14" fmla="*/ 1664 w 3375"/>
              <a:gd name="T15" fmla="*/ 1457 h 3159"/>
              <a:gd name="T16" fmla="*/ 1501 w 3375"/>
              <a:gd name="T17" fmla="*/ 1570 h 3159"/>
              <a:gd name="T18" fmla="*/ 1787 w 3375"/>
              <a:gd name="T19" fmla="*/ 1655 h 3159"/>
              <a:gd name="T20" fmla="*/ 1208 w 3375"/>
              <a:gd name="T21" fmla="*/ 1662 h 3159"/>
              <a:gd name="T22" fmla="*/ 1331 w 3375"/>
              <a:gd name="T23" fmla="*/ 1466 h 3159"/>
              <a:gd name="T24" fmla="*/ 1494 w 3375"/>
              <a:gd name="T25" fmla="*/ 1347 h 3159"/>
              <a:gd name="T26" fmla="*/ 1558 w 3375"/>
              <a:gd name="T27" fmla="*/ 1236 h 3159"/>
              <a:gd name="T28" fmla="*/ 1470 w 3375"/>
              <a:gd name="T29" fmla="*/ 1173 h 3159"/>
              <a:gd name="T30" fmla="*/ 1358 w 3375"/>
              <a:gd name="T31" fmla="*/ 1243 h 3159"/>
              <a:gd name="T32" fmla="*/ 1203 w 3375"/>
              <a:gd name="T33" fmla="*/ 1144 h 3159"/>
              <a:gd name="T34" fmla="*/ 1300 w 3375"/>
              <a:gd name="T35" fmla="*/ 1038 h 3159"/>
              <a:gd name="T36" fmla="*/ 422 w 3375"/>
              <a:gd name="T37" fmla="*/ 734 h 3159"/>
              <a:gd name="T38" fmla="*/ 646 w 3375"/>
              <a:gd name="T39" fmla="*/ 863 h 3159"/>
              <a:gd name="T40" fmla="*/ 822 w 3375"/>
              <a:gd name="T41" fmla="*/ 1130 h 3159"/>
              <a:gd name="T42" fmla="*/ 827 w 3375"/>
              <a:gd name="T43" fmla="*/ 1309 h 3159"/>
              <a:gd name="T44" fmla="*/ 726 w 3375"/>
              <a:gd name="T45" fmla="*/ 1446 h 3159"/>
              <a:gd name="T46" fmla="*/ 639 w 3375"/>
              <a:gd name="T47" fmla="*/ 1590 h 3159"/>
              <a:gd name="T48" fmla="*/ 738 w 3375"/>
              <a:gd name="T49" fmla="*/ 1805 h 3159"/>
              <a:gd name="T50" fmla="*/ 955 w 3375"/>
              <a:gd name="T51" fmla="*/ 2061 h 3159"/>
              <a:gd name="T52" fmla="*/ 1210 w 3375"/>
              <a:gd name="T53" fmla="*/ 2306 h 3159"/>
              <a:gd name="T54" fmla="*/ 1454 w 3375"/>
              <a:gd name="T55" fmla="*/ 2483 h 3159"/>
              <a:gd name="T56" fmla="*/ 1636 w 3375"/>
              <a:gd name="T57" fmla="*/ 2506 h 3159"/>
              <a:gd name="T58" fmla="*/ 1770 w 3375"/>
              <a:gd name="T59" fmla="*/ 2381 h 3159"/>
              <a:gd name="T60" fmla="*/ 1919 w 3375"/>
              <a:gd name="T61" fmla="*/ 2316 h 3159"/>
              <a:gd name="T62" fmla="*/ 2131 w 3375"/>
              <a:gd name="T63" fmla="*/ 2388 h 3159"/>
              <a:gd name="T64" fmla="*/ 2384 w 3375"/>
              <a:gd name="T65" fmla="*/ 2614 h 3159"/>
              <a:gd name="T66" fmla="*/ 2412 w 3375"/>
              <a:gd name="T67" fmla="*/ 2819 h 3159"/>
              <a:gd name="T68" fmla="*/ 2291 w 3375"/>
              <a:gd name="T69" fmla="*/ 2989 h 3159"/>
              <a:gd name="T70" fmla="*/ 2131 w 3375"/>
              <a:gd name="T71" fmla="*/ 3129 h 3159"/>
              <a:gd name="T72" fmla="*/ 1830 w 3375"/>
              <a:gd name="T73" fmla="*/ 3144 h 3159"/>
              <a:gd name="T74" fmla="*/ 1384 w 3375"/>
              <a:gd name="T75" fmla="*/ 2974 h 3159"/>
              <a:gd name="T76" fmla="*/ 859 w 3375"/>
              <a:gd name="T77" fmla="*/ 2602 h 3159"/>
              <a:gd name="T78" fmla="*/ 372 w 3375"/>
              <a:gd name="T79" fmla="*/ 2070 h 3159"/>
              <a:gd name="T80" fmla="*/ 89 w 3375"/>
              <a:gd name="T81" fmla="*/ 1571 h 3159"/>
              <a:gd name="T82" fmla="*/ 0 w 3375"/>
              <a:gd name="T83" fmla="*/ 1179 h 3159"/>
              <a:gd name="T84" fmla="*/ 86 w 3375"/>
              <a:gd name="T85" fmla="*/ 956 h 3159"/>
              <a:gd name="T86" fmla="*/ 239 w 3375"/>
              <a:gd name="T87" fmla="*/ 807 h 3159"/>
              <a:gd name="T88" fmla="*/ 422 w 3375"/>
              <a:gd name="T89" fmla="*/ 734 h 3159"/>
              <a:gd name="T90" fmla="*/ 2434 w 3375"/>
              <a:gd name="T91" fmla="*/ 110 h 3159"/>
              <a:gd name="T92" fmla="*/ 2966 w 3375"/>
              <a:gd name="T93" fmla="*/ 475 h 3159"/>
              <a:gd name="T94" fmla="*/ 3298 w 3375"/>
              <a:gd name="T95" fmla="*/ 1030 h 3159"/>
              <a:gd name="T96" fmla="*/ 3364 w 3375"/>
              <a:gd name="T97" fmla="*/ 1692 h 3159"/>
              <a:gd name="T98" fmla="*/ 3155 w 3375"/>
              <a:gd name="T99" fmla="*/ 2287 h 3159"/>
              <a:gd name="T100" fmla="*/ 2733 w 3375"/>
              <a:gd name="T101" fmla="*/ 2737 h 3159"/>
              <a:gd name="T102" fmla="*/ 2574 w 3375"/>
              <a:gd name="T103" fmla="*/ 2633 h 3159"/>
              <a:gd name="T104" fmla="*/ 2907 w 3375"/>
              <a:gd name="T105" fmla="*/ 2260 h 3159"/>
              <a:gd name="T106" fmla="*/ 3132 w 3375"/>
              <a:gd name="T107" fmla="*/ 1742 h 3159"/>
              <a:gd name="T108" fmla="*/ 3057 w 3375"/>
              <a:gd name="T109" fmla="*/ 1016 h 3159"/>
              <a:gd name="T110" fmla="*/ 2716 w 3375"/>
              <a:gd name="T111" fmla="*/ 540 h 3159"/>
              <a:gd name="T112" fmla="*/ 2197 w 3375"/>
              <a:gd name="T113" fmla="*/ 264 h 3159"/>
              <a:gd name="T114" fmla="*/ 1463 w 3375"/>
              <a:gd name="T115" fmla="*/ 288 h 3159"/>
              <a:gd name="T116" fmla="*/ 964 w 3375"/>
              <a:gd name="T117" fmla="*/ 598 h 3159"/>
              <a:gd name="T118" fmla="*/ 640 w 3375"/>
              <a:gd name="T119" fmla="*/ 641 h 3159"/>
              <a:gd name="T120" fmla="*/ 1090 w 3375"/>
              <a:gd name="T121" fmla="*/ 220 h 3159"/>
              <a:gd name="T122" fmla="*/ 1683 w 3375"/>
              <a:gd name="T123" fmla="*/ 12 h 3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75" h="3159">
                <a:moveTo>
                  <a:pt x="2246" y="1178"/>
                </a:moveTo>
                <a:lnTo>
                  <a:pt x="2246" y="1180"/>
                </a:lnTo>
                <a:lnTo>
                  <a:pt x="2243" y="1186"/>
                </a:lnTo>
                <a:lnTo>
                  <a:pt x="2240" y="1197"/>
                </a:lnTo>
                <a:lnTo>
                  <a:pt x="2235" y="1208"/>
                </a:lnTo>
                <a:lnTo>
                  <a:pt x="2229" y="1222"/>
                </a:lnTo>
                <a:lnTo>
                  <a:pt x="2221" y="1236"/>
                </a:lnTo>
                <a:lnTo>
                  <a:pt x="2214" y="1251"/>
                </a:lnTo>
                <a:lnTo>
                  <a:pt x="2206" y="1264"/>
                </a:lnTo>
                <a:lnTo>
                  <a:pt x="2079" y="1456"/>
                </a:lnTo>
                <a:lnTo>
                  <a:pt x="2079" y="1458"/>
                </a:lnTo>
                <a:lnTo>
                  <a:pt x="2242" y="1458"/>
                </a:lnTo>
                <a:lnTo>
                  <a:pt x="2242" y="1271"/>
                </a:lnTo>
                <a:lnTo>
                  <a:pt x="2242" y="1252"/>
                </a:lnTo>
                <a:lnTo>
                  <a:pt x="2243" y="1233"/>
                </a:lnTo>
                <a:lnTo>
                  <a:pt x="2245" y="1216"/>
                </a:lnTo>
                <a:lnTo>
                  <a:pt x="2246" y="1201"/>
                </a:lnTo>
                <a:lnTo>
                  <a:pt x="2247" y="1188"/>
                </a:lnTo>
                <a:lnTo>
                  <a:pt x="2248" y="1181"/>
                </a:lnTo>
                <a:lnTo>
                  <a:pt x="2249" y="1178"/>
                </a:lnTo>
                <a:lnTo>
                  <a:pt x="2246" y="1178"/>
                </a:lnTo>
                <a:close/>
                <a:moveTo>
                  <a:pt x="2194" y="995"/>
                </a:moveTo>
                <a:lnTo>
                  <a:pt x="2443" y="995"/>
                </a:lnTo>
                <a:lnTo>
                  <a:pt x="2443" y="1458"/>
                </a:lnTo>
                <a:lnTo>
                  <a:pt x="2543" y="1458"/>
                </a:lnTo>
                <a:lnTo>
                  <a:pt x="2543" y="1627"/>
                </a:lnTo>
                <a:lnTo>
                  <a:pt x="2443" y="1627"/>
                </a:lnTo>
                <a:lnTo>
                  <a:pt x="2443" y="1830"/>
                </a:lnTo>
                <a:lnTo>
                  <a:pt x="2242" y="1830"/>
                </a:lnTo>
                <a:lnTo>
                  <a:pt x="2242" y="1627"/>
                </a:lnTo>
                <a:lnTo>
                  <a:pt x="1872" y="1627"/>
                </a:lnTo>
                <a:lnTo>
                  <a:pt x="1872" y="1503"/>
                </a:lnTo>
                <a:lnTo>
                  <a:pt x="2194" y="995"/>
                </a:lnTo>
                <a:close/>
                <a:moveTo>
                  <a:pt x="1489" y="981"/>
                </a:moveTo>
                <a:lnTo>
                  <a:pt x="1518" y="982"/>
                </a:lnTo>
                <a:lnTo>
                  <a:pt x="1547" y="986"/>
                </a:lnTo>
                <a:lnTo>
                  <a:pt x="1576" y="992"/>
                </a:lnTo>
                <a:lnTo>
                  <a:pt x="1605" y="1000"/>
                </a:lnTo>
                <a:lnTo>
                  <a:pt x="1632" y="1011"/>
                </a:lnTo>
                <a:lnTo>
                  <a:pt x="1658" y="1026"/>
                </a:lnTo>
                <a:lnTo>
                  <a:pt x="1682" y="1042"/>
                </a:lnTo>
                <a:lnTo>
                  <a:pt x="1704" y="1062"/>
                </a:lnTo>
                <a:lnTo>
                  <a:pt x="1724" y="1083"/>
                </a:lnTo>
                <a:lnTo>
                  <a:pt x="1741" y="1109"/>
                </a:lnTo>
                <a:lnTo>
                  <a:pt x="1755" y="1136"/>
                </a:lnTo>
                <a:lnTo>
                  <a:pt x="1765" y="1167"/>
                </a:lnTo>
                <a:lnTo>
                  <a:pt x="1771" y="1200"/>
                </a:lnTo>
                <a:lnTo>
                  <a:pt x="1773" y="1236"/>
                </a:lnTo>
                <a:lnTo>
                  <a:pt x="1771" y="1272"/>
                </a:lnTo>
                <a:lnTo>
                  <a:pt x="1765" y="1305"/>
                </a:lnTo>
                <a:lnTo>
                  <a:pt x="1755" y="1336"/>
                </a:lnTo>
                <a:lnTo>
                  <a:pt x="1742" y="1364"/>
                </a:lnTo>
                <a:lnTo>
                  <a:pt x="1725" y="1390"/>
                </a:lnTo>
                <a:lnTo>
                  <a:pt x="1707" y="1414"/>
                </a:lnTo>
                <a:lnTo>
                  <a:pt x="1686" y="1437"/>
                </a:lnTo>
                <a:lnTo>
                  <a:pt x="1664" y="1457"/>
                </a:lnTo>
                <a:lnTo>
                  <a:pt x="1640" y="1477"/>
                </a:lnTo>
                <a:lnTo>
                  <a:pt x="1617" y="1494"/>
                </a:lnTo>
                <a:lnTo>
                  <a:pt x="1592" y="1510"/>
                </a:lnTo>
                <a:lnTo>
                  <a:pt x="1569" y="1527"/>
                </a:lnTo>
                <a:lnTo>
                  <a:pt x="1545" y="1542"/>
                </a:lnTo>
                <a:lnTo>
                  <a:pt x="1523" y="1556"/>
                </a:lnTo>
                <a:lnTo>
                  <a:pt x="1501" y="1570"/>
                </a:lnTo>
                <a:lnTo>
                  <a:pt x="1483" y="1584"/>
                </a:lnTo>
                <a:lnTo>
                  <a:pt x="1466" y="1597"/>
                </a:lnTo>
                <a:lnTo>
                  <a:pt x="1452" y="1611"/>
                </a:lnTo>
                <a:lnTo>
                  <a:pt x="1441" y="1625"/>
                </a:lnTo>
                <a:lnTo>
                  <a:pt x="1435" y="1639"/>
                </a:lnTo>
                <a:lnTo>
                  <a:pt x="1432" y="1655"/>
                </a:lnTo>
                <a:lnTo>
                  <a:pt x="1787" y="1655"/>
                </a:lnTo>
                <a:lnTo>
                  <a:pt x="1787" y="1830"/>
                </a:lnTo>
                <a:lnTo>
                  <a:pt x="1209" y="1830"/>
                </a:lnTo>
                <a:lnTo>
                  <a:pt x="1204" y="1798"/>
                </a:lnTo>
                <a:lnTo>
                  <a:pt x="1201" y="1768"/>
                </a:lnTo>
                <a:lnTo>
                  <a:pt x="1199" y="1740"/>
                </a:lnTo>
                <a:lnTo>
                  <a:pt x="1202" y="1699"/>
                </a:lnTo>
                <a:lnTo>
                  <a:pt x="1208" y="1662"/>
                </a:lnTo>
                <a:lnTo>
                  <a:pt x="1217" y="1627"/>
                </a:lnTo>
                <a:lnTo>
                  <a:pt x="1230" y="1594"/>
                </a:lnTo>
                <a:lnTo>
                  <a:pt x="1247" y="1565"/>
                </a:lnTo>
                <a:lnTo>
                  <a:pt x="1265" y="1537"/>
                </a:lnTo>
                <a:lnTo>
                  <a:pt x="1286" y="1513"/>
                </a:lnTo>
                <a:lnTo>
                  <a:pt x="1307" y="1489"/>
                </a:lnTo>
                <a:lnTo>
                  <a:pt x="1331" y="1466"/>
                </a:lnTo>
                <a:lnTo>
                  <a:pt x="1355" y="1446"/>
                </a:lnTo>
                <a:lnTo>
                  <a:pt x="1380" y="1428"/>
                </a:lnTo>
                <a:lnTo>
                  <a:pt x="1404" y="1409"/>
                </a:lnTo>
                <a:lnTo>
                  <a:pt x="1428" y="1393"/>
                </a:lnTo>
                <a:lnTo>
                  <a:pt x="1451" y="1377"/>
                </a:lnTo>
                <a:lnTo>
                  <a:pt x="1474" y="1361"/>
                </a:lnTo>
                <a:lnTo>
                  <a:pt x="1494" y="1347"/>
                </a:lnTo>
                <a:lnTo>
                  <a:pt x="1513" y="1332"/>
                </a:lnTo>
                <a:lnTo>
                  <a:pt x="1528" y="1317"/>
                </a:lnTo>
                <a:lnTo>
                  <a:pt x="1541" y="1303"/>
                </a:lnTo>
                <a:lnTo>
                  <a:pt x="1551" y="1288"/>
                </a:lnTo>
                <a:lnTo>
                  <a:pt x="1558" y="1272"/>
                </a:lnTo>
                <a:lnTo>
                  <a:pt x="1560" y="1256"/>
                </a:lnTo>
                <a:lnTo>
                  <a:pt x="1558" y="1236"/>
                </a:lnTo>
                <a:lnTo>
                  <a:pt x="1551" y="1219"/>
                </a:lnTo>
                <a:lnTo>
                  <a:pt x="1542" y="1205"/>
                </a:lnTo>
                <a:lnTo>
                  <a:pt x="1531" y="1192"/>
                </a:lnTo>
                <a:lnTo>
                  <a:pt x="1518" y="1184"/>
                </a:lnTo>
                <a:lnTo>
                  <a:pt x="1502" y="1178"/>
                </a:lnTo>
                <a:lnTo>
                  <a:pt x="1486" y="1175"/>
                </a:lnTo>
                <a:lnTo>
                  <a:pt x="1470" y="1173"/>
                </a:lnTo>
                <a:lnTo>
                  <a:pt x="1447" y="1176"/>
                </a:lnTo>
                <a:lnTo>
                  <a:pt x="1427" y="1182"/>
                </a:lnTo>
                <a:lnTo>
                  <a:pt x="1408" y="1192"/>
                </a:lnTo>
                <a:lnTo>
                  <a:pt x="1392" y="1205"/>
                </a:lnTo>
                <a:lnTo>
                  <a:pt x="1379" y="1218"/>
                </a:lnTo>
                <a:lnTo>
                  <a:pt x="1366" y="1231"/>
                </a:lnTo>
                <a:lnTo>
                  <a:pt x="1358" y="1243"/>
                </a:lnTo>
                <a:lnTo>
                  <a:pt x="1351" y="1253"/>
                </a:lnTo>
                <a:lnTo>
                  <a:pt x="1348" y="1260"/>
                </a:lnTo>
                <a:lnTo>
                  <a:pt x="1346" y="1262"/>
                </a:lnTo>
                <a:lnTo>
                  <a:pt x="1195" y="1161"/>
                </a:lnTo>
                <a:lnTo>
                  <a:pt x="1196" y="1159"/>
                </a:lnTo>
                <a:lnTo>
                  <a:pt x="1199" y="1153"/>
                </a:lnTo>
                <a:lnTo>
                  <a:pt x="1203" y="1144"/>
                </a:lnTo>
                <a:lnTo>
                  <a:pt x="1210" y="1132"/>
                </a:lnTo>
                <a:lnTo>
                  <a:pt x="1219" y="1119"/>
                </a:lnTo>
                <a:lnTo>
                  <a:pt x="1230" y="1103"/>
                </a:lnTo>
                <a:lnTo>
                  <a:pt x="1244" y="1087"/>
                </a:lnTo>
                <a:lnTo>
                  <a:pt x="1260" y="1071"/>
                </a:lnTo>
                <a:lnTo>
                  <a:pt x="1278" y="1054"/>
                </a:lnTo>
                <a:lnTo>
                  <a:pt x="1300" y="1038"/>
                </a:lnTo>
                <a:lnTo>
                  <a:pt x="1324" y="1023"/>
                </a:lnTo>
                <a:lnTo>
                  <a:pt x="1351" y="1008"/>
                </a:lnTo>
                <a:lnTo>
                  <a:pt x="1381" y="997"/>
                </a:lnTo>
                <a:lnTo>
                  <a:pt x="1413" y="989"/>
                </a:lnTo>
                <a:lnTo>
                  <a:pt x="1449" y="983"/>
                </a:lnTo>
                <a:lnTo>
                  <a:pt x="1489" y="981"/>
                </a:lnTo>
                <a:close/>
                <a:moveTo>
                  <a:pt x="422" y="734"/>
                </a:moveTo>
                <a:lnTo>
                  <a:pt x="452" y="738"/>
                </a:lnTo>
                <a:lnTo>
                  <a:pt x="482" y="746"/>
                </a:lnTo>
                <a:lnTo>
                  <a:pt x="513" y="758"/>
                </a:lnTo>
                <a:lnTo>
                  <a:pt x="545" y="775"/>
                </a:lnTo>
                <a:lnTo>
                  <a:pt x="578" y="799"/>
                </a:lnTo>
                <a:lnTo>
                  <a:pt x="612" y="827"/>
                </a:lnTo>
                <a:lnTo>
                  <a:pt x="646" y="863"/>
                </a:lnTo>
                <a:lnTo>
                  <a:pt x="682" y="905"/>
                </a:lnTo>
                <a:lnTo>
                  <a:pt x="716" y="948"/>
                </a:lnTo>
                <a:lnTo>
                  <a:pt x="746" y="990"/>
                </a:lnTo>
                <a:lnTo>
                  <a:pt x="771" y="1028"/>
                </a:lnTo>
                <a:lnTo>
                  <a:pt x="792" y="1065"/>
                </a:lnTo>
                <a:lnTo>
                  <a:pt x="809" y="1098"/>
                </a:lnTo>
                <a:lnTo>
                  <a:pt x="822" y="1130"/>
                </a:lnTo>
                <a:lnTo>
                  <a:pt x="833" y="1161"/>
                </a:lnTo>
                <a:lnTo>
                  <a:pt x="839" y="1188"/>
                </a:lnTo>
                <a:lnTo>
                  <a:pt x="842" y="1215"/>
                </a:lnTo>
                <a:lnTo>
                  <a:pt x="843" y="1240"/>
                </a:lnTo>
                <a:lnTo>
                  <a:pt x="841" y="1264"/>
                </a:lnTo>
                <a:lnTo>
                  <a:pt x="836" y="1288"/>
                </a:lnTo>
                <a:lnTo>
                  <a:pt x="827" y="1309"/>
                </a:lnTo>
                <a:lnTo>
                  <a:pt x="818" y="1329"/>
                </a:lnTo>
                <a:lnTo>
                  <a:pt x="807" y="1350"/>
                </a:lnTo>
                <a:lnTo>
                  <a:pt x="794" y="1369"/>
                </a:lnTo>
                <a:lnTo>
                  <a:pt x="778" y="1389"/>
                </a:lnTo>
                <a:lnTo>
                  <a:pt x="762" y="1408"/>
                </a:lnTo>
                <a:lnTo>
                  <a:pt x="745" y="1428"/>
                </a:lnTo>
                <a:lnTo>
                  <a:pt x="726" y="1446"/>
                </a:lnTo>
                <a:lnTo>
                  <a:pt x="707" y="1465"/>
                </a:lnTo>
                <a:lnTo>
                  <a:pt x="687" y="1485"/>
                </a:lnTo>
                <a:lnTo>
                  <a:pt x="667" y="1505"/>
                </a:lnTo>
                <a:lnTo>
                  <a:pt x="653" y="1523"/>
                </a:lnTo>
                <a:lnTo>
                  <a:pt x="643" y="1543"/>
                </a:lnTo>
                <a:lnTo>
                  <a:pt x="639" y="1566"/>
                </a:lnTo>
                <a:lnTo>
                  <a:pt x="639" y="1590"/>
                </a:lnTo>
                <a:lnTo>
                  <a:pt x="643" y="1616"/>
                </a:lnTo>
                <a:lnTo>
                  <a:pt x="650" y="1644"/>
                </a:lnTo>
                <a:lnTo>
                  <a:pt x="662" y="1674"/>
                </a:lnTo>
                <a:lnTo>
                  <a:pt x="677" y="1705"/>
                </a:lnTo>
                <a:lnTo>
                  <a:pt x="694" y="1737"/>
                </a:lnTo>
                <a:lnTo>
                  <a:pt x="715" y="1770"/>
                </a:lnTo>
                <a:lnTo>
                  <a:pt x="738" y="1805"/>
                </a:lnTo>
                <a:lnTo>
                  <a:pt x="764" y="1840"/>
                </a:lnTo>
                <a:lnTo>
                  <a:pt x="793" y="1876"/>
                </a:lnTo>
                <a:lnTo>
                  <a:pt x="822" y="1912"/>
                </a:lnTo>
                <a:lnTo>
                  <a:pt x="853" y="1949"/>
                </a:lnTo>
                <a:lnTo>
                  <a:pt x="887" y="1986"/>
                </a:lnTo>
                <a:lnTo>
                  <a:pt x="920" y="2023"/>
                </a:lnTo>
                <a:lnTo>
                  <a:pt x="955" y="2061"/>
                </a:lnTo>
                <a:lnTo>
                  <a:pt x="990" y="2096"/>
                </a:lnTo>
                <a:lnTo>
                  <a:pt x="1026" y="2133"/>
                </a:lnTo>
                <a:lnTo>
                  <a:pt x="1063" y="2169"/>
                </a:lnTo>
                <a:lnTo>
                  <a:pt x="1099" y="2205"/>
                </a:lnTo>
                <a:lnTo>
                  <a:pt x="1136" y="2240"/>
                </a:lnTo>
                <a:lnTo>
                  <a:pt x="1173" y="2273"/>
                </a:lnTo>
                <a:lnTo>
                  <a:pt x="1210" y="2306"/>
                </a:lnTo>
                <a:lnTo>
                  <a:pt x="1247" y="2338"/>
                </a:lnTo>
                <a:lnTo>
                  <a:pt x="1284" y="2367"/>
                </a:lnTo>
                <a:lnTo>
                  <a:pt x="1319" y="2395"/>
                </a:lnTo>
                <a:lnTo>
                  <a:pt x="1354" y="2421"/>
                </a:lnTo>
                <a:lnTo>
                  <a:pt x="1389" y="2444"/>
                </a:lnTo>
                <a:lnTo>
                  <a:pt x="1423" y="2465"/>
                </a:lnTo>
                <a:lnTo>
                  <a:pt x="1454" y="2483"/>
                </a:lnTo>
                <a:lnTo>
                  <a:pt x="1486" y="2497"/>
                </a:lnTo>
                <a:lnTo>
                  <a:pt x="1516" y="2509"/>
                </a:lnTo>
                <a:lnTo>
                  <a:pt x="1543" y="2517"/>
                </a:lnTo>
                <a:lnTo>
                  <a:pt x="1570" y="2521"/>
                </a:lnTo>
                <a:lnTo>
                  <a:pt x="1593" y="2520"/>
                </a:lnTo>
                <a:lnTo>
                  <a:pt x="1616" y="2516"/>
                </a:lnTo>
                <a:lnTo>
                  <a:pt x="1636" y="2506"/>
                </a:lnTo>
                <a:lnTo>
                  <a:pt x="1654" y="2492"/>
                </a:lnTo>
                <a:lnTo>
                  <a:pt x="1674" y="2472"/>
                </a:lnTo>
                <a:lnTo>
                  <a:pt x="1694" y="2452"/>
                </a:lnTo>
                <a:lnTo>
                  <a:pt x="1713" y="2433"/>
                </a:lnTo>
                <a:lnTo>
                  <a:pt x="1733" y="2414"/>
                </a:lnTo>
                <a:lnTo>
                  <a:pt x="1751" y="2397"/>
                </a:lnTo>
                <a:lnTo>
                  <a:pt x="1770" y="2381"/>
                </a:lnTo>
                <a:lnTo>
                  <a:pt x="1790" y="2365"/>
                </a:lnTo>
                <a:lnTo>
                  <a:pt x="1809" y="2352"/>
                </a:lnTo>
                <a:lnTo>
                  <a:pt x="1830" y="2341"/>
                </a:lnTo>
                <a:lnTo>
                  <a:pt x="1850" y="2332"/>
                </a:lnTo>
                <a:lnTo>
                  <a:pt x="1873" y="2324"/>
                </a:lnTo>
                <a:lnTo>
                  <a:pt x="1895" y="2319"/>
                </a:lnTo>
                <a:lnTo>
                  <a:pt x="1919" y="2316"/>
                </a:lnTo>
                <a:lnTo>
                  <a:pt x="1944" y="2317"/>
                </a:lnTo>
                <a:lnTo>
                  <a:pt x="1971" y="2320"/>
                </a:lnTo>
                <a:lnTo>
                  <a:pt x="1999" y="2326"/>
                </a:lnTo>
                <a:lnTo>
                  <a:pt x="2029" y="2337"/>
                </a:lnTo>
                <a:lnTo>
                  <a:pt x="2061" y="2350"/>
                </a:lnTo>
                <a:lnTo>
                  <a:pt x="2095" y="2367"/>
                </a:lnTo>
                <a:lnTo>
                  <a:pt x="2131" y="2388"/>
                </a:lnTo>
                <a:lnTo>
                  <a:pt x="2170" y="2413"/>
                </a:lnTo>
                <a:lnTo>
                  <a:pt x="2211" y="2443"/>
                </a:lnTo>
                <a:lnTo>
                  <a:pt x="2255" y="2477"/>
                </a:lnTo>
                <a:lnTo>
                  <a:pt x="2297" y="2513"/>
                </a:lnTo>
                <a:lnTo>
                  <a:pt x="2332" y="2547"/>
                </a:lnTo>
                <a:lnTo>
                  <a:pt x="2360" y="2581"/>
                </a:lnTo>
                <a:lnTo>
                  <a:pt x="2384" y="2614"/>
                </a:lnTo>
                <a:lnTo>
                  <a:pt x="2401" y="2647"/>
                </a:lnTo>
                <a:lnTo>
                  <a:pt x="2414" y="2677"/>
                </a:lnTo>
                <a:lnTo>
                  <a:pt x="2422" y="2707"/>
                </a:lnTo>
                <a:lnTo>
                  <a:pt x="2425" y="2737"/>
                </a:lnTo>
                <a:lnTo>
                  <a:pt x="2424" y="2765"/>
                </a:lnTo>
                <a:lnTo>
                  <a:pt x="2419" y="2793"/>
                </a:lnTo>
                <a:lnTo>
                  <a:pt x="2412" y="2819"/>
                </a:lnTo>
                <a:lnTo>
                  <a:pt x="2400" y="2846"/>
                </a:lnTo>
                <a:lnTo>
                  <a:pt x="2387" y="2872"/>
                </a:lnTo>
                <a:lnTo>
                  <a:pt x="2371" y="2896"/>
                </a:lnTo>
                <a:lnTo>
                  <a:pt x="2352" y="2920"/>
                </a:lnTo>
                <a:lnTo>
                  <a:pt x="2333" y="2943"/>
                </a:lnTo>
                <a:lnTo>
                  <a:pt x="2312" y="2967"/>
                </a:lnTo>
                <a:lnTo>
                  <a:pt x="2291" y="2989"/>
                </a:lnTo>
                <a:lnTo>
                  <a:pt x="2269" y="3011"/>
                </a:lnTo>
                <a:lnTo>
                  <a:pt x="2247" y="3032"/>
                </a:lnTo>
                <a:lnTo>
                  <a:pt x="2224" y="3054"/>
                </a:lnTo>
                <a:lnTo>
                  <a:pt x="2203" y="3074"/>
                </a:lnTo>
                <a:lnTo>
                  <a:pt x="2183" y="3093"/>
                </a:lnTo>
                <a:lnTo>
                  <a:pt x="2160" y="3113"/>
                </a:lnTo>
                <a:lnTo>
                  <a:pt x="2131" y="3129"/>
                </a:lnTo>
                <a:lnTo>
                  <a:pt x="2100" y="3142"/>
                </a:lnTo>
                <a:lnTo>
                  <a:pt x="2064" y="3151"/>
                </a:lnTo>
                <a:lnTo>
                  <a:pt x="2024" y="3157"/>
                </a:lnTo>
                <a:lnTo>
                  <a:pt x="1980" y="3159"/>
                </a:lnTo>
                <a:lnTo>
                  <a:pt x="1933" y="3158"/>
                </a:lnTo>
                <a:lnTo>
                  <a:pt x="1883" y="3153"/>
                </a:lnTo>
                <a:lnTo>
                  <a:pt x="1830" y="3144"/>
                </a:lnTo>
                <a:lnTo>
                  <a:pt x="1773" y="3131"/>
                </a:lnTo>
                <a:lnTo>
                  <a:pt x="1714" y="3115"/>
                </a:lnTo>
                <a:lnTo>
                  <a:pt x="1652" y="3094"/>
                </a:lnTo>
                <a:lnTo>
                  <a:pt x="1588" y="3071"/>
                </a:lnTo>
                <a:lnTo>
                  <a:pt x="1522" y="3042"/>
                </a:lnTo>
                <a:lnTo>
                  <a:pt x="1453" y="3011"/>
                </a:lnTo>
                <a:lnTo>
                  <a:pt x="1384" y="2974"/>
                </a:lnTo>
                <a:lnTo>
                  <a:pt x="1312" y="2934"/>
                </a:lnTo>
                <a:lnTo>
                  <a:pt x="1240" y="2889"/>
                </a:lnTo>
                <a:lnTo>
                  <a:pt x="1165" y="2841"/>
                </a:lnTo>
                <a:lnTo>
                  <a:pt x="1089" y="2788"/>
                </a:lnTo>
                <a:lnTo>
                  <a:pt x="1014" y="2729"/>
                </a:lnTo>
                <a:lnTo>
                  <a:pt x="937" y="2668"/>
                </a:lnTo>
                <a:lnTo>
                  <a:pt x="859" y="2602"/>
                </a:lnTo>
                <a:lnTo>
                  <a:pt x="781" y="2531"/>
                </a:lnTo>
                <a:lnTo>
                  <a:pt x="704" y="2455"/>
                </a:lnTo>
                <a:lnTo>
                  <a:pt x="629" y="2378"/>
                </a:lnTo>
                <a:lnTo>
                  <a:pt x="557" y="2300"/>
                </a:lnTo>
                <a:lnTo>
                  <a:pt x="491" y="2222"/>
                </a:lnTo>
                <a:lnTo>
                  <a:pt x="430" y="2145"/>
                </a:lnTo>
                <a:lnTo>
                  <a:pt x="372" y="2070"/>
                </a:lnTo>
                <a:lnTo>
                  <a:pt x="319" y="1994"/>
                </a:lnTo>
                <a:lnTo>
                  <a:pt x="270" y="1921"/>
                </a:lnTo>
                <a:lnTo>
                  <a:pt x="225" y="1847"/>
                </a:lnTo>
                <a:lnTo>
                  <a:pt x="185" y="1775"/>
                </a:lnTo>
                <a:lnTo>
                  <a:pt x="148" y="1706"/>
                </a:lnTo>
                <a:lnTo>
                  <a:pt x="117" y="1637"/>
                </a:lnTo>
                <a:lnTo>
                  <a:pt x="89" y="1571"/>
                </a:lnTo>
                <a:lnTo>
                  <a:pt x="64" y="1507"/>
                </a:lnTo>
                <a:lnTo>
                  <a:pt x="44" y="1446"/>
                </a:lnTo>
                <a:lnTo>
                  <a:pt x="28" y="1387"/>
                </a:lnTo>
                <a:lnTo>
                  <a:pt x="15" y="1330"/>
                </a:lnTo>
                <a:lnTo>
                  <a:pt x="6" y="1276"/>
                </a:lnTo>
                <a:lnTo>
                  <a:pt x="1" y="1226"/>
                </a:lnTo>
                <a:lnTo>
                  <a:pt x="0" y="1179"/>
                </a:lnTo>
                <a:lnTo>
                  <a:pt x="2" y="1135"/>
                </a:lnTo>
                <a:lnTo>
                  <a:pt x="8" y="1095"/>
                </a:lnTo>
                <a:lnTo>
                  <a:pt x="17" y="1059"/>
                </a:lnTo>
                <a:lnTo>
                  <a:pt x="30" y="1028"/>
                </a:lnTo>
                <a:lnTo>
                  <a:pt x="46" y="1000"/>
                </a:lnTo>
                <a:lnTo>
                  <a:pt x="65" y="977"/>
                </a:lnTo>
                <a:lnTo>
                  <a:pt x="86" y="956"/>
                </a:lnTo>
                <a:lnTo>
                  <a:pt x="106" y="935"/>
                </a:lnTo>
                <a:lnTo>
                  <a:pt x="127" y="912"/>
                </a:lnTo>
                <a:lnTo>
                  <a:pt x="148" y="891"/>
                </a:lnTo>
                <a:lnTo>
                  <a:pt x="171" y="868"/>
                </a:lnTo>
                <a:lnTo>
                  <a:pt x="192" y="847"/>
                </a:lnTo>
                <a:lnTo>
                  <a:pt x="216" y="826"/>
                </a:lnTo>
                <a:lnTo>
                  <a:pt x="239" y="807"/>
                </a:lnTo>
                <a:lnTo>
                  <a:pt x="263" y="789"/>
                </a:lnTo>
                <a:lnTo>
                  <a:pt x="288" y="773"/>
                </a:lnTo>
                <a:lnTo>
                  <a:pt x="314" y="759"/>
                </a:lnTo>
                <a:lnTo>
                  <a:pt x="340" y="749"/>
                </a:lnTo>
                <a:lnTo>
                  <a:pt x="367" y="740"/>
                </a:lnTo>
                <a:lnTo>
                  <a:pt x="395" y="735"/>
                </a:lnTo>
                <a:lnTo>
                  <a:pt x="422" y="734"/>
                </a:lnTo>
                <a:close/>
                <a:moveTo>
                  <a:pt x="1872" y="0"/>
                </a:moveTo>
                <a:lnTo>
                  <a:pt x="1970" y="4"/>
                </a:lnTo>
                <a:lnTo>
                  <a:pt x="2067" y="13"/>
                </a:lnTo>
                <a:lnTo>
                  <a:pt x="2162" y="29"/>
                </a:lnTo>
                <a:lnTo>
                  <a:pt x="2255" y="50"/>
                </a:lnTo>
                <a:lnTo>
                  <a:pt x="2346" y="77"/>
                </a:lnTo>
                <a:lnTo>
                  <a:pt x="2434" y="110"/>
                </a:lnTo>
                <a:lnTo>
                  <a:pt x="2520" y="147"/>
                </a:lnTo>
                <a:lnTo>
                  <a:pt x="2603" y="190"/>
                </a:lnTo>
                <a:lnTo>
                  <a:pt x="2683" y="238"/>
                </a:lnTo>
                <a:lnTo>
                  <a:pt x="2758" y="291"/>
                </a:lnTo>
                <a:lnTo>
                  <a:pt x="2832" y="348"/>
                </a:lnTo>
                <a:lnTo>
                  <a:pt x="2900" y="409"/>
                </a:lnTo>
                <a:lnTo>
                  <a:pt x="2966" y="475"/>
                </a:lnTo>
                <a:lnTo>
                  <a:pt x="3027" y="544"/>
                </a:lnTo>
                <a:lnTo>
                  <a:pt x="3085" y="617"/>
                </a:lnTo>
                <a:lnTo>
                  <a:pt x="3137" y="693"/>
                </a:lnTo>
                <a:lnTo>
                  <a:pt x="3185" y="773"/>
                </a:lnTo>
                <a:lnTo>
                  <a:pt x="3228" y="855"/>
                </a:lnTo>
                <a:lnTo>
                  <a:pt x="3266" y="941"/>
                </a:lnTo>
                <a:lnTo>
                  <a:pt x="3298" y="1030"/>
                </a:lnTo>
                <a:lnTo>
                  <a:pt x="3325" y="1120"/>
                </a:lnTo>
                <a:lnTo>
                  <a:pt x="3346" y="1213"/>
                </a:lnTo>
                <a:lnTo>
                  <a:pt x="3363" y="1308"/>
                </a:lnTo>
                <a:lnTo>
                  <a:pt x="3372" y="1405"/>
                </a:lnTo>
                <a:lnTo>
                  <a:pt x="3375" y="1504"/>
                </a:lnTo>
                <a:lnTo>
                  <a:pt x="3372" y="1598"/>
                </a:lnTo>
                <a:lnTo>
                  <a:pt x="3364" y="1692"/>
                </a:lnTo>
                <a:lnTo>
                  <a:pt x="3349" y="1783"/>
                </a:lnTo>
                <a:lnTo>
                  <a:pt x="3329" y="1873"/>
                </a:lnTo>
                <a:lnTo>
                  <a:pt x="3304" y="1960"/>
                </a:lnTo>
                <a:lnTo>
                  <a:pt x="3274" y="2046"/>
                </a:lnTo>
                <a:lnTo>
                  <a:pt x="3239" y="2129"/>
                </a:lnTo>
                <a:lnTo>
                  <a:pt x="3199" y="2209"/>
                </a:lnTo>
                <a:lnTo>
                  <a:pt x="3155" y="2287"/>
                </a:lnTo>
                <a:lnTo>
                  <a:pt x="3106" y="2361"/>
                </a:lnTo>
                <a:lnTo>
                  <a:pt x="3054" y="2433"/>
                </a:lnTo>
                <a:lnTo>
                  <a:pt x="2997" y="2500"/>
                </a:lnTo>
                <a:lnTo>
                  <a:pt x="2936" y="2565"/>
                </a:lnTo>
                <a:lnTo>
                  <a:pt x="2872" y="2626"/>
                </a:lnTo>
                <a:lnTo>
                  <a:pt x="2803" y="2683"/>
                </a:lnTo>
                <a:lnTo>
                  <a:pt x="2733" y="2737"/>
                </a:lnTo>
                <a:lnTo>
                  <a:pt x="2658" y="2785"/>
                </a:lnTo>
                <a:lnTo>
                  <a:pt x="2580" y="2830"/>
                </a:lnTo>
                <a:lnTo>
                  <a:pt x="2586" y="2797"/>
                </a:lnTo>
                <a:lnTo>
                  <a:pt x="2590" y="2763"/>
                </a:lnTo>
                <a:lnTo>
                  <a:pt x="2591" y="2728"/>
                </a:lnTo>
                <a:lnTo>
                  <a:pt x="2585" y="2680"/>
                </a:lnTo>
                <a:lnTo>
                  <a:pt x="2574" y="2633"/>
                </a:lnTo>
                <a:lnTo>
                  <a:pt x="2557" y="2587"/>
                </a:lnTo>
                <a:lnTo>
                  <a:pt x="2623" y="2541"/>
                </a:lnTo>
                <a:lnTo>
                  <a:pt x="2687" y="2492"/>
                </a:lnTo>
                <a:lnTo>
                  <a:pt x="2747" y="2440"/>
                </a:lnTo>
                <a:lnTo>
                  <a:pt x="2803" y="2383"/>
                </a:lnTo>
                <a:lnTo>
                  <a:pt x="2856" y="2323"/>
                </a:lnTo>
                <a:lnTo>
                  <a:pt x="2907" y="2260"/>
                </a:lnTo>
                <a:lnTo>
                  <a:pt x="2952" y="2194"/>
                </a:lnTo>
                <a:lnTo>
                  <a:pt x="2994" y="2124"/>
                </a:lnTo>
                <a:lnTo>
                  <a:pt x="3030" y="2052"/>
                </a:lnTo>
                <a:lnTo>
                  <a:pt x="3063" y="1978"/>
                </a:lnTo>
                <a:lnTo>
                  <a:pt x="3091" y="1901"/>
                </a:lnTo>
                <a:lnTo>
                  <a:pt x="3114" y="1822"/>
                </a:lnTo>
                <a:lnTo>
                  <a:pt x="3132" y="1742"/>
                </a:lnTo>
                <a:lnTo>
                  <a:pt x="3145" y="1659"/>
                </a:lnTo>
                <a:lnTo>
                  <a:pt x="2883" y="1504"/>
                </a:lnTo>
                <a:lnTo>
                  <a:pt x="3145" y="1350"/>
                </a:lnTo>
                <a:lnTo>
                  <a:pt x="3132" y="1263"/>
                </a:lnTo>
                <a:lnTo>
                  <a:pt x="3112" y="1178"/>
                </a:lnTo>
                <a:lnTo>
                  <a:pt x="3088" y="1096"/>
                </a:lnTo>
                <a:lnTo>
                  <a:pt x="3057" y="1016"/>
                </a:lnTo>
                <a:lnTo>
                  <a:pt x="3022" y="939"/>
                </a:lnTo>
                <a:lnTo>
                  <a:pt x="2982" y="864"/>
                </a:lnTo>
                <a:lnTo>
                  <a:pt x="2937" y="793"/>
                </a:lnTo>
                <a:lnTo>
                  <a:pt x="2888" y="724"/>
                </a:lnTo>
                <a:lnTo>
                  <a:pt x="2835" y="659"/>
                </a:lnTo>
                <a:lnTo>
                  <a:pt x="2778" y="597"/>
                </a:lnTo>
                <a:lnTo>
                  <a:pt x="2716" y="540"/>
                </a:lnTo>
                <a:lnTo>
                  <a:pt x="2652" y="487"/>
                </a:lnTo>
                <a:lnTo>
                  <a:pt x="2583" y="438"/>
                </a:lnTo>
                <a:lnTo>
                  <a:pt x="2512" y="393"/>
                </a:lnTo>
                <a:lnTo>
                  <a:pt x="2437" y="353"/>
                </a:lnTo>
                <a:lnTo>
                  <a:pt x="2359" y="318"/>
                </a:lnTo>
                <a:lnTo>
                  <a:pt x="2280" y="288"/>
                </a:lnTo>
                <a:lnTo>
                  <a:pt x="2197" y="264"/>
                </a:lnTo>
                <a:lnTo>
                  <a:pt x="2112" y="244"/>
                </a:lnTo>
                <a:lnTo>
                  <a:pt x="2025" y="231"/>
                </a:lnTo>
                <a:lnTo>
                  <a:pt x="1872" y="492"/>
                </a:lnTo>
                <a:lnTo>
                  <a:pt x="1717" y="231"/>
                </a:lnTo>
                <a:lnTo>
                  <a:pt x="1630" y="244"/>
                </a:lnTo>
                <a:lnTo>
                  <a:pt x="1545" y="264"/>
                </a:lnTo>
                <a:lnTo>
                  <a:pt x="1463" y="288"/>
                </a:lnTo>
                <a:lnTo>
                  <a:pt x="1383" y="318"/>
                </a:lnTo>
                <a:lnTo>
                  <a:pt x="1305" y="354"/>
                </a:lnTo>
                <a:lnTo>
                  <a:pt x="1230" y="394"/>
                </a:lnTo>
                <a:lnTo>
                  <a:pt x="1159" y="439"/>
                </a:lnTo>
                <a:lnTo>
                  <a:pt x="1091" y="488"/>
                </a:lnTo>
                <a:lnTo>
                  <a:pt x="1026" y="541"/>
                </a:lnTo>
                <a:lnTo>
                  <a:pt x="964" y="598"/>
                </a:lnTo>
                <a:lnTo>
                  <a:pt x="907" y="660"/>
                </a:lnTo>
                <a:lnTo>
                  <a:pt x="854" y="725"/>
                </a:lnTo>
                <a:lnTo>
                  <a:pt x="805" y="794"/>
                </a:lnTo>
                <a:lnTo>
                  <a:pt x="765" y="748"/>
                </a:lnTo>
                <a:lnTo>
                  <a:pt x="724" y="707"/>
                </a:lnTo>
                <a:lnTo>
                  <a:pt x="682" y="672"/>
                </a:lnTo>
                <a:lnTo>
                  <a:pt x="640" y="641"/>
                </a:lnTo>
                <a:lnTo>
                  <a:pt x="693" y="571"/>
                </a:lnTo>
                <a:lnTo>
                  <a:pt x="751" y="503"/>
                </a:lnTo>
                <a:lnTo>
                  <a:pt x="812" y="439"/>
                </a:lnTo>
                <a:lnTo>
                  <a:pt x="876" y="378"/>
                </a:lnTo>
                <a:lnTo>
                  <a:pt x="944" y="321"/>
                </a:lnTo>
                <a:lnTo>
                  <a:pt x="1016" y="268"/>
                </a:lnTo>
                <a:lnTo>
                  <a:pt x="1090" y="220"/>
                </a:lnTo>
                <a:lnTo>
                  <a:pt x="1167" y="176"/>
                </a:lnTo>
                <a:lnTo>
                  <a:pt x="1248" y="136"/>
                </a:lnTo>
                <a:lnTo>
                  <a:pt x="1331" y="101"/>
                </a:lnTo>
                <a:lnTo>
                  <a:pt x="1415" y="71"/>
                </a:lnTo>
                <a:lnTo>
                  <a:pt x="1502" y="46"/>
                </a:lnTo>
                <a:lnTo>
                  <a:pt x="1592" y="27"/>
                </a:lnTo>
                <a:lnTo>
                  <a:pt x="1683" y="12"/>
                </a:lnTo>
                <a:lnTo>
                  <a:pt x="1776" y="3"/>
                </a:lnTo>
                <a:lnTo>
                  <a:pt x="18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5F19A-E0CF-7868-E2A6-656A9F272C60}"/>
              </a:ext>
            </a:extLst>
          </p:cNvPr>
          <p:cNvSpPr txBox="1"/>
          <p:nvPr/>
        </p:nvSpPr>
        <p:spPr>
          <a:xfrm>
            <a:off x="279070" y="219694"/>
            <a:ext cx="3651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进阶二：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Redis</a:t>
            </a:r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主从架构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EEA8AF9-1062-88B5-2099-5B150FEC34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357"/>
          <a:stretch/>
        </p:blipFill>
        <p:spPr>
          <a:xfrm>
            <a:off x="592631" y="3946090"/>
            <a:ext cx="4471307" cy="10688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A2FB272-8F3E-7413-42D0-7B98A28EA4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91"/>
          <a:stretch/>
        </p:blipFill>
        <p:spPr>
          <a:xfrm>
            <a:off x="673514" y="5137382"/>
            <a:ext cx="4390424" cy="76084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9F5B8C35-F6E4-7486-F131-ED44F4559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08" y="800251"/>
            <a:ext cx="4144130" cy="2973702"/>
          </a:xfrm>
          <a:prstGeom prst="rect">
            <a:avLst/>
          </a:prstGeom>
        </p:spPr>
      </p:pic>
      <p:sp>
        <p:nvSpPr>
          <p:cNvPr id="48" name="Freeform 18">
            <a:extLst>
              <a:ext uri="{FF2B5EF4-FFF2-40B4-BE49-F238E27FC236}">
                <a16:creationId xmlns:a16="http://schemas.microsoft.com/office/drawing/2014/main" id="{BD8CFB80-BE8E-386F-4BA6-C325DA2DBE2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669020" y="839588"/>
            <a:ext cx="621379" cy="746961"/>
          </a:xfrm>
          <a:custGeom>
            <a:avLst/>
            <a:gdLst>
              <a:gd name="T0" fmla="*/ 37 w 106"/>
              <a:gd name="T1" fmla="*/ 98 h 128"/>
              <a:gd name="T2" fmla="*/ 38 w 106"/>
              <a:gd name="T3" fmla="*/ 101 h 128"/>
              <a:gd name="T4" fmla="*/ 42 w 106"/>
              <a:gd name="T5" fmla="*/ 103 h 128"/>
              <a:gd name="T6" fmla="*/ 50 w 106"/>
              <a:gd name="T7" fmla="*/ 106 h 128"/>
              <a:gd name="T8" fmla="*/ 60 w 106"/>
              <a:gd name="T9" fmla="*/ 106 h 128"/>
              <a:gd name="T10" fmla="*/ 68 w 106"/>
              <a:gd name="T11" fmla="*/ 102 h 128"/>
              <a:gd name="T12" fmla="*/ 72 w 106"/>
              <a:gd name="T13" fmla="*/ 99 h 128"/>
              <a:gd name="T14" fmla="*/ 73 w 106"/>
              <a:gd name="T15" fmla="*/ 97 h 128"/>
              <a:gd name="T16" fmla="*/ 47 w 106"/>
              <a:gd name="T17" fmla="*/ 99 h 128"/>
              <a:gd name="T18" fmla="*/ 37 w 106"/>
              <a:gd name="T19" fmla="*/ 97 h 128"/>
              <a:gd name="T20" fmla="*/ 69 w 106"/>
              <a:gd name="T21" fmla="*/ 2 h 128"/>
              <a:gd name="T22" fmla="*/ 76 w 106"/>
              <a:gd name="T23" fmla="*/ 13 h 128"/>
              <a:gd name="T24" fmla="*/ 76 w 106"/>
              <a:gd name="T25" fmla="*/ 23 h 128"/>
              <a:gd name="T26" fmla="*/ 73 w 106"/>
              <a:gd name="T27" fmla="*/ 27 h 128"/>
              <a:gd name="T28" fmla="*/ 69 w 106"/>
              <a:gd name="T29" fmla="*/ 29 h 128"/>
              <a:gd name="T30" fmla="*/ 67 w 106"/>
              <a:gd name="T31" fmla="*/ 26 h 128"/>
              <a:gd name="T32" fmla="*/ 64 w 106"/>
              <a:gd name="T33" fmla="*/ 23 h 128"/>
              <a:gd name="T34" fmla="*/ 55 w 106"/>
              <a:gd name="T35" fmla="*/ 29 h 128"/>
              <a:gd name="T36" fmla="*/ 43 w 106"/>
              <a:gd name="T37" fmla="*/ 27 h 128"/>
              <a:gd name="T38" fmla="*/ 37 w 106"/>
              <a:gd name="T39" fmla="*/ 30 h 128"/>
              <a:gd name="T40" fmla="*/ 38 w 106"/>
              <a:gd name="T41" fmla="*/ 47 h 128"/>
              <a:gd name="T42" fmla="*/ 42 w 106"/>
              <a:gd name="T43" fmla="*/ 65 h 128"/>
              <a:gd name="T44" fmla="*/ 49 w 106"/>
              <a:gd name="T45" fmla="*/ 60 h 128"/>
              <a:gd name="T46" fmla="*/ 64 w 106"/>
              <a:gd name="T47" fmla="*/ 56 h 128"/>
              <a:gd name="T48" fmla="*/ 83 w 106"/>
              <a:gd name="T49" fmla="*/ 68 h 128"/>
              <a:gd name="T50" fmla="*/ 97 w 106"/>
              <a:gd name="T51" fmla="*/ 59 h 128"/>
              <a:gd name="T52" fmla="*/ 106 w 106"/>
              <a:gd name="T53" fmla="*/ 56 h 128"/>
              <a:gd name="T54" fmla="*/ 102 w 106"/>
              <a:gd name="T55" fmla="*/ 127 h 128"/>
              <a:gd name="T56" fmla="*/ 88 w 106"/>
              <a:gd name="T57" fmla="*/ 118 h 128"/>
              <a:gd name="T58" fmla="*/ 63 w 106"/>
              <a:gd name="T59" fmla="*/ 114 h 128"/>
              <a:gd name="T60" fmla="*/ 35 w 106"/>
              <a:gd name="T61" fmla="*/ 114 h 128"/>
              <a:gd name="T62" fmla="*/ 17 w 106"/>
              <a:gd name="T63" fmla="*/ 107 h 128"/>
              <a:gd name="T64" fmla="*/ 12 w 106"/>
              <a:gd name="T65" fmla="*/ 102 h 128"/>
              <a:gd name="T66" fmla="*/ 9 w 106"/>
              <a:gd name="T67" fmla="*/ 102 h 128"/>
              <a:gd name="T68" fmla="*/ 5 w 106"/>
              <a:gd name="T69" fmla="*/ 101 h 128"/>
              <a:gd name="T70" fmla="*/ 1 w 106"/>
              <a:gd name="T71" fmla="*/ 97 h 128"/>
              <a:gd name="T72" fmla="*/ 0 w 106"/>
              <a:gd name="T73" fmla="*/ 91 h 128"/>
              <a:gd name="T74" fmla="*/ 1 w 106"/>
              <a:gd name="T75" fmla="*/ 84 h 128"/>
              <a:gd name="T76" fmla="*/ 3 w 106"/>
              <a:gd name="T77" fmla="*/ 59 h 128"/>
              <a:gd name="T78" fmla="*/ 11 w 106"/>
              <a:gd name="T79" fmla="*/ 38 h 128"/>
              <a:gd name="T80" fmla="*/ 16 w 106"/>
              <a:gd name="T81" fmla="*/ 30 h 128"/>
              <a:gd name="T82" fmla="*/ 14 w 106"/>
              <a:gd name="T83" fmla="*/ 25 h 128"/>
              <a:gd name="T84" fmla="*/ 20 w 106"/>
              <a:gd name="T85" fmla="*/ 13 h 128"/>
              <a:gd name="T86" fmla="*/ 39 w 106"/>
              <a:gd name="T87" fmla="*/ 5 h 128"/>
              <a:gd name="T88" fmla="*/ 63 w 106"/>
              <a:gd name="T89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6" h="128">
                <a:moveTo>
                  <a:pt x="37" y="97"/>
                </a:moveTo>
                <a:lnTo>
                  <a:pt x="37" y="98"/>
                </a:lnTo>
                <a:lnTo>
                  <a:pt x="38" y="98"/>
                </a:lnTo>
                <a:lnTo>
                  <a:pt x="38" y="101"/>
                </a:lnTo>
                <a:lnTo>
                  <a:pt x="41" y="102"/>
                </a:lnTo>
                <a:lnTo>
                  <a:pt x="42" y="103"/>
                </a:lnTo>
                <a:lnTo>
                  <a:pt x="46" y="104"/>
                </a:lnTo>
                <a:lnTo>
                  <a:pt x="50" y="106"/>
                </a:lnTo>
                <a:lnTo>
                  <a:pt x="55" y="106"/>
                </a:lnTo>
                <a:lnTo>
                  <a:pt x="60" y="106"/>
                </a:lnTo>
                <a:lnTo>
                  <a:pt x="66" y="104"/>
                </a:lnTo>
                <a:lnTo>
                  <a:pt x="68" y="102"/>
                </a:lnTo>
                <a:lnTo>
                  <a:pt x="71" y="101"/>
                </a:lnTo>
                <a:lnTo>
                  <a:pt x="72" y="99"/>
                </a:lnTo>
                <a:lnTo>
                  <a:pt x="73" y="98"/>
                </a:lnTo>
                <a:lnTo>
                  <a:pt x="73" y="97"/>
                </a:lnTo>
                <a:lnTo>
                  <a:pt x="59" y="99"/>
                </a:lnTo>
                <a:lnTo>
                  <a:pt x="47" y="99"/>
                </a:lnTo>
                <a:lnTo>
                  <a:pt x="39" y="98"/>
                </a:lnTo>
                <a:lnTo>
                  <a:pt x="37" y="97"/>
                </a:lnTo>
                <a:close/>
                <a:moveTo>
                  <a:pt x="63" y="0"/>
                </a:moveTo>
                <a:lnTo>
                  <a:pt x="69" y="2"/>
                </a:lnTo>
                <a:lnTo>
                  <a:pt x="73" y="8"/>
                </a:lnTo>
                <a:lnTo>
                  <a:pt x="76" y="13"/>
                </a:lnTo>
                <a:lnTo>
                  <a:pt x="76" y="18"/>
                </a:lnTo>
                <a:lnTo>
                  <a:pt x="76" y="23"/>
                </a:lnTo>
                <a:lnTo>
                  <a:pt x="76" y="25"/>
                </a:lnTo>
                <a:lnTo>
                  <a:pt x="73" y="27"/>
                </a:lnTo>
                <a:lnTo>
                  <a:pt x="72" y="29"/>
                </a:lnTo>
                <a:lnTo>
                  <a:pt x="69" y="29"/>
                </a:lnTo>
                <a:lnTo>
                  <a:pt x="68" y="27"/>
                </a:lnTo>
                <a:lnTo>
                  <a:pt x="67" y="26"/>
                </a:lnTo>
                <a:lnTo>
                  <a:pt x="66" y="25"/>
                </a:lnTo>
                <a:lnTo>
                  <a:pt x="64" y="23"/>
                </a:lnTo>
                <a:lnTo>
                  <a:pt x="63" y="25"/>
                </a:lnTo>
                <a:lnTo>
                  <a:pt x="55" y="29"/>
                </a:lnTo>
                <a:lnTo>
                  <a:pt x="49" y="29"/>
                </a:lnTo>
                <a:lnTo>
                  <a:pt x="43" y="27"/>
                </a:lnTo>
                <a:lnTo>
                  <a:pt x="42" y="25"/>
                </a:lnTo>
                <a:lnTo>
                  <a:pt x="37" y="30"/>
                </a:lnTo>
                <a:lnTo>
                  <a:pt x="37" y="38"/>
                </a:lnTo>
                <a:lnTo>
                  <a:pt x="38" y="47"/>
                </a:lnTo>
                <a:lnTo>
                  <a:pt x="41" y="56"/>
                </a:lnTo>
                <a:lnTo>
                  <a:pt x="42" y="65"/>
                </a:lnTo>
                <a:lnTo>
                  <a:pt x="45" y="63"/>
                </a:lnTo>
                <a:lnTo>
                  <a:pt x="49" y="60"/>
                </a:lnTo>
                <a:lnTo>
                  <a:pt x="56" y="57"/>
                </a:lnTo>
                <a:lnTo>
                  <a:pt x="64" y="56"/>
                </a:lnTo>
                <a:lnTo>
                  <a:pt x="73" y="59"/>
                </a:lnTo>
                <a:lnTo>
                  <a:pt x="83" y="68"/>
                </a:lnTo>
                <a:lnTo>
                  <a:pt x="89" y="61"/>
                </a:lnTo>
                <a:lnTo>
                  <a:pt x="97" y="59"/>
                </a:lnTo>
                <a:lnTo>
                  <a:pt x="104" y="56"/>
                </a:lnTo>
                <a:lnTo>
                  <a:pt x="106" y="56"/>
                </a:lnTo>
                <a:lnTo>
                  <a:pt x="106" y="128"/>
                </a:lnTo>
                <a:lnTo>
                  <a:pt x="102" y="127"/>
                </a:lnTo>
                <a:lnTo>
                  <a:pt x="96" y="124"/>
                </a:lnTo>
                <a:lnTo>
                  <a:pt x="88" y="118"/>
                </a:lnTo>
                <a:lnTo>
                  <a:pt x="81" y="107"/>
                </a:lnTo>
                <a:lnTo>
                  <a:pt x="63" y="114"/>
                </a:lnTo>
                <a:lnTo>
                  <a:pt x="47" y="115"/>
                </a:lnTo>
                <a:lnTo>
                  <a:pt x="35" y="114"/>
                </a:lnTo>
                <a:lnTo>
                  <a:pt x="25" y="111"/>
                </a:lnTo>
                <a:lnTo>
                  <a:pt x="17" y="107"/>
                </a:lnTo>
                <a:lnTo>
                  <a:pt x="13" y="103"/>
                </a:lnTo>
                <a:lnTo>
                  <a:pt x="12" y="102"/>
                </a:lnTo>
                <a:lnTo>
                  <a:pt x="12" y="102"/>
                </a:lnTo>
                <a:lnTo>
                  <a:pt x="9" y="102"/>
                </a:lnTo>
                <a:lnTo>
                  <a:pt x="8" y="102"/>
                </a:lnTo>
                <a:lnTo>
                  <a:pt x="5" y="101"/>
                </a:lnTo>
                <a:lnTo>
                  <a:pt x="4" y="99"/>
                </a:lnTo>
                <a:lnTo>
                  <a:pt x="1" y="97"/>
                </a:lnTo>
                <a:lnTo>
                  <a:pt x="0" y="94"/>
                </a:lnTo>
                <a:lnTo>
                  <a:pt x="0" y="91"/>
                </a:lnTo>
                <a:lnTo>
                  <a:pt x="0" y="87"/>
                </a:lnTo>
                <a:lnTo>
                  <a:pt x="1" y="84"/>
                </a:lnTo>
                <a:lnTo>
                  <a:pt x="0" y="70"/>
                </a:lnTo>
                <a:lnTo>
                  <a:pt x="3" y="59"/>
                </a:lnTo>
                <a:lnTo>
                  <a:pt x="5" y="47"/>
                </a:lnTo>
                <a:lnTo>
                  <a:pt x="11" y="38"/>
                </a:lnTo>
                <a:lnTo>
                  <a:pt x="13" y="32"/>
                </a:lnTo>
                <a:lnTo>
                  <a:pt x="16" y="30"/>
                </a:lnTo>
                <a:lnTo>
                  <a:pt x="14" y="29"/>
                </a:lnTo>
                <a:lnTo>
                  <a:pt x="14" y="25"/>
                </a:lnTo>
                <a:lnTo>
                  <a:pt x="17" y="19"/>
                </a:lnTo>
                <a:lnTo>
                  <a:pt x="20" y="13"/>
                </a:lnTo>
                <a:lnTo>
                  <a:pt x="28" y="9"/>
                </a:lnTo>
                <a:lnTo>
                  <a:pt x="39" y="5"/>
                </a:lnTo>
                <a:lnTo>
                  <a:pt x="54" y="1"/>
                </a:lnTo>
                <a:lnTo>
                  <a:pt x="63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89855" tIns="44928" rIns="89855" bIns="44928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190C91A-2405-DF14-5BBD-A333F0757C8A}"/>
              </a:ext>
            </a:extLst>
          </p:cNvPr>
          <p:cNvSpPr txBox="1"/>
          <p:nvPr/>
        </p:nvSpPr>
        <p:spPr>
          <a:xfrm>
            <a:off x="7617561" y="681359"/>
            <a:ext cx="331367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应对高负载读</a:t>
            </a:r>
            <a:endParaRPr lang="en-US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51" name="Freeform 218">
            <a:extLst>
              <a:ext uri="{FF2B5EF4-FFF2-40B4-BE49-F238E27FC236}">
                <a16:creationId xmlns:a16="http://schemas.microsoft.com/office/drawing/2014/main" id="{079AD8D8-321F-6AC2-7B33-F644FF29A37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692748" y="2172172"/>
            <a:ext cx="713741" cy="746961"/>
          </a:xfrm>
          <a:custGeom>
            <a:avLst/>
            <a:gdLst>
              <a:gd name="T0" fmla="*/ 61 w 117"/>
              <a:gd name="T1" fmla="*/ 38 h 123"/>
              <a:gd name="T2" fmla="*/ 72 w 117"/>
              <a:gd name="T3" fmla="*/ 43 h 123"/>
              <a:gd name="T4" fmla="*/ 76 w 117"/>
              <a:gd name="T5" fmla="*/ 47 h 123"/>
              <a:gd name="T6" fmla="*/ 63 w 117"/>
              <a:gd name="T7" fmla="*/ 62 h 123"/>
              <a:gd name="T8" fmla="*/ 61 w 117"/>
              <a:gd name="T9" fmla="*/ 59 h 123"/>
              <a:gd name="T10" fmla="*/ 54 w 117"/>
              <a:gd name="T11" fmla="*/ 57 h 123"/>
              <a:gd name="T12" fmla="*/ 49 w 117"/>
              <a:gd name="T13" fmla="*/ 59 h 123"/>
              <a:gd name="T14" fmla="*/ 24 w 117"/>
              <a:gd name="T15" fmla="*/ 83 h 123"/>
              <a:gd name="T16" fmla="*/ 20 w 117"/>
              <a:gd name="T17" fmla="*/ 88 h 123"/>
              <a:gd name="T18" fmla="*/ 20 w 117"/>
              <a:gd name="T19" fmla="*/ 94 h 123"/>
              <a:gd name="T20" fmla="*/ 24 w 117"/>
              <a:gd name="T21" fmla="*/ 100 h 123"/>
              <a:gd name="T22" fmla="*/ 27 w 117"/>
              <a:gd name="T23" fmla="*/ 102 h 123"/>
              <a:gd name="T24" fmla="*/ 33 w 117"/>
              <a:gd name="T25" fmla="*/ 104 h 123"/>
              <a:gd name="T26" fmla="*/ 38 w 117"/>
              <a:gd name="T27" fmla="*/ 102 h 123"/>
              <a:gd name="T28" fmla="*/ 51 w 117"/>
              <a:gd name="T29" fmla="*/ 91 h 123"/>
              <a:gd name="T30" fmla="*/ 58 w 117"/>
              <a:gd name="T31" fmla="*/ 88 h 123"/>
              <a:gd name="T32" fmla="*/ 65 w 117"/>
              <a:gd name="T33" fmla="*/ 91 h 123"/>
              <a:gd name="T34" fmla="*/ 67 w 117"/>
              <a:gd name="T35" fmla="*/ 97 h 123"/>
              <a:gd name="T36" fmla="*/ 65 w 117"/>
              <a:gd name="T37" fmla="*/ 104 h 123"/>
              <a:gd name="T38" fmla="*/ 45 w 117"/>
              <a:gd name="T39" fmla="*/ 121 h 123"/>
              <a:gd name="T40" fmla="*/ 33 w 117"/>
              <a:gd name="T41" fmla="*/ 123 h 123"/>
              <a:gd name="T42" fmla="*/ 11 w 117"/>
              <a:gd name="T43" fmla="*/ 114 h 123"/>
              <a:gd name="T44" fmla="*/ 3 w 117"/>
              <a:gd name="T45" fmla="*/ 102 h 123"/>
              <a:gd name="T46" fmla="*/ 3 w 117"/>
              <a:gd name="T47" fmla="*/ 79 h 123"/>
              <a:gd name="T48" fmla="*/ 32 w 117"/>
              <a:gd name="T49" fmla="*/ 47 h 123"/>
              <a:gd name="T50" fmla="*/ 54 w 117"/>
              <a:gd name="T51" fmla="*/ 38 h 123"/>
              <a:gd name="T52" fmla="*/ 97 w 117"/>
              <a:gd name="T53" fmla="*/ 3 h 123"/>
              <a:gd name="T54" fmla="*/ 108 w 117"/>
              <a:gd name="T55" fmla="*/ 9 h 123"/>
              <a:gd name="T56" fmla="*/ 117 w 117"/>
              <a:gd name="T57" fmla="*/ 32 h 123"/>
              <a:gd name="T58" fmla="*/ 108 w 117"/>
              <a:gd name="T59" fmla="*/ 54 h 123"/>
              <a:gd name="T60" fmla="*/ 75 w 117"/>
              <a:gd name="T61" fmla="*/ 83 h 123"/>
              <a:gd name="T62" fmla="*/ 63 w 117"/>
              <a:gd name="T63" fmla="*/ 85 h 123"/>
              <a:gd name="T64" fmla="*/ 42 w 117"/>
              <a:gd name="T65" fmla="*/ 76 h 123"/>
              <a:gd name="T66" fmla="*/ 54 w 117"/>
              <a:gd name="T67" fmla="*/ 62 h 123"/>
              <a:gd name="T68" fmla="*/ 58 w 117"/>
              <a:gd name="T69" fmla="*/ 64 h 123"/>
              <a:gd name="T70" fmla="*/ 63 w 117"/>
              <a:gd name="T71" fmla="*/ 66 h 123"/>
              <a:gd name="T72" fmla="*/ 70 w 117"/>
              <a:gd name="T73" fmla="*/ 64 h 123"/>
              <a:gd name="T74" fmla="*/ 95 w 117"/>
              <a:gd name="T75" fmla="*/ 41 h 123"/>
              <a:gd name="T76" fmla="*/ 97 w 117"/>
              <a:gd name="T77" fmla="*/ 36 h 123"/>
              <a:gd name="T78" fmla="*/ 97 w 117"/>
              <a:gd name="T79" fmla="*/ 29 h 123"/>
              <a:gd name="T80" fmla="*/ 95 w 117"/>
              <a:gd name="T81" fmla="*/ 24 h 123"/>
              <a:gd name="T82" fmla="*/ 91 w 117"/>
              <a:gd name="T83" fmla="*/ 21 h 123"/>
              <a:gd name="T84" fmla="*/ 86 w 117"/>
              <a:gd name="T85" fmla="*/ 19 h 123"/>
              <a:gd name="T86" fmla="*/ 79 w 117"/>
              <a:gd name="T87" fmla="*/ 21 h 123"/>
              <a:gd name="T88" fmla="*/ 67 w 117"/>
              <a:gd name="T89" fmla="*/ 32 h 123"/>
              <a:gd name="T90" fmla="*/ 61 w 117"/>
              <a:gd name="T91" fmla="*/ 34 h 123"/>
              <a:gd name="T92" fmla="*/ 54 w 117"/>
              <a:gd name="T93" fmla="*/ 32 h 123"/>
              <a:gd name="T94" fmla="*/ 51 w 117"/>
              <a:gd name="T95" fmla="*/ 25 h 123"/>
              <a:gd name="T96" fmla="*/ 54 w 117"/>
              <a:gd name="T97" fmla="*/ 19 h 123"/>
              <a:gd name="T98" fmla="*/ 74 w 117"/>
              <a:gd name="T99" fmla="*/ 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17" h="123">
                <a:moveTo>
                  <a:pt x="54" y="38"/>
                </a:moveTo>
                <a:lnTo>
                  <a:pt x="61" y="38"/>
                </a:lnTo>
                <a:lnTo>
                  <a:pt x="66" y="41"/>
                </a:lnTo>
                <a:lnTo>
                  <a:pt x="72" y="43"/>
                </a:lnTo>
                <a:lnTo>
                  <a:pt x="75" y="45"/>
                </a:lnTo>
                <a:lnTo>
                  <a:pt x="76" y="47"/>
                </a:lnTo>
                <a:lnTo>
                  <a:pt x="78" y="47"/>
                </a:lnTo>
                <a:lnTo>
                  <a:pt x="63" y="62"/>
                </a:lnTo>
                <a:lnTo>
                  <a:pt x="62" y="60"/>
                </a:lnTo>
                <a:lnTo>
                  <a:pt x="61" y="59"/>
                </a:lnTo>
                <a:lnTo>
                  <a:pt x="57" y="58"/>
                </a:lnTo>
                <a:lnTo>
                  <a:pt x="54" y="57"/>
                </a:lnTo>
                <a:lnTo>
                  <a:pt x="51" y="58"/>
                </a:lnTo>
                <a:lnTo>
                  <a:pt x="49" y="59"/>
                </a:lnTo>
                <a:lnTo>
                  <a:pt x="46" y="60"/>
                </a:lnTo>
                <a:lnTo>
                  <a:pt x="24" y="83"/>
                </a:lnTo>
                <a:lnTo>
                  <a:pt x="21" y="85"/>
                </a:lnTo>
                <a:lnTo>
                  <a:pt x="20" y="88"/>
                </a:lnTo>
                <a:lnTo>
                  <a:pt x="20" y="91"/>
                </a:lnTo>
                <a:lnTo>
                  <a:pt x="20" y="94"/>
                </a:lnTo>
                <a:lnTo>
                  <a:pt x="21" y="97"/>
                </a:lnTo>
                <a:lnTo>
                  <a:pt x="24" y="100"/>
                </a:lnTo>
                <a:lnTo>
                  <a:pt x="24" y="100"/>
                </a:lnTo>
                <a:lnTo>
                  <a:pt x="27" y="102"/>
                </a:lnTo>
                <a:lnTo>
                  <a:pt x="31" y="104"/>
                </a:lnTo>
                <a:lnTo>
                  <a:pt x="33" y="104"/>
                </a:lnTo>
                <a:lnTo>
                  <a:pt x="36" y="104"/>
                </a:lnTo>
                <a:lnTo>
                  <a:pt x="38" y="102"/>
                </a:lnTo>
                <a:lnTo>
                  <a:pt x="41" y="100"/>
                </a:lnTo>
                <a:lnTo>
                  <a:pt x="51" y="91"/>
                </a:lnTo>
                <a:lnTo>
                  <a:pt x="54" y="89"/>
                </a:lnTo>
                <a:lnTo>
                  <a:pt x="58" y="88"/>
                </a:lnTo>
                <a:lnTo>
                  <a:pt x="61" y="89"/>
                </a:lnTo>
                <a:lnTo>
                  <a:pt x="65" y="91"/>
                </a:lnTo>
                <a:lnTo>
                  <a:pt x="66" y="94"/>
                </a:lnTo>
                <a:lnTo>
                  <a:pt x="67" y="97"/>
                </a:lnTo>
                <a:lnTo>
                  <a:pt x="66" y="101"/>
                </a:lnTo>
                <a:lnTo>
                  <a:pt x="65" y="104"/>
                </a:lnTo>
                <a:lnTo>
                  <a:pt x="55" y="114"/>
                </a:lnTo>
                <a:lnTo>
                  <a:pt x="45" y="121"/>
                </a:lnTo>
                <a:lnTo>
                  <a:pt x="33" y="123"/>
                </a:lnTo>
                <a:lnTo>
                  <a:pt x="33" y="123"/>
                </a:lnTo>
                <a:lnTo>
                  <a:pt x="21" y="121"/>
                </a:lnTo>
                <a:lnTo>
                  <a:pt x="11" y="114"/>
                </a:lnTo>
                <a:lnTo>
                  <a:pt x="10" y="113"/>
                </a:lnTo>
                <a:lnTo>
                  <a:pt x="3" y="102"/>
                </a:lnTo>
                <a:lnTo>
                  <a:pt x="0" y="91"/>
                </a:lnTo>
                <a:lnTo>
                  <a:pt x="3" y="79"/>
                </a:lnTo>
                <a:lnTo>
                  <a:pt x="10" y="70"/>
                </a:lnTo>
                <a:lnTo>
                  <a:pt x="32" y="47"/>
                </a:lnTo>
                <a:lnTo>
                  <a:pt x="42" y="40"/>
                </a:lnTo>
                <a:lnTo>
                  <a:pt x="54" y="38"/>
                </a:lnTo>
                <a:close/>
                <a:moveTo>
                  <a:pt x="86" y="0"/>
                </a:moveTo>
                <a:lnTo>
                  <a:pt x="97" y="3"/>
                </a:lnTo>
                <a:lnTo>
                  <a:pt x="107" y="9"/>
                </a:lnTo>
                <a:lnTo>
                  <a:pt x="108" y="9"/>
                </a:lnTo>
                <a:lnTo>
                  <a:pt x="114" y="20"/>
                </a:lnTo>
                <a:lnTo>
                  <a:pt x="117" y="32"/>
                </a:lnTo>
                <a:lnTo>
                  <a:pt x="114" y="43"/>
                </a:lnTo>
                <a:lnTo>
                  <a:pt x="108" y="54"/>
                </a:lnTo>
                <a:lnTo>
                  <a:pt x="86" y="76"/>
                </a:lnTo>
                <a:lnTo>
                  <a:pt x="75" y="83"/>
                </a:lnTo>
                <a:lnTo>
                  <a:pt x="63" y="85"/>
                </a:lnTo>
                <a:lnTo>
                  <a:pt x="63" y="85"/>
                </a:lnTo>
                <a:lnTo>
                  <a:pt x="51" y="83"/>
                </a:lnTo>
                <a:lnTo>
                  <a:pt x="42" y="76"/>
                </a:lnTo>
                <a:lnTo>
                  <a:pt x="41" y="75"/>
                </a:lnTo>
                <a:lnTo>
                  <a:pt x="54" y="62"/>
                </a:lnTo>
                <a:lnTo>
                  <a:pt x="55" y="63"/>
                </a:lnTo>
                <a:lnTo>
                  <a:pt x="58" y="64"/>
                </a:lnTo>
                <a:lnTo>
                  <a:pt x="61" y="66"/>
                </a:lnTo>
                <a:lnTo>
                  <a:pt x="63" y="66"/>
                </a:lnTo>
                <a:lnTo>
                  <a:pt x="67" y="66"/>
                </a:lnTo>
                <a:lnTo>
                  <a:pt x="70" y="64"/>
                </a:lnTo>
                <a:lnTo>
                  <a:pt x="72" y="63"/>
                </a:lnTo>
                <a:lnTo>
                  <a:pt x="95" y="41"/>
                </a:lnTo>
                <a:lnTo>
                  <a:pt x="96" y="38"/>
                </a:lnTo>
                <a:lnTo>
                  <a:pt x="97" y="36"/>
                </a:lnTo>
                <a:lnTo>
                  <a:pt x="97" y="32"/>
                </a:lnTo>
                <a:lnTo>
                  <a:pt x="97" y="29"/>
                </a:lnTo>
                <a:lnTo>
                  <a:pt x="96" y="26"/>
                </a:lnTo>
                <a:lnTo>
                  <a:pt x="95" y="24"/>
                </a:lnTo>
                <a:lnTo>
                  <a:pt x="93" y="22"/>
                </a:lnTo>
                <a:lnTo>
                  <a:pt x="91" y="21"/>
                </a:lnTo>
                <a:lnTo>
                  <a:pt x="88" y="20"/>
                </a:lnTo>
                <a:lnTo>
                  <a:pt x="86" y="19"/>
                </a:lnTo>
                <a:lnTo>
                  <a:pt x="82" y="20"/>
                </a:lnTo>
                <a:lnTo>
                  <a:pt x="79" y="21"/>
                </a:lnTo>
                <a:lnTo>
                  <a:pt x="76" y="22"/>
                </a:lnTo>
                <a:lnTo>
                  <a:pt x="67" y="32"/>
                </a:lnTo>
                <a:lnTo>
                  <a:pt x="65" y="34"/>
                </a:lnTo>
                <a:lnTo>
                  <a:pt x="61" y="34"/>
                </a:lnTo>
                <a:lnTo>
                  <a:pt x="57" y="34"/>
                </a:lnTo>
                <a:lnTo>
                  <a:pt x="54" y="32"/>
                </a:lnTo>
                <a:lnTo>
                  <a:pt x="51" y="29"/>
                </a:lnTo>
                <a:lnTo>
                  <a:pt x="51" y="25"/>
                </a:lnTo>
                <a:lnTo>
                  <a:pt x="51" y="21"/>
                </a:lnTo>
                <a:lnTo>
                  <a:pt x="54" y="19"/>
                </a:lnTo>
                <a:lnTo>
                  <a:pt x="63" y="9"/>
                </a:lnTo>
                <a:lnTo>
                  <a:pt x="74" y="3"/>
                </a:lnTo>
                <a:lnTo>
                  <a:pt x="86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89855" tIns="44928" rIns="89855" bIns="44928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 dirty="0">
              <a:ea typeface="印品黑体" panose="00000500000000000000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B738AA6-682F-1CD9-CD35-CB89B97108A4}"/>
              </a:ext>
            </a:extLst>
          </p:cNvPr>
          <p:cNvSpPr txBox="1"/>
          <p:nvPr/>
        </p:nvSpPr>
        <p:spPr>
          <a:xfrm>
            <a:off x="7617561" y="2228850"/>
            <a:ext cx="2444833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主节点写，从节点读，主节点负责将写扩散</a:t>
            </a:r>
            <a:endParaRPr lang="en-US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56" name="Freeform 19">
            <a:extLst>
              <a:ext uri="{FF2B5EF4-FFF2-40B4-BE49-F238E27FC236}">
                <a16:creationId xmlns:a16="http://schemas.microsoft.com/office/drawing/2014/main" id="{5E5AFBC0-1E10-1E89-1DA6-B36181DD21B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698414" y="3556511"/>
            <a:ext cx="774549" cy="746961"/>
          </a:xfrm>
          <a:custGeom>
            <a:avLst/>
            <a:gdLst>
              <a:gd name="T0" fmla="*/ 38 w 128"/>
              <a:gd name="T1" fmla="*/ 16 h 124"/>
              <a:gd name="T2" fmla="*/ 31 w 128"/>
              <a:gd name="T3" fmla="*/ 20 h 124"/>
              <a:gd name="T4" fmla="*/ 27 w 128"/>
              <a:gd name="T5" fmla="*/ 25 h 124"/>
              <a:gd name="T6" fmla="*/ 31 w 128"/>
              <a:gd name="T7" fmla="*/ 30 h 124"/>
              <a:gd name="T8" fmla="*/ 38 w 128"/>
              <a:gd name="T9" fmla="*/ 33 h 124"/>
              <a:gd name="T10" fmla="*/ 47 w 128"/>
              <a:gd name="T11" fmla="*/ 33 h 124"/>
              <a:gd name="T12" fmla="*/ 55 w 128"/>
              <a:gd name="T13" fmla="*/ 30 h 124"/>
              <a:gd name="T14" fmla="*/ 57 w 128"/>
              <a:gd name="T15" fmla="*/ 25 h 124"/>
              <a:gd name="T16" fmla="*/ 55 w 128"/>
              <a:gd name="T17" fmla="*/ 20 h 124"/>
              <a:gd name="T18" fmla="*/ 47 w 128"/>
              <a:gd name="T19" fmla="*/ 16 h 124"/>
              <a:gd name="T20" fmla="*/ 43 w 128"/>
              <a:gd name="T21" fmla="*/ 0 h 124"/>
              <a:gd name="T22" fmla="*/ 70 w 128"/>
              <a:gd name="T23" fmla="*/ 7 h 124"/>
              <a:gd name="T24" fmla="*/ 84 w 128"/>
              <a:gd name="T25" fmla="*/ 24 h 124"/>
              <a:gd name="T26" fmla="*/ 84 w 128"/>
              <a:gd name="T27" fmla="*/ 24 h 124"/>
              <a:gd name="T28" fmla="*/ 84 w 128"/>
              <a:gd name="T29" fmla="*/ 25 h 124"/>
              <a:gd name="T30" fmla="*/ 128 w 128"/>
              <a:gd name="T31" fmla="*/ 42 h 124"/>
              <a:gd name="T32" fmla="*/ 42 w 128"/>
              <a:gd name="T33" fmla="*/ 124 h 124"/>
              <a:gd name="T34" fmla="*/ 26 w 128"/>
              <a:gd name="T35" fmla="*/ 122 h 124"/>
              <a:gd name="T36" fmla="*/ 6 w 128"/>
              <a:gd name="T37" fmla="*/ 109 h 124"/>
              <a:gd name="T38" fmla="*/ 1 w 128"/>
              <a:gd name="T39" fmla="*/ 94 h 124"/>
              <a:gd name="T40" fmla="*/ 0 w 128"/>
              <a:gd name="T41" fmla="*/ 88 h 124"/>
              <a:gd name="T42" fmla="*/ 8 w 128"/>
              <a:gd name="T43" fmla="*/ 49 h 124"/>
              <a:gd name="T44" fmla="*/ 9 w 128"/>
              <a:gd name="T45" fmla="*/ 90 h 124"/>
              <a:gd name="T46" fmla="*/ 14 w 128"/>
              <a:gd name="T47" fmla="*/ 105 h 124"/>
              <a:gd name="T48" fmla="*/ 23 w 128"/>
              <a:gd name="T49" fmla="*/ 90 h 124"/>
              <a:gd name="T50" fmla="*/ 29 w 128"/>
              <a:gd name="T51" fmla="*/ 114 h 124"/>
              <a:gd name="T52" fmla="*/ 39 w 128"/>
              <a:gd name="T53" fmla="*/ 117 h 124"/>
              <a:gd name="T54" fmla="*/ 44 w 128"/>
              <a:gd name="T55" fmla="*/ 90 h 124"/>
              <a:gd name="T56" fmla="*/ 57 w 128"/>
              <a:gd name="T57" fmla="*/ 117 h 124"/>
              <a:gd name="T58" fmla="*/ 59 w 128"/>
              <a:gd name="T59" fmla="*/ 75 h 124"/>
              <a:gd name="T60" fmla="*/ 63 w 128"/>
              <a:gd name="T61" fmla="*/ 72 h 124"/>
              <a:gd name="T62" fmla="*/ 67 w 128"/>
              <a:gd name="T63" fmla="*/ 75 h 124"/>
              <a:gd name="T64" fmla="*/ 68 w 128"/>
              <a:gd name="T65" fmla="*/ 117 h 124"/>
              <a:gd name="T66" fmla="*/ 81 w 128"/>
              <a:gd name="T67" fmla="*/ 90 h 124"/>
              <a:gd name="T68" fmla="*/ 86 w 128"/>
              <a:gd name="T69" fmla="*/ 117 h 124"/>
              <a:gd name="T70" fmla="*/ 99 w 128"/>
              <a:gd name="T71" fmla="*/ 90 h 124"/>
              <a:gd name="T72" fmla="*/ 104 w 128"/>
              <a:gd name="T73" fmla="*/ 117 h 124"/>
              <a:gd name="T74" fmla="*/ 120 w 128"/>
              <a:gd name="T75" fmla="*/ 50 h 124"/>
              <a:gd name="T76" fmla="*/ 42 w 128"/>
              <a:gd name="T77" fmla="*/ 50 h 124"/>
              <a:gd name="T78" fmla="*/ 13 w 128"/>
              <a:gd name="T79" fmla="*/ 42 h 124"/>
              <a:gd name="T80" fmla="*/ 1 w 128"/>
              <a:gd name="T81" fmla="*/ 25 h 124"/>
              <a:gd name="T82" fmla="*/ 13 w 128"/>
              <a:gd name="T83" fmla="*/ 7 h 124"/>
              <a:gd name="T84" fmla="*/ 43 w 128"/>
              <a:gd name="T85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8" h="124">
                <a:moveTo>
                  <a:pt x="43" y="16"/>
                </a:moveTo>
                <a:lnTo>
                  <a:pt x="38" y="16"/>
                </a:lnTo>
                <a:lnTo>
                  <a:pt x="34" y="17"/>
                </a:lnTo>
                <a:lnTo>
                  <a:pt x="31" y="20"/>
                </a:lnTo>
                <a:lnTo>
                  <a:pt x="29" y="22"/>
                </a:lnTo>
                <a:lnTo>
                  <a:pt x="27" y="25"/>
                </a:lnTo>
                <a:lnTo>
                  <a:pt x="29" y="28"/>
                </a:lnTo>
                <a:lnTo>
                  <a:pt x="31" y="30"/>
                </a:lnTo>
                <a:lnTo>
                  <a:pt x="34" y="32"/>
                </a:lnTo>
                <a:lnTo>
                  <a:pt x="38" y="33"/>
                </a:lnTo>
                <a:lnTo>
                  <a:pt x="43" y="33"/>
                </a:lnTo>
                <a:lnTo>
                  <a:pt x="47" y="33"/>
                </a:lnTo>
                <a:lnTo>
                  <a:pt x="51" y="32"/>
                </a:lnTo>
                <a:lnTo>
                  <a:pt x="55" y="30"/>
                </a:lnTo>
                <a:lnTo>
                  <a:pt x="56" y="28"/>
                </a:lnTo>
                <a:lnTo>
                  <a:pt x="57" y="25"/>
                </a:lnTo>
                <a:lnTo>
                  <a:pt x="56" y="22"/>
                </a:lnTo>
                <a:lnTo>
                  <a:pt x="55" y="20"/>
                </a:lnTo>
                <a:lnTo>
                  <a:pt x="51" y="17"/>
                </a:lnTo>
                <a:lnTo>
                  <a:pt x="47" y="16"/>
                </a:lnTo>
                <a:lnTo>
                  <a:pt x="43" y="16"/>
                </a:lnTo>
                <a:close/>
                <a:moveTo>
                  <a:pt x="43" y="0"/>
                </a:moveTo>
                <a:lnTo>
                  <a:pt x="59" y="1"/>
                </a:lnTo>
                <a:lnTo>
                  <a:pt x="70" y="7"/>
                </a:lnTo>
                <a:lnTo>
                  <a:pt x="80" y="15"/>
                </a:lnTo>
                <a:lnTo>
                  <a:pt x="84" y="24"/>
                </a:lnTo>
                <a:lnTo>
                  <a:pt x="84" y="24"/>
                </a:lnTo>
                <a:lnTo>
                  <a:pt x="84" y="24"/>
                </a:lnTo>
                <a:lnTo>
                  <a:pt x="84" y="25"/>
                </a:lnTo>
                <a:lnTo>
                  <a:pt x="84" y="25"/>
                </a:lnTo>
                <a:lnTo>
                  <a:pt x="84" y="42"/>
                </a:lnTo>
                <a:lnTo>
                  <a:pt x="128" y="42"/>
                </a:lnTo>
                <a:lnTo>
                  <a:pt x="128" y="124"/>
                </a:lnTo>
                <a:lnTo>
                  <a:pt x="42" y="124"/>
                </a:lnTo>
                <a:lnTo>
                  <a:pt x="42" y="124"/>
                </a:lnTo>
                <a:lnTo>
                  <a:pt x="26" y="122"/>
                </a:lnTo>
                <a:lnTo>
                  <a:pt x="14" y="117"/>
                </a:lnTo>
                <a:lnTo>
                  <a:pt x="6" y="109"/>
                </a:lnTo>
                <a:lnTo>
                  <a:pt x="2" y="101"/>
                </a:lnTo>
                <a:lnTo>
                  <a:pt x="1" y="94"/>
                </a:lnTo>
                <a:lnTo>
                  <a:pt x="0" y="89"/>
                </a:lnTo>
                <a:lnTo>
                  <a:pt x="0" y="88"/>
                </a:lnTo>
                <a:lnTo>
                  <a:pt x="0" y="42"/>
                </a:lnTo>
                <a:lnTo>
                  <a:pt x="8" y="49"/>
                </a:lnTo>
                <a:lnTo>
                  <a:pt x="8" y="88"/>
                </a:lnTo>
                <a:lnTo>
                  <a:pt x="9" y="90"/>
                </a:lnTo>
                <a:lnTo>
                  <a:pt x="10" y="97"/>
                </a:lnTo>
                <a:lnTo>
                  <a:pt x="14" y="105"/>
                </a:lnTo>
                <a:lnTo>
                  <a:pt x="23" y="113"/>
                </a:lnTo>
                <a:lnTo>
                  <a:pt x="23" y="90"/>
                </a:lnTo>
                <a:lnTo>
                  <a:pt x="29" y="90"/>
                </a:lnTo>
                <a:lnTo>
                  <a:pt x="29" y="114"/>
                </a:lnTo>
                <a:lnTo>
                  <a:pt x="34" y="115"/>
                </a:lnTo>
                <a:lnTo>
                  <a:pt x="39" y="117"/>
                </a:lnTo>
                <a:lnTo>
                  <a:pt x="39" y="90"/>
                </a:lnTo>
                <a:lnTo>
                  <a:pt x="44" y="90"/>
                </a:lnTo>
                <a:lnTo>
                  <a:pt x="44" y="117"/>
                </a:lnTo>
                <a:lnTo>
                  <a:pt x="57" y="117"/>
                </a:lnTo>
                <a:lnTo>
                  <a:pt x="57" y="77"/>
                </a:lnTo>
                <a:lnTo>
                  <a:pt x="59" y="75"/>
                </a:lnTo>
                <a:lnTo>
                  <a:pt x="60" y="73"/>
                </a:lnTo>
                <a:lnTo>
                  <a:pt x="63" y="72"/>
                </a:lnTo>
                <a:lnTo>
                  <a:pt x="65" y="73"/>
                </a:lnTo>
                <a:lnTo>
                  <a:pt x="67" y="75"/>
                </a:lnTo>
                <a:lnTo>
                  <a:pt x="68" y="77"/>
                </a:lnTo>
                <a:lnTo>
                  <a:pt x="68" y="117"/>
                </a:lnTo>
                <a:lnTo>
                  <a:pt x="81" y="117"/>
                </a:lnTo>
                <a:lnTo>
                  <a:pt x="81" y="90"/>
                </a:lnTo>
                <a:lnTo>
                  <a:pt x="86" y="90"/>
                </a:lnTo>
                <a:lnTo>
                  <a:pt x="86" y="117"/>
                </a:lnTo>
                <a:lnTo>
                  <a:pt x="99" y="117"/>
                </a:lnTo>
                <a:lnTo>
                  <a:pt x="99" y="90"/>
                </a:lnTo>
                <a:lnTo>
                  <a:pt x="104" y="90"/>
                </a:lnTo>
                <a:lnTo>
                  <a:pt x="104" y="117"/>
                </a:lnTo>
                <a:lnTo>
                  <a:pt x="120" y="117"/>
                </a:lnTo>
                <a:lnTo>
                  <a:pt x="120" y="50"/>
                </a:lnTo>
                <a:lnTo>
                  <a:pt x="42" y="50"/>
                </a:lnTo>
                <a:lnTo>
                  <a:pt x="42" y="50"/>
                </a:lnTo>
                <a:lnTo>
                  <a:pt x="26" y="47"/>
                </a:lnTo>
                <a:lnTo>
                  <a:pt x="13" y="42"/>
                </a:lnTo>
                <a:lnTo>
                  <a:pt x="4" y="34"/>
                </a:lnTo>
                <a:lnTo>
                  <a:pt x="1" y="25"/>
                </a:lnTo>
                <a:lnTo>
                  <a:pt x="4" y="15"/>
                </a:lnTo>
                <a:lnTo>
                  <a:pt x="13" y="7"/>
                </a:lnTo>
                <a:lnTo>
                  <a:pt x="26" y="1"/>
                </a:lnTo>
                <a:lnTo>
                  <a:pt x="43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89855" tIns="44928" rIns="89855" bIns="44928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C52C605-AF86-A16F-07CF-ABD31DE35446}"/>
              </a:ext>
            </a:extLst>
          </p:cNvPr>
          <p:cNvSpPr txBox="1"/>
          <p:nvPr/>
        </p:nvSpPr>
        <p:spPr>
          <a:xfrm>
            <a:off x="7720701" y="3633151"/>
            <a:ext cx="26051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关键：同步和扩散</a:t>
            </a:r>
            <a:endParaRPr lang="en-US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59" name="Freeform 131">
            <a:extLst>
              <a:ext uri="{FF2B5EF4-FFF2-40B4-BE49-F238E27FC236}">
                <a16:creationId xmlns:a16="http://schemas.microsoft.com/office/drawing/2014/main" id="{B54F98B4-FADA-4388-6F41-C3AA3D0FE97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707629" y="4940850"/>
            <a:ext cx="756117" cy="746961"/>
          </a:xfrm>
          <a:custGeom>
            <a:avLst/>
            <a:gdLst>
              <a:gd name="T0" fmla="*/ 53 w 131"/>
              <a:gd name="T1" fmla="*/ 58 h 130"/>
              <a:gd name="T2" fmla="*/ 72 w 131"/>
              <a:gd name="T3" fmla="*/ 77 h 130"/>
              <a:gd name="T4" fmla="*/ 45 w 131"/>
              <a:gd name="T5" fmla="*/ 85 h 130"/>
              <a:gd name="T6" fmla="*/ 53 w 131"/>
              <a:gd name="T7" fmla="*/ 58 h 130"/>
              <a:gd name="T8" fmla="*/ 100 w 131"/>
              <a:gd name="T9" fmla="*/ 11 h 130"/>
              <a:gd name="T10" fmla="*/ 120 w 131"/>
              <a:gd name="T11" fmla="*/ 30 h 130"/>
              <a:gd name="T12" fmla="*/ 76 w 131"/>
              <a:gd name="T13" fmla="*/ 75 h 130"/>
              <a:gd name="T14" fmla="*/ 55 w 131"/>
              <a:gd name="T15" fmla="*/ 55 h 130"/>
              <a:gd name="T16" fmla="*/ 100 w 131"/>
              <a:gd name="T17" fmla="*/ 11 h 130"/>
              <a:gd name="T18" fmla="*/ 21 w 131"/>
              <a:gd name="T19" fmla="*/ 3 h 130"/>
              <a:gd name="T20" fmla="*/ 89 w 131"/>
              <a:gd name="T21" fmla="*/ 3 h 130"/>
              <a:gd name="T22" fmla="*/ 76 w 131"/>
              <a:gd name="T23" fmla="*/ 16 h 130"/>
              <a:gd name="T24" fmla="*/ 27 w 131"/>
              <a:gd name="T25" fmla="*/ 16 h 130"/>
              <a:gd name="T26" fmla="*/ 21 w 131"/>
              <a:gd name="T27" fmla="*/ 17 h 130"/>
              <a:gd name="T28" fmla="*/ 17 w 131"/>
              <a:gd name="T29" fmla="*/ 20 h 130"/>
              <a:gd name="T30" fmla="*/ 15 w 131"/>
              <a:gd name="T31" fmla="*/ 24 h 130"/>
              <a:gd name="T32" fmla="*/ 14 w 131"/>
              <a:gd name="T33" fmla="*/ 29 h 130"/>
              <a:gd name="T34" fmla="*/ 14 w 131"/>
              <a:gd name="T35" fmla="*/ 105 h 130"/>
              <a:gd name="T36" fmla="*/ 15 w 131"/>
              <a:gd name="T37" fmla="*/ 109 h 130"/>
              <a:gd name="T38" fmla="*/ 16 w 131"/>
              <a:gd name="T39" fmla="*/ 113 h 130"/>
              <a:gd name="T40" fmla="*/ 19 w 131"/>
              <a:gd name="T41" fmla="*/ 115 h 130"/>
              <a:gd name="T42" fmla="*/ 23 w 131"/>
              <a:gd name="T43" fmla="*/ 117 h 130"/>
              <a:gd name="T44" fmla="*/ 27 w 131"/>
              <a:gd name="T45" fmla="*/ 117 h 130"/>
              <a:gd name="T46" fmla="*/ 103 w 131"/>
              <a:gd name="T47" fmla="*/ 117 h 130"/>
              <a:gd name="T48" fmla="*/ 106 w 131"/>
              <a:gd name="T49" fmla="*/ 117 h 130"/>
              <a:gd name="T50" fmla="*/ 110 w 131"/>
              <a:gd name="T51" fmla="*/ 115 h 130"/>
              <a:gd name="T52" fmla="*/ 113 w 131"/>
              <a:gd name="T53" fmla="*/ 113 h 130"/>
              <a:gd name="T54" fmla="*/ 114 w 131"/>
              <a:gd name="T55" fmla="*/ 109 h 130"/>
              <a:gd name="T56" fmla="*/ 116 w 131"/>
              <a:gd name="T57" fmla="*/ 105 h 130"/>
              <a:gd name="T58" fmla="*/ 116 w 131"/>
              <a:gd name="T59" fmla="*/ 55 h 130"/>
              <a:gd name="T60" fmla="*/ 129 w 131"/>
              <a:gd name="T61" fmla="*/ 42 h 130"/>
              <a:gd name="T62" fmla="*/ 129 w 131"/>
              <a:gd name="T63" fmla="*/ 109 h 130"/>
              <a:gd name="T64" fmla="*/ 125 w 131"/>
              <a:gd name="T65" fmla="*/ 119 h 130"/>
              <a:gd name="T66" fmla="*/ 117 w 131"/>
              <a:gd name="T67" fmla="*/ 127 h 130"/>
              <a:gd name="T68" fmla="*/ 106 w 131"/>
              <a:gd name="T69" fmla="*/ 130 h 130"/>
              <a:gd name="T70" fmla="*/ 21 w 131"/>
              <a:gd name="T71" fmla="*/ 130 h 130"/>
              <a:gd name="T72" fmla="*/ 11 w 131"/>
              <a:gd name="T73" fmla="*/ 127 h 130"/>
              <a:gd name="T74" fmla="*/ 3 w 131"/>
              <a:gd name="T75" fmla="*/ 119 h 130"/>
              <a:gd name="T76" fmla="*/ 0 w 131"/>
              <a:gd name="T77" fmla="*/ 109 h 130"/>
              <a:gd name="T78" fmla="*/ 0 w 131"/>
              <a:gd name="T79" fmla="*/ 25 h 130"/>
              <a:gd name="T80" fmla="*/ 3 w 131"/>
              <a:gd name="T81" fmla="*/ 15 h 130"/>
              <a:gd name="T82" fmla="*/ 11 w 131"/>
              <a:gd name="T83" fmla="*/ 7 h 130"/>
              <a:gd name="T84" fmla="*/ 21 w 131"/>
              <a:gd name="T85" fmla="*/ 3 h 130"/>
              <a:gd name="T86" fmla="*/ 114 w 131"/>
              <a:gd name="T87" fmla="*/ 0 h 130"/>
              <a:gd name="T88" fmla="*/ 117 w 131"/>
              <a:gd name="T89" fmla="*/ 2 h 130"/>
              <a:gd name="T90" fmla="*/ 130 w 131"/>
              <a:gd name="T91" fmla="*/ 15 h 130"/>
              <a:gd name="T92" fmla="*/ 131 w 131"/>
              <a:gd name="T93" fmla="*/ 16 h 130"/>
              <a:gd name="T94" fmla="*/ 131 w 131"/>
              <a:gd name="T95" fmla="*/ 20 h 130"/>
              <a:gd name="T96" fmla="*/ 129 w 131"/>
              <a:gd name="T97" fmla="*/ 22 h 130"/>
              <a:gd name="T98" fmla="*/ 124 w 131"/>
              <a:gd name="T99" fmla="*/ 28 h 130"/>
              <a:gd name="T100" fmla="*/ 103 w 131"/>
              <a:gd name="T101" fmla="*/ 8 h 130"/>
              <a:gd name="T102" fmla="*/ 109 w 131"/>
              <a:gd name="T103" fmla="*/ 2 h 130"/>
              <a:gd name="T104" fmla="*/ 112 w 131"/>
              <a:gd name="T105" fmla="*/ 0 h 130"/>
              <a:gd name="T106" fmla="*/ 114 w 131"/>
              <a:gd name="T107" fmla="*/ 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31" h="130">
                <a:moveTo>
                  <a:pt x="53" y="58"/>
                </a:moveTo>
                <a:lnTo>
                  <a:pt x="72" y="77"/>
                </a:lnTo>
                <a:lnTo>
                  <a:pt x="45" y="85"/>
                </a:lnTo>
                <a:lnTo>
                  <a:pt x="53" y="58"/>
                </a:lnTo>
                <a:close/>
                <a:moveTo>
                  <a:pt x="100" y="11"/>
                </a:moveTo>
                <a:lnTo>
                  <a:pt x="120" y="30"/>
                </a:lnTo>
                <a:lnTo>
                  <a:pt x="76" y="75"/>
                </a:lnTo>
                <a:lnTo>
                  <a:pt x="55" y="55"/>
                </a:lnTo>
                <a:lnTo>
                  <a:pt x="100" y="11"/>
                </a:lnTo>
                <a:close/>
                <a:moveTo>
                  <a:pt x="21" y="3"/>
                </a:moveTo>
                <a:lnTo>
                  <a:pt x="89" y="3"/>
                </a:lnTo>
                <a:lnTo>
                  <a:pt x="76" y="16"/>
                </a:lnTo>
                <a:lnTo>
                  <a:pt x="27" y="16"/>
                </a:lnTo>
                <a:lnTo>
                  <a:pt x="21" y="17"/>
                </a:lnTo>
                <a:lnTo>
                  <a:pt x="17" y="20"/>
                </a:lnTo>
                <a:lnTo>
                  <a:pt x="15" y="24"/>
                </a:lnTo>
                <a:lnTo>
                  <a:pt x="14" y="29"/>
                </a:lnTo>
                <a:lnTo>
                  <a:pt x="14" y="105"/>
                </a:lnTo>
                <a:lnTo>
                  <a:pt x="15" y="109"/>
                </a:lnTo>
                <a:lnTo>
                  <a:pt x="16" y="113"/>
                </a:lnTo>
                <a:lnTo>
                  <a:pt x="19" y="115"/>
                </a:lnTo>
                <a:lnTo>
                  <a:pt x="23" y="117"/>
                </a:lnTo>
                <a:lnTo>
                  <a:pt x="27" y="117"/>
                </a:lnTo>
                <a:lnTo>
                  <a:pt x="103" y="117"/>
                </a:lnTo>
                <a:lnTo>
                  <a:pt x="106" y="117"/>
                </a:lnTo>
                <a:lnTo>
                  <a:pt x="110" y="115"/>
                </a:lnTo>
                <a:lnTo>
                  <a:pt x="113" y="113"/>
                </a:lnTo>
                <a:lnTo>
                  <a:pt x="114" y="109"/>
                </a:lnTo>
                <a:lnTo>
                  <a:pt x="116" y="105"/>
                </a:lnTo>
                <a:lnTo>
                  <a:pt x="116" y="55"/>
                </a:lnTo>
                <a:lnTo>
                  <a:pt x="129" y="42"/>
                </a:lnTo>
                <a:lnTo>
                  <a:pt x="129" y="109"/>
                </a:lnTo>
                <a:lnTo>
                  <a:pt x="125" y="119"/>
                </a:lnTo>
                <a:lnTo>
                  <a:pt x="117" y="127"/>
                </a:lnTo>
                <a:lnTo>
                  <a:pt x="106" y="130"/>
                </a:lnTo>
                <a:lnTo>
                  <a:pt x="21" y="130"/>
                </a:lnTo>
                <a:lnTo>
                  <a:pt x="11" y="127"/>
                </a:lnTo>
                <a:lnTo>
                  <a:pt x="3" y="119"/>
                </a:lnTo>
                <a:lnTo>
                  <a:pt x="0" y="109"/>
                </a:lnTo>
                <a:lnTo>
                  <a:pt x="0" y="25"/>
                </a:lnTo>
                <a:lnTo>
                  <a:pt x="3" y="15"/>
                </a:lnTo>
                <a:lnTo>
                  <a:pt x="11" y="7"/>
                </a:lnTo>
                <a:lnTo>
                  <a:pt x="21" y="3"/>
                </a:lnTo>
                <a:close/>
                <a:moveTo>
                  <a:pt x="114" y="0"/>
                </a:moveTo>
                <a:lnTo>
                  <a:pt x="117" y="2"/>
                </a:lnTo>
                <a:lnTo>
                  <a:pt x="130" y="15"/>
                </a:lnTo>
                <a:lnTo>
                  <a:pt x="131" y="16"/>
                </a:lnTo>
                <a:lnTo>
                  <a:pt x="131" y="20"/>
                </a:lnTo>
                <a:lnTo>
                  <a:pt x="129" y="22"/>
                </a:lnTo>
                <a:lnTo>
                  <a:pt x="124" y="28"/>
                </a:lnTo>
                <a:lnTo>
                  <a:pt x="103" y="8"/>
                </a:lnTo>
                <a:lnTo>
                  <a:pt x="109" y="2"/>
                </a:lnTo>
                <a:lnTo>
                  <a:pt x="112" y="0"/>
                </a:lnTo>
                <a:lnTo>
                  <a:pt x="114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89855" tIns="44928" rIns="89855" bIns="44928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 dirty="0">
              <a:ea typeface="印品黑体" panose="00000500000000000000" pitchFamily="2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6204C62-D201-1126-6941-677FDF4021EE}"/>
              </a:ext>
            </a:extLst>
          </p:cNvPr>
          <p:cNvSpPr txBox="1"/>
          <p:nvPr/>
        </p:nvSpPr>
        <p:spPr>
          <a:xfrm>
            <a:off x="7720701" y="5137382"/>
            <a:ext cx="3487321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方法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：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register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和异步写扩散</a:t>
            </a:r>
            <a:endParaRPr lang="en-US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5365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A552E35-BC35-8F23-94DC-8AD5CE449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26" y="305467"/>
            <a:ext cx="5128080" cy="3580130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2D27A319-4D67-40CD-819B-693383447ADA}"/>
              </a:ext>
            </a:extLst>
          </p:cNvPr>
          <p:cNvSpPr/>
          <p:nvPr/>
        </p:nvSpPr>
        <p:spPr>
          <a:xfrm>
            <a:off x="5793179" y="519083"/>
            <a:ext cx="1143000" cy="1143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A8024FA-0FA1-47F9-897F-F18E4A0653BF}"/>
              </a:ext>
            </a:extLst>
          </p:cNvPr>
          <p:cNvGrpSpPr/>
          <p:nvPr/>
        </p:nvGrpSpPr>
        <p:grpSpPr>
          <a:xfrm>
            <a:off x="6996553" y="682348"/>
            <a:ext cx="4118751" cy="5809795"/>
            <a:chOff x="2641607" y="1443568"/>
            <a:chExt cx="4118751" cy="5809795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4E027CF-86E3-41D7-852B-DDDEA7221CC5}"/>
                </a:ext>
              </a:extLst>
            </p:cNvPr>
            <p:cNvSpPr txBox="1"/>
            <p:nvPr/>
          </p:nvSpPr>
          <p:spPr>
            <a:xfrm>
              <a:off x="2790049" y="1443568"/>
              <a:ext cx="32164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scadia Code" panose="020B0609020000020004" pitchFamily="49" charset="0"/>
                  <a:ea typeface="思源黑体 CN Medium" panose="020B0600000000000000" pitchFamily="34" charset="-122"/>
                  <a:cs typeface="Cascadia Code" panose="020B0609020000020004" pitchFamily="49" charset="0"/>
                </a:rPr>
                <a:t>Cluster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集群</a:t>
              </a:r>
            </a:p>
          </p:txBody>
        </p:sp>
        <p:sp>
          <p:nvSpPr>
            <p:cNvPr id="17" name="TextBox 99">
              <a:extLst>
                <a:ext uri="{FF2B5EF4-FFF2-40B4-BE49-F238E27FC236}">
                  <a16:creationId xmlns:a16="http://schemas.microsoft.com/office/drawing/2014/main" id="{7952FBE3-2DD3-4218-92C4-472E9DFDBA4F}"/>
                </a:ext>
              </a:extLst>
            </p:cNvPr>
            <p:cNvSpPr txBox="1"/>
            <p:nvPr/>
          </p:nvSpPr>
          <p:spPr>
            <a:xfrm>
              <a:off x="2641607" y="2258598"/>
              <a:ext cx="4118751" cy="499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痛点：</a:t>
              </a: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主从架构没办法应对大量的写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方案：</a:t>
              </a: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构造多个主从架构，让不同的主从对处理不同</a:t>
              </a:r>
              <a:r>
                <a: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key</a:t>
              </a: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的写操作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关键：</a:t>
              </a:r>
              <a:r>
                <a: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proxy</a:t>
              </a: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负责接收所有请求并且转发到合适的节点处理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谁来写？</a:t>
              </a: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用</a:t>
              </a:r>
              <a:r>
                <a: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key</a:t>
              </a: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决定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谁来读？</a:t>
              </a: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由</a:t>
              </a:r>
              <a:r>
                <a: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key</a:t>
              </a: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得到对应的主从架构，然后让所有节点分摊读操作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分摊方式：</a:t>
              </a: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计数器控制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sp>
        <p:nvSpPr>
          <p:cNvPr id="35" name="Freeform 13">
            <a:extLst>
              <a:ext uri="{FF2B5EF4-FFF2-40B4-BE49-F238E27FC236}">
                <a16:creationId xmlns:a16="http://schemas.microsoft.com/office/drawing/2014/main" id="{557A0266-60B5-4C29-A6BE-C44A3A5212AA}"/>
              </a:ext>
            </a:extLst>
          </p:cNvPr>
          <p:cNvSpPr>
            <a:spLocks noEditPoints="1"/>
          </p:cNvSpPr>
          <p:nvPr/>
        </p:nvSpPr>
        <p:spPr bwMode="auto">
          <a:xfrm>
            <a:off x="2325673" y="2096855"/>
            <a:ext cx="282041" cy="263991"/>
          </a:xfrm>
          <a:custGeom>
            <a:avLst/>
            <a:gdLst>
              <a:gd name="T0" fmla="*/ 2221 w 3375"/>
              <a:gd name="T1" fmla="*/ 1236 h 3159"/>
              <a:gd name="T2" fmla="*/ 2242 w 3375"/>
              <a:gd name="T3" fmla="*/ 1252 h 3159"/>
              <a:gd name="T4" fmla="*/ 2246 w 3375"/>
              <a:gd name="T5" fmla="*/ 1178 h 3159"/>
              <a:gd name="T6" fmla="*/ 2443 w 3375"/>
              <a:gd name="T7" fmla="*/ 1830 h 3159"/>
              <a:gd name="T8" fmla="*/ 1518 w 3375"/>
              <a:gd name="T9" fmla="*/ 982 h 3159"/>
              <a:gd name="T10" fmla="*/ 1704 w 3375"/>
              <a:gd name="T11" fmla="*/ 1062 h 3159"/>
              <a:gd name="T12" fmla="*/ 1771 w 3375"/>
              <a:gd name="T13" fmla="*/ 1272 h 3159"/>
              <a:gd name="T14" fmla="*/ 1664 w 3375"/>
              <a:gd name="T15" fmla="*/ 1457 h 3159"/>
              <a:gd name="T16" fmla="*/ 1501 w 3375"/>
              <a:gd name="T17" fmla="*/ 1570 h 3159"/>
              <a:gd name="T18" fmla="*/ 1787 w 3375"/>
              <a:gd name="T19" fmla="*/ 1655 h 3159"/>
              <a:gd name="T20" fmla="*/ 1208 w 3375"/>
              <a:gd name="T21" fmla="*/ 1662 h 3159"/>
              <a:gd name="T22" fmla="*/ 1331 w 3375"/>
              <a:gd name="T23" fmla="*/ 1466 h 3159"/>
              <a:gd name="T24" fmla="*/ 1494 w 3375"/>
              <a:gd name="T25" fmla="*/ 1347 h 3159"/>
              <a:gd name="T26" fmla="*/ 1558 w 3375"/>
              <a:gd name="T27" fmla="*/ 1236 h 3159"/>
              <a:gd name="T28" fmla="*/ 1470 w 3375"/>
              <a:gd name="T29" fmla="*/ 1173 h 3159"/>
              <a:gd name="T30" fmla="*/ 1358 w 3375"/>
              <a:gd name="T31" fmla="*/ 1243 h 3159"/>
              <a:gd name="T32" fmla="*/ 1203 w 3375"/>
              <a:gd name="T33" fmla="*/ 1144 h 3159"/>
              <a:gd name="T34" fmla="*/ 1300 w 3375"/>
              <a:gd name="T35" fmla="*/ 1038 h 3159"/>
              <a:gd name="T36" fmla="*/ 422 w 3375"/>
              <a:gd name="T37" fmla="*/ 734 h 3159"/>
              <a:gd name="T38" fmla="*/ 646 w 3375"/>
              <a:gd name="T39" fmla="*/ 863 h 3159"/>
              <a:gd name="T40" fmla="*/ 822 w 3375"/>
              <a:gd name="T41" fmla="*/ 1130 h 3159"/>
              <a:gd name="T42" fmla="*/ 827 w 3375"/>
              <a:gd name="T43" fmla="*/ 1309 h 3159"/>
              <a:gd name="T44" fmla="*/ 726 w 3375"/>
              <a:gd name="T45" fmla="*/ 1446 h 3159"/>
              <a:gd name="T46" fmla="*/ 639 w 3375"/>
              <a:gd name="T47" fmla="*/ 1590 h 3159"/>
              <a:gd name="T48" fmla="*/ 738 w 3375"/>
              <a:gd name="T49" fmla="*/ 1805 h 3159"/>
              <a:gd name="T50" fmla="*/ 955 w 3375"/>
              <a:gd name="T51" fmla="*/ 2061 h 3159"/>
              <a:gd name="T52" fmla="*/ 1210 w 3375"/>
              <a:gd name="T53" fmla="*/ 2306 h 3159"/>
              <a:gd name="T54" fmla="*/ 1454 w 3375"/>
              <a:gd name="T55" fmla="*/ 2483 h 3159"/>
              <a:gd name="T56" fmla="*/ 1636 w 3375"/>
              <a:gd name="T57" fmla="*/ 2506 h 3159"/>
              <a:gd name="T58" fmla="*/ 1770 w 3375"/>
              <a:gd name="T59" fmla="*/ 2381 h 3159"/>
              <a:gd name="T60" fmla="*/ 1919 w 3375"/>
              <a:gd name="T61" fmla="*/ 2316 h 3159"/>
              <a:gd name="T62" fmla="*/ 2131 w 3375"/>
              <a:gd name="T63" fmla="*/ 2388 h 3159"/>
              <a:gd name="T64" fmla="*/ 2384 w 3375"/>
              <a:gd name="T65" fmla="*/ 2614 h 3159"/>
              <a:gd name="T66" fmla="*/ 2412 w 3375"/>
              <a:gd name="T67" fmla="*/ 2819 h 3159"/>
              <a:gd name="T68" fmla="*/ 2291 w 3375"/>
              <a:gd name="T69" fmla="*/ 2989 h 3159"/>
              <a:gd name="T70" fmla="*/ 2131 w 3375"/>
              <a:gd name="T71" fmla="*/ 3129 h 3159"/>
              <a:gd name="T72" fmla="*/ 1830 w 3375"/>
              <a:gd name="T73" fmla="*/ 3144 h 3159"/>
              <a:gd name="T74" fmla="*/ 1384 w 3375"/>
              <a:gd name="T75" fmla="*/ 2974 h 3159"/>
              <a:gd name="T76" fmla="*/ 859 w 3375"/>
              <a:gd name="T77" fmla="*/ 2602 h 3159"/>
              <a:gd name="T78" fmla="*/ 372 w 3375"/>
              <a:gd name="T79" fmla="*/ 2070 h 3159"/>
              <a:gd name="T80" fmla="*/ 89 w 3375"/>
              <a:gd name="T81" fmla="*/ 1571 h 3159"/>
              <a:gd name="T82" fmla="*/ 0 w 3375"/>
              <a:gd name="T83" fmla="*/ 1179 h 3159"/>
              <a:gd name="T84" fmla="*/ 86 w 3375"/>
              <a:gd name="T85" fmla="*/ 956 h 3159"/>
              <a:gd name="T86" fmla="*/ 239 w 3375"/>
              <a:gd name="T87" fmla="*/ 807 h 3159"/>
              <a:gd name="T88" fmla="*/ 422 w 3375"/>
              <a:gd name="T89" fmla="*/ 734 h 3159"/>
              <a:gd name="T90" fmla="*/ 2434 w 3375"/>
              <a:gd name="T91" fmla="*/ 110 h 3159"/>
              <a:gd name="T92" fmla="*/ 2966 w 3375"/>
              <a:gd name="T93" fmla="*/ 475 h 3159"/>
              <a:gd name="T94" fmla="*/ 3298 w 3375"/>
              <a:gd name="T95" fmla="*/ 1030 h 3159"/>
              <a:gd name="T96" fmla="*/ 3364 w 3375"/>
              <a:gd name="T97" fmla="*/ 1692 h 3159"/>
              <a:gd name="T98" fmla="*/ 3155 w 3375"/>
              <a:gd name="T99" fmla="*/ 2287 h 3159"/>
              <a:gd name="T100" fmla="*/ 2733 w 3375"/>
              <a:gd name="T101" fmla="*/ 2737 h 3159"/>
              <a:gd name="T102" fmla="*/ 2574 w 3375"/>
              <a:gd name="T103" fmla="*/ 2633 h 3159"/>
              <a:gd name="T104" fmla="*/ 2907 w 3375"/>
              <a:gd name="T105" fmla="*/ 2260 h 3159"/>
              <a:gd name="T106" fmla="*/ 3132 w 3375"/>
              <a:gd name="T107" fmla="*/ 1742 h 3159"/>
              <a:gd name="T108" fmla="*/ 3057 w 3375"/>
              <a:gd name="T109" fmla="*/ 1016 h 3159"/>
              <a:gd name="T110" fmla="*/ 2716 w 3375"/>
              <a:gd name="T111" fmla="*/ 540 h 3159"/>
              <a:gd name="T112" fmla="*/ 2197 w 3375"/>
              <a:gd name="T113" fmla="*/ 264 h 3159"/>
              <a:gd name="T114" fmla="*/ 1463 w 3375"/>
              <a:gd name="T115" fmla="*/ 288 h 3159"/>
              <a:gd name="T116" fmla="*/ 964 w 3375"/>
              <a:gd name="T117" fmla="*/ 598 h 3159"/>
              <a:gd name="T118" fmla="*/ 640 w 3375"/>
              <a:gd name="T119" fmla="*/ 641 h 3159"/>
              <a:gd name="T120" fmla="*/ 1090 w 3375"/>
              <a:gd name="T121" fmla="*/ 220 h 3159"/>
              <a:gd name="T122" fmla="*/ 1683 w 3375"/>
              <a:gd name="T123" fmla="*/ 12 h 3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75" h="3159">
                <a:moveTo>
                  <a:pt x="2246" y="1178"/>
                </a:moveTo>
                <a:lnTo>
                  <a:pt x="2246" y="1180"/>
                </a:lnTo>
                <a:lnTo>
                  <a:pt x="2243" y="1186"/>
                </a:lnTo>
                <a:lnTo>
                  <a:pt x="2240" y="1197"/>
                </a:lnTo>
                <a:lnTo>
                  <a:pt x="2235" y="1208"/>
                </a:lnTo>
                <a:lnTo>
                  <a:pt x="2229" y="1222"/>
                </a:lnTo>
                <a:lnTo>
                  <a:pt x="2221" y="1236"/>
                </a:lnTo>
                <a:lnTo>
                  <a:pt x="2214" y="1251"/>
                </a:lnTo>
                <a:lnTo>
                  <a:pt x="2206" y="1264"/>
                </a:lnTo>
                <a:lnTo>
                  <a:pt x="2079" y="1456"/>
                </a:lnTo>
                <a:lnTo>
                  <a:pt x="2079" y="1458"/>
                </a:lnTo>
                <a:lnTo>
                  <a:pt x="2242" y="1458"/>
                </a:lnTo>
                <a:lnTo>
                  <a:pt x="2242" y="1271"/>
                </a:lnTo>
                <a:lnTo>
                  <a:pt x="2242" y="1252"/>
                </a:lnTo>
                <a:lnTo>
                  <a:pt x="2243" y="1233"/>
                </a:lnTo>
                <a:lnTo>
                  <a:pt x="2245" y="1216"/>
                </a:lnTo>
                <a:lnTo>
                  <a:pt x="2246" y="1201"/>
                </a:lnTo>
                <a:lnTo>
                  <a:pt x="2247" y="1188"/>
                </a:lnTo>
                <a:lnTo>
                  <a:pt x="2248" y="1181"/>
                </a:lnTo>
                <a:lnTo>
                  <a:pt x="2249" y="1178"/>
                </a:lnTo>
                <a:lnTo>
                  <a:pt x="2246" y="1178"/>
                </a:lnTo>
                <a:close/>
                <a:moveTo>
                  <a:pt x="2194" y="995"/>
                </a:moveTo>
                <a:lnTo>
                  <a:pt x="2443" y="995"/>
                </a:lnTo>
                <a:lnTo>
                  <a:pt x="2443" y="1458"/>
                </a:lnTo>
                <a:lnTo>
                  <a:pt x="2543" y="1458"/>
                </a:lnTo>
                <a:lnTo>
                  <a:pt x="2543" y="1627"/>
                </a:lnTo>
                <a:lnTo>
                  <a:pt x="2443" y="1627"/>
                </a:lnTo>
                <a:lnTo>
                  <a:pt x="2443" y="1830"/>
                </a:lnTo>
                <a:lnTo>
                  <a:pt x="2242" y="1830"/>
                </a:lnTo>
                <a:lnTo>
                  <a:pt x="2242" y="1627"/>
                </a:lnTo>
                <a:lnTo>
                  <a:pt x="1872" y="1627"/>
                </a:lnTo>
                <a:lnTo>
                  <a:pt x="1872" y="1503"/>
                </a:lnTo>
                <a:lnTo>
                  <a:pt x="2194" y="995"/>
                </a:lnTo>
                <a:close/>
                <a:moveTo>
                  <a:pt x="1489" y="981"/>
                </a:moveTo>
                <a:lnTo>
                  <a:pt x="1518" y="982"/>
                </a:lnTo>
                <a:lnTo>
                  <a:pt x="1547" y="986"/>
                </a:lnTo>
                <a:lnTo>
                  <a:pt x="1576" y="992"/>
                </a:lnTo>
                <a:lnTo>
                  <a:pt x="1605" y="1000"/>
                </a:lnTo>
                <a:lnTo>
                  <a:pt x="1632" y="1011"/>
                </a:lnTo>
                <a:lnTo>
                  <a:pt x="1658" y="1026"/>
                </a:lnTo>
                <a:lnTo>
                  <a:pt x="1682" y="1042"/>
                </a:lnTo>
                <a:lnTo>
                  <a:pt x="1704" y="1062"/>
                </a:lnTo>
                <a:lnTo>
                  <a:pt x="1724" y="1083"/>
                </a:lnTo>
                <a:lnTo>
                  <a:pt x="1741" y="1109"/>
                </a:lnTo>
                <a:lnTo>
                  <a:pt x="1755" y="1136"/>
                </a:lnTo>
                <a:lnTo>
                  <a:pt x="1765" y="1167"/>
                </a:lnTo>
                <a:lnTo>
                  <a:pt x="1771" y="1200"/>
                </a:lnTo>
                <a:lnTo>
                  <a:pt x="1773" y="1236"/>
                </a:lnTo>
                <a:lnTo>
                  <a:pt x="1771" y="1272"/>
                </a:lnTo>
                <a:lnTo>
                  <a:pt x="1765" y="1305"/>
                </a:lnTo>
                <a:lnTo>
                  <a:pt x="1755" y="1336"/>
                </a:lnTo>
                <a:lnTo>
                  <a:pt x="1742" y="1364"/>
                </a:lnTo>
                <a:lnTo>
                  <a:pt x="1725" y="1390"/>
                </a:lnTo>
                <a:lnTo>
                  <a:pt x="1707" y="1414"/>
                </a:lnTo>
                <a:lnTo>
                  <a:pt x="1686" y="1437"/>
                </a:lnTo>
                <a:lnTo>
                  <a:pt x="1664" y="1457"/>
                </a:lnTo>
                <a:lnTo>
                  <a:pt x="1640" y="1477"/>
                </a:lnTo>
                <a:lnTo>
                  <a:pt x="1617" y="1494"/>
                </a:lnTo>
                <a:lnTo>
                  <a:pt x="1592" y="1510"/>
                </a:lnTo>
                <a:lnTo>
                  <a:pt x="1569" y="1527"/>
                </a:lnTo>
                <a:lnTo>
                  <a:pt x="1545" y="1542"/>
                </a:lnTo>
                <a:lnTo>
                  <a:pt x="1523" y="1556"/>
                </a:lnTo>
                <a:lnTo>
                  <a:pt x="1501" y="1570"/>
                </a:lnTo>
                <a:lnTo>
                  <a:pt x="1483" y="1584"/>
                </a:lnTo>
                <a:lnTo>
                  <a:pt x="1466" y="1597"/>
                </a:lnTo>
                <a:lnTo>
                  <a:pt x="1452" y="1611"/>
                </a:lnTo>
                <a:lnTo>
                  <a:pt x="1441" y="1625"/>
                </a:lnTo>
                <a:lnTo>
                  <a:pt x="1435" y="1639"/>
                </a:lnTo>
                <a:lnTo>
                  <a:pt x="1432" y="1655"/>
                </a:lnTo>
                <a:lnTo>
                  <a:pt x="1787" y="1655"/>
                </a:lnTo>
                <a:lnTo>
                  <a:pt x="1787" y="1830"/>
                </a:lnTo>
                <a:lnTo>
                  <a:pt x="1209" y="1830"/>
                </a:lnTo>
                <a:lnTo>
                  <a:pt x="1204" y="1798"/>
                </a:lnTo>
                <a:lnTo>
                  <a:pt x="1201" y="1768"/>
                </a:lnTo>
                <a:lnTo>
                  <a:pt x="1199" y="1740"/>
                </a:lnTo>
                <a:lnTo>
                  <a:pt x="1202" y="1699"/>
                </a:lnTo>
                <a:lnTo>
                  <a:pt x="1208" y="1662"/>
                </a:lnTo>
                <a:lnTo>
                  <a:pt x="1217" y="1627"/>
                </a:lnTo>
                <a:lnTo>
                  <a:pt x="1230" y="1594"/>
                </a:lnTo>
                <a:lnTo>
                  <a:pt x="1247" y="1565"/>
                </a:lnTo>
                <a:lnTo>
                  <a:pt x="1265" y="1537"/>
                </a:lnTo>
                <a:lnTo>
                  <a:pt x="1286" y="1513"/>
                </a:lnTo>
                <a:lnTo>
                  <a:pt x="1307" y="1489"/>
                </a:lnTo>
                <a:lnTo>
                  <a:pt x="1331" y="1466"/>
                </a:lnTo>
                <a:lnTo>
                  <a:pt x="1355" y="1446"/>
                </a:lnTo>
                <a:lnTo>
                  <a:pt x="1380" y="1428"/>
                </a:lnTo>
                <a:lnTo>
                  <a:pt x="1404" y="1409"/>
                </a:lnTo>
                <a:lnTo>
                  <a:pt x="1428" y="1393"/>
                </a:lnTo>
                <a:lnTo>
                  <a:pt x="1451" y="1377"/>
                </a:lnTo>
                <a:lnTo>
                  <a:pt x="1474" y="1361"/>
                </a:lnTo>
                <a:lnTo>
                  <a:pt x="1494" y="1347"/>
                </a:lnTo>
                <a:lnTo>
                  <a:pt x="1513" y="1332"/>
                </a:lnTo>
                <a:lnTo>
                  <a:pt x="1528" y="1317"/>
                </a:lnTo>
                <a:lnTo>
                  <a:pt x="1541" y="1303"/>
                </a:lnTo>
                <a:lnTo>
                  <a:pt x="1551" y="1288"/>
                </a:lnTo>
                <a:lnTo>
                  <a:pt x="1558" y="1272"/>
                </a:lnTo>
                <a:lnTo>
                  <a:pt x="1560" y="1256"/>
                </a:lnTo>
                <a:lnTo>
                  <a:pt x="1558" y="1236"/>
                </a:lnTo>
                <a:lnTo>
                  <a:pt x="1551" y="1219"/>
                </a:lnTo>
                <a:lnTo>
                  <a:pt x="1542" y="1205"/>
                </a:lnTo>
                <a:lnTo>
                  <a:pt x="1531" y="1192"/>
                </a:lnTo>
                <a:lnTo>
                  <a:pt x="1518" y="1184"/>
                </a:lnTo>
                <a:lnTo>
                  <a:pt x="1502" y="1178"/>
                </a:lnTo>
                <a:lnTo>
                  <a:pt x="1486" y="1175"/>
                </a:lnTo>
                <a:lnTo>
                  <a:pt x="1470" y="1173"/>
                </a:lnTo>
                <a:lnTo>
                  <a:pt x="1447" y="1176"/>
                </a:lnTo>
                <a:lnTo>
                  <a:pt x="1427" y="1182"/>
                </a:lnTo>
                <a:lnTo>
                  <a:pt x="1408" y="1192"/>
                </a:lnTo>
                <a:lnTo>
                  <a:pt x="1392" y="1205"/>
                </a:lnTo>
                <a:lnTo>
                  <a:pt x="1379" y="1218"/>
                </a:lnTo>
                <a:lnTo>
                  <a:pt x="1366" y="1231"/>
                </a:lnTo>
                <a:lnTo>
                  <a:pt x="1358" y="1243"/>
                </a:lnTo>
                <a:lnTo>
                  <a:pt x="1351" y="1253"/>
                </a:lnTo>
                <a:lnTo>
                  <a:pt x="1348" y="1260"/>
                </a:lnTo>
                <a:lnTo>
                  <a:pt x="1346" y="1262"/>
                </a:lnTo>
                <a:lnTo>
                  <a:pt x="1195" y="1161"/>
                </a:lnTo>
                <a:lnTo>
                  <a:pt x="1196" y="1159"/>
                </a:lnTo>
                <a:lnTo>
                  <a:pt x="1199" y="1153"/>
                </a:lnTo>
                <a:lnTo>
                  <a:pt x="1203" y="1144"/>
                </a:lnTo>
                <a:lnTo>
                  <a:pt x="1210" y="1132"/>
                </a:lnTo>
                <a:lnTo>
                  <a:pt x="1219" y="1119"/>
                </a:lnTo>
                <a:lnTo>
                  <a:pt x="1230" y="1103"/>
                </a:lnTo>
                <a:lnTo>
                  <a:pt x="1244" y="1087"/>
                </a:lnTo>
                <a:lnTo>
                  <a:pt x="1260" y="1071"/>
                </a:lnTo>
                <a:lnTo>
                  <a:pt x="1278" y="1054"/>
                </a:lnTo>
                <a:lnTo>
                  <a:pt x="1300" y="1038"/>
                </a:lnTo>
                <a:lnTo>
                  <a:pt x="1324" y="1023"/>
                </a:lnTo>
                <a:lnTo>
                  <a:pt x="1351" y="1008"/>
                </a:lnTo>
                <a:lnTo>
                  <a:pt x="1381" y="997"/>
                </a:lnTo>
                <a:lnTo>
                  <a:pt x="1413" y="989"/>
                </a:lnTo>
                <a:lnTo>
                  <a:pt x="1449" y="983"/>
                </a:lnTo>
                <a:lnTo>
                  <a:pt x="1489" y="981"/>
                </a:lnTo>
                <a:close/>
                <a:moveTo>
                  <a:pt x="422" y="734"/>
                </a:moveTo>
                <a:lnTo>
                  <a:pt x="452" y="738"/>
                </a:lnTo>
                <a:lnTo>
                  <a:pt x="482" y="746"/>
                </a:lnTo>
                <a:lnTo>
                  <a:pt x="513" y="758"/>
                </a:lnTo>
                <a:lnTo>
                  <a:pt x="545" y="775"/>
                </a:lnTo>
                <a:lnTo>
                  <a:pt x="578" y="799"/>
                </a:lnTo>
                <a:lnTo>
                  <a:pt x="612" y="827"/>
                </a:lnTo>
                <a:lnTo>
                  <a:pt x="646" y="863"/>
                </a:lnTo>
                <a:lnTo>
                  <a:pt x="682" y="905"/>
                </a:lnTo>
                <a:lnTo>
                  <a:pt x="716" y="948"/>
                </a:lnTo>
                <a:lnTo>
                  <a:pt x="746" y="990"/>
                </a:lnTo>
                <a:lnTo>
                  <a:pt x="771" y="1028"/>
                </a:lnTo>
                <a:lnTo>
                  <a:pt x="792" y="1065"/>
                </a:lnTo>
                <a:lnTo>
                  <a:pt x="809" y="1098"/>
                </a:lnTo>
                <a:lnTo>
                  <a:pt x="822" y="1130"/>
                </a:lnTo>
                <a:lnTo>
                  <a:pt x="833" y="1161"/>
                </a:lnTo>
                <a:lnTo>
                  <a:pt x="839" y="1188"/>
                </a:lnTo>
                <a:lnTo>
                  <a:pt x="842" y="1215"/>
                </a:lnTo>
                <a:lnTo>
                  <a:pt x="843" y="1240"/>
                </a:lnTo>
                <a:lnTo>
                  <a:pt x="841" y="1264"/>
                </a:lnTo>
                <a:lnTo>
                  <a:pt x="836" y="1288"/>
                </a:lnTo>
                <a:lnTo>
                  <a:pt x="827" y="1309"/>
                </a:lnTo>
                <a:lnTo>
                  <a:pt x="818" y="1329"/>
                </a:lnTo>
                <a:lnTo>
                  <a:pt x="807" y="1350"/>
                </a:lnTo>
                <a:lnTo>
                  <a:pt x="794" y="1369"/>
                </a:lnTo>
                <a:lnTo>
                  <a:pt x="778" y="1389"/>
                </a:lnTo>
                <a:lnTo>
                  <a:pt x="762" y="1408"/>
                </a:lnTo>
                <a:lnTo>
                  <a:pt x="745" y="1428"/>
                </a:lnTo>
                <a:lnTo>
                  <a:pt x="726" y="1446"/>
                </a:lnTo>
                <a:lnTo>
                  <a:pt x="707" y="1465"/>
                </a:lnTo>
                <a:lnTo>
                  <a:pt x="687" y="1485"/>
                </a:lnTo>
                <a:lnTo>
                  <a:pt x="667" y="1505"/>
                </a:lnTo>
                <a:lnTo>
                  <a:pt x="653" y="1523"/>
                </a:lnTo>
                <a:lnTo>
                  <a:pt x="643" y="1543"/>
                </a:lnTo>
                <a:lnTo>
                  <a:pt x="639" y="1566"/>
                </a:lnTo>
                <a:lnTo>
                  <a:pt x="639" y="1590"/>
                </a:lnTo>
                <a:lnTo>
                  <a:pt x="643" y="1616"/>
                </a:lnTo>
                <a:lnTo>
                  <a:pt x="650" y="1644"/>
                </a:lnTo>
                <a:lnTo>
                  <a:pt x="662" y="1674"/>
                </a:lnTo>
                <a:lnTo>
                  <a:pt x="677" y="1705"/>
                </a:lnTo>
                <a:lnTo>
                  <a:pt x="694" y="1737"/>
                </a:lnTo>
                <a:lnTo>
                  <a:pt x="715" y="1770"/>
                </a:lnTo>
                <a:lnTo>
                  <a:pt x="738" y="1805"/>
                </a:lnTo>
                <a:lnTo>
                  <a:pt x="764" y="1840"/>
                </a:lnTo>
                <a:lnTo>
                  <a:pt x="793" y="1876"/>
                </a:lnTo>
                <a:lnTo>
                  <a:pt x="822" y="1912"/>
                </a:lnTo>
                <a:lnTo>
                  <a:pt x="853" y="1949"/>
                </a:lnTo>
                <a:lnTo>
                  <a:pt x="887" y="1986"/>
                </a:lnTo>
                <a:lnTo>
                  <a:pt x="920" y="2023"/>
                </a:lnTo>
                <a:lnTo>
                  <a:pt x="955" y="2061"/>
                </a:lnTo>
                <a:lnTo>
                  <a:pt x="990" y="2096"/>
                </a:lnTo>
                <a:lnTo>
                  <a:pt x="1026" y="2133"/>
                </a:lnTo>
                <a:lnTo>
                  <a:pt x="1063" y="2169"/>
                </a:lnTo>
                <a:lnTo>
                  <a:pt x="1099" y="2205"/>
                </a:lnTo>
                <a:lnTo>
                  <a:pt x="1136" y="2240"/>
                </a:lnTo>
                <a:lnTo>
                  <a:pt x="1173" y="2273"/>
                </a:lnTo>
                <a:lnTo>
                  <a:pt x="1210" y="2306"/>
                </a:lnTo>
                <a:lnTo>
                  <a:pt x="1247" y="2338"/>
                </a:lnTo>
                <a:lnTo>
                  <a:pt x="1284" y="2367"/>
                </a:lnTo>
                <a:lnTo>
                  <a:pt x="1319" y="2395"/>
                </a:lnTo>
                <a:lnTo>
                  <a:pt x="1354" y="2421"/>
                </a:lnTo>
                <a:lnTo>
                  <a:pt x="1389" y="2444"/>
                </a:lnTo>
                <a:lnTo>
                  <a:pt x="1423" y="2465"/>
                </a:lnTo>
                <a:lnTo>
                  <a:pt x="1454" y="2483"/>
                </a:lnTo>
                <a:lnTo>
                  <a:pt x="1486" y="2497"/>
                </a:lnTo>
                <a:lnTo>
                  <a:pt x="1516" y="2509"/>
                </a:lnTo>
                <a:lnTo>
                  <a:pt x="1543" y="2517"/>
                </a:lnTo>
                <a:lnTo>
                  <a:pt x="1570" y="2521"/>
                </a:lnTo>
                <a:lnTo>
                  <a:pt x="1593" y="2520"/>
                </a:lnTo>
                <a:lnTo>
                  <a:pt x="1616" y="2516"/>
                </a:lnTo>
                <a:lnTo>
                  <a:pt x="1636" y="2506"/>
                </a:lnTo>
                <a:lnTo>
                  <a:pt x="1654" y="2492"/>
                </a:lnTo>
                <a:lnTo>
                  <a:pt x="1674" y="2472"/>
                </a:lnTo>
                <a:lnTo>
                  <a:pt x="1694" y="2452"/>
                </a:lnTo>
                <a:lnTo>
                  <a:pt x="1713" y="2433"/>
                </a:lnTo>
                <a:lnTo>
                  <a:pt x="1733" y="2414"/>
                </a:lnTo>
                <a:lnTo>
                  <a:pt x="1751" y="2397"/>
                </a:lnTo>
                <a:lnTo>
                  <a:pt x="1770" y="2381"/>
                </a:lnTo>
                <a:lnTo>
                  <a:pt x="1790" y="2365"/>
                </a:lnTo>
                <a:lnTo>
                  <a:pt x="1809" y="2352"/>
                </a:lnTo>
                <a:lnTo>
                  <a:pt x="1830" y="2341"/>
                </a:lnTo>
                <a:lnTo>
                  <a:pt x="1850" y="2332"/>
                </a:lnTo>
                <a:lnTo>
                  <a:pt x="1873" y="2324"/>
                </a:lnTo>
                <a:lnTo>
                  <a:pt x="1895" y="2319"/>
                </a:lnTo>
                <a:lnTo>
                  <a:pt x="1919" y="2316"/>
                </a:lnTo>
                <a:lnTo>
                  <a:pt x="1944" y="2317"/>
                </a:lnTo>
                <a:lnTo>
                  <a:pt x="1971" y="2320"/>
                </a:lnTo>
                <a:lnTo>
                  <a:pt x="1999" y="2326"/>
                </a:lnTo>
                <a:lnTo>
                  <a:pt x="2029" y="2337"/>
                </a:lnTo>
                <a:lnTo>
                  <a:pt x="2061" y="2350"/>
                </a:lnTo>
                <a:lnTo>
                  <a:pt x="2095" y="2367"/>
                </a:lnTo>
                <a:lnTo>
                  <a:pt x="2131" y="2388"/>
                </a:lnTo>
                <a:lnTo>
                  <a:pt x="2170" y="2413"/>
                </a:lnTo>
                <a:lnTo>
                  <a:pt x="2211" y="2443"/>
                </a:lnTo>
                <a:lnTo>
                  <a:pt x="2255" y="2477"/>
                </a:lnTo>
                <a:lnTo>
                  <a:pt x="2297" y="2513"/>
                </a:lnTo>
                <a:lnTo>
                  <a:pt x="2332" y="2547"/>
                </a:lnTo>
                <a:lnTo>
                  <a:pt x="2360" y="2581"/>
                </a:lnTo>
                <a:lnTo>
                  <a:pt x="2384" y="2614"/>
                </a:lnTo>
                <a:lnTo>
                  <a:pt x="2401" y="2647"/>
                </a:lnTo>
                <a:lnTo>
                  <a:pt x="2414" y="2677"/>
                </a:lnTo>
                <a:lnTo>
                  <a:pt x="2422" y="2707"/>
                </a:lnTo>
                <a:lnTo>
                  <a:pt x="2425" y="2737"/>
                </a:lnTo>
                <a:lnTo>
                  <a:pt x="2424" y="2765"/>
                </a:lnTo>
                <a:lnTo>
                  <a:pt x="2419" y="2793"/>
                </a:lnTo>
                <a:lnTo>
                  <a:pt x="2412" y="2819"/>
                </a:lnTo>
                <a:lnTo>
                  <a:pt x="2400" y="2846"/>
                </a:lnTo>
                <a:lnTo>
                  <a:pt x="2387" y="2872"/>
                </a:lnTo>
                <a:lnTo>
                  <a:pt x="2371" y="2896"/>
                </a:lnTo>
                <a:lnTo>
                  <a:pt x="2352" y="2920"/>
                </a:lnTo>
                <a:lnTo>
                  <a:pt x="2333" y="2943"/>
                </a:lnTo>
                <a:lnTo>
                  <a:pt x="2312" y="2967"/>
                </a:lnTo>
                <a:lnTo>
                  <a:pt x="2291" y="2989"/>
                </a:lnTo>
                <a:lnTo>
                  <a:pt x="2269" y="3011"/>
                </a:lnTo>
                <a:lnTo>
                  <a:pt x="2247" y="3032"/>
                </a:lnTo>
                <a:lnTo>
                  <a:pt x="2224" y="3054"/>
                </a:lnTo>
                <a:lnTo>
                  <a:pt x="2203" y="3074"/>
                </a:lnTo>
                <a:lnTo>
                  <a:pt x="2183" y="3093"/>
                </a:lnTo>
                <a:lnTo>
                  <a:pt x="2160" y="3113"/>
                </a:lnTo>
                <a:lnTo>
                  <a:pt x="2131" y="3129"/>
                </a:lnTo>
                <a:lnTo>
                  <a:pt x="2100" y="3142"/>
                </a:lnTo>
                <a:lnTo>
                  <a:pt x="2064" y="3151"/>
                </a:lnTo>
                <a:lnTo>
                  <a:pt x="2024" y="3157"/>
                </a:lnTo>
                <a:lnTo>
                  <a:pt x="1980" y="3159"/>
                </a:lnTo>
                <a:lnTo>
                  <a:pt x="1933" y="3158"/>
                </a:lnTo>
                <a:lnTo>
                  <a:pt x="1883" y="3153"/>
                </a:lnTo>
                <a:lnTo>
                  <a:pt x="1830" y="3144"/>
                </a:lnTo>
                <a:lnTo>
                  <a:pt x="1773" y="3131"/>
                </a:lnTo>
                <a:lnTo>
                  <a:pt x="1714" y="3115"/>
                </a:lnTo>
                <a:lnTo>
                  <a:pt x="1652" y="3094"/>
                </a:lnTo>
                <a:lnTo>
                  <a:pt x="1588" y="3071"/>
                </a:lnTo>
                <a:lnTo>
                  <a:pt x="1522" y="3042"/>
                </a:lnTo>
                <a:lnTo>
                  <a:pt x="1453" y="3011"/>
                </a:lnTo>
                <a:lnTo>
                  <a:pt x="1384" y="2974"/>
                </a:lnTo>
                <a:lnTo>
                  <a:pt x="1312" y="2934"/>
                </a:lnTo>
                <a:lnTo>
                  <a:pt x="1240" y="2889"/>
                </a:lnTo>
                <a:lnTo>
                  <a:pt x="1165" y="2841"/>
                </a:lnTo>
                <a:lnTo>
                  <a:pt x="1089" y="2788"/>
                </a:lnTo>
                <a:lnTo>
                  <a:pt x="1014" y="2729"/>
                </a:lnTo>
                <a:lnTo>
                  <a:pt x="937" y="2668"/>
                </a:lnTo>
                <a:lnTo>
                  <a:pt x="859" y="2602"/>
                </a:lnTo>
                <a:lnTo>
                  <a:pt x="781" y="2531"/>
                </a:lnTo>
                <a:lnTo>
                  <a:pt x="704" y="2455"/>
                </a:lnTo>
                <a:lnTo>
                  <a:pt x="629" y="2378"/>
                </a:lnTo>
                <a:lnTo>
                  <a:pt x="557" y="2300"/>
                </a:lnTo>
                <a:lnTo>
                  <a:pt x="491" y="2222"/>
                </a:lnTo>
                <a:lnTo>
                  <a:pt x="430" y="2145"/>
                </a:lnTo>
                <a:lnTo>
                  <a:pt x="372" y="2070"/>
                </a:lnTo>
                <a:lnTo>
                  <a:pt x="319" y="1994"/>
                </a:lnTo>
                <a:lnTo>
                  <a:pt x="270" y="1921"/>
                </a:lnTo>
                <a:lnTo>
                  <a:pt x="225" y="1847"/>
                </a:lnTo>
                <a:lnTo>
                  <a:pt x="185" y="1775"/>
                </a:lnTo>
                <a:lnTo>
                  <a:pt x="148" y="1706"/>
                </a:lnTo>
                <a:lnTo>
                  <a:pt x="117" y="1637"/>
                </a:lnTo>
                <a:lnTo>
                  <a:pt x="89" y="1571"/>
                </a:lnTo>
                <a:lnTo>
                  <a:pt x="64" y="1507"/>
                </a:lnTo>
                <a:lnTo>
                  <a:pt x="44" y="1446"/>
                </a:lnTo>
                <a:lnTo>
                  <a:pt x="28" y="1387"/>
                </a:lnTo>
                <a:lnTo>
                  <a:pt x="15" y="1330"/>
                </a:lnTo>
                <a:lnTo>
                  <a:pt x="6" y="1276"/>
                </a:lnTo>
                <a:lnTo>
                  <a:pt x="1" y="1226"/>
                </a:lnTo>
                <a:lnTo>
                  <a:pt x="0" y="1179"/>
                </a:lnTo>
                <a:lnTo>
                  <a:pt x="2" y="1135"/>
                </a:lnTo>
                <a:lnTo>
                  <a:pt x="8" y="1095"/>
                </a:lnTo>
                <a:lnTo>
                  <a:pt x="17" y="1059"/>
                </a:lnTo>
                <a:lnTo>
                  <a:pt x="30" y="1028"/>
                </a:lnTo>
                <a:lnTo>
                  <a:pt x="46" y="1000"/>
                </a:lnTo>
                <a:lnTo>
                  <a:pt x="65" y="977"/>
                </a:lnTo>
                <a:lnTo>
                  <a:pt x="86" y="956"/>
                </a:lnTo>
                <a:lnTo>
                  <a:pt x="106" y="935"/>
                </a:lnTo>
                <a:lnTo>
                  <a:pt x="127" y="912"/>
                </a:lnTo>
                <a:lnTo>
                  <a:pt x="148" y="891"/>
                </a:lnTo>
                <a:lnTo>
                  <a:pt x="171" y="868"/>
                </a:lnTo>
                <a:lnTo>
                  <a:pt x="192" y="847"/>
                </a:lnTo>
                <a:lnTo>
                  <a:pt x="216" y="826"/>
                </a:lnTo>
                <a:lnTo>
                  <a:pt x="239" y="807"/>
                </a:lnTo>
                <a:lnTo>
                  <a:pt x="263" y="789"/>
                </a:lnTo>
                <a:lnTo>
                  <a:pt x="288" y="773"/>
                </a:lnTo>
                <a:lnTo>
                  <a:pt x="314" y="759"/>
                </a:lnTo>
                <a:lnTo>
                  <a:pt x="340" y="749"/>
                </a:lnTo>
                <a:lnTo>
                  <a:pt x="367" y="740"/>
                </a:lnTo>
                <a:lnTo>
                  <a:pt x="395" y="735"/>
                </a:lnTo>
                <a:lnTo>
                  <a:pt x="422" y="734"/>
                </a:lnTo>
                <a:close/>
                <a:moveTo>
                  <a:pt x="1872" y="0"/>
                </a:moveTo>
                <a:lnTo>
                  <a:pt x="1970" y="4"/>
                </a:lnTo>
                <a:lnTo>
                  <a:pt x="2067" y="13"/>
                </a:lnTo>
                <a:lnTo>
                  <a:pt x="2162" y="29"/>
                </a:lnTo>
                <a:lnTo>
                  <a:pt x="2255" y="50"/>
                </a:lnTo>
                <a:lnTo>
                  <a:pt x="2346" y="77"/>
                </a:lnTo>
                <a:lnTo>
                  <a:pt x="2434" y="110"/>
                </a:lnTo>
                <a:lnTo>
                  <a:pt x="2520" y="147"/>
                </a:lnTo>
                <a:lnTo>
                  <a:pt x="2603" y="190"/>
                </a:lnTo>
                <a:lnTo>
                  <a:pt x="2683" y="238"/>
                </a:lnTo>
                <a:lnTo>
                  <a:pt x="2758" y="291"/>
                </a:lnTo>
                <a:lnTo>
                  <a:pt x="2832" y="348"/>
                </a:lnTo>
                <a:lnTo>
                  <a:pt x="2900" y="409"/>
                </a:lnTo>
                <a:lnTo>
                  <a:pt x="2966" y="475"/>
                </a:lnTo>
                <a:lnTo>
                  <a:pt x="3027" y="544"/>
                </a:lnTo>
                <a:lnTo>
                  <a:pt x="3085" y="617"/>
                </a:lnTo>
                <a:lnTo>
                  <a:pt x="3137" y="693"/>
                </a:lnTo>
                <a:lnTo>
                  <a:pt x="3185" y="773"/>
                </a:lnTo>
                <a:lnTo>
                  <a:pt x="3228" y="855"/>
                </a:lnTo>
                <a:lnTo>
                  <a:pt x="3266" y="941"/>
                </a:lnTo>
                <a:lnTo>
                  <a:pt x="3298" y="1030"/>
                </a:lnTo>
                <a:lnTo>
                  <a:pt x="3325" y="1120"/>
                </a:lnTo>
                <a:lnTo>
                  <a:pt x="3346" y="1213"/>
                </a:lnTo>
                <a:lnTo>
                  <a:pt x="3363" y="1308"/>
                </a:lnTo>
                <a:lnTo>
                  <a:pt x="3372" y="1405"/>
                </a:lnTo>
                <a:lnTo>
                  <a:pt x="3375" y="1504"/>
                </a:lnTo>
                <a:lnTo>
                  <a:pt x="3372" y="1598"/>
                </a:lnTo>
                <a:lnTo>
                  <a:pt x="3364" y="1692"/>
                </a:lnTo>
                <a:lnTo>
                  <a:pt x="3349" y="1783"/>
                </a:lnTo>
                <a:lnTo>
                  <a:pt x="3329" y="1873"/>
                </a:lnTo>
                <a:lnTo>
                  <a:pt x="3304" y="1960"/>
                </a:lnTo>
                <a:lnTo>
                  <a:pt x="3274" y="2046"/>
                </a:lnTo>
                <a:lnTo>
                  <a:pt x="3239" y="2129"/>
                </a:lnTo>
                <a:lnTo>
                  <a:pt x="3199" y="2209"/>
                </a:lnTo>
                <a:lnTo>
                  <a:pt x="3155" y="2287"/>
                </a:lnTo>
                <a:lnTo>
                  <a:pt x="3106" y="2361"/>
                </a:lnTo>
                <a:lnTo>
                  <a:pt x="3054" y="2433"/>
                </a:lnTo>
                <a:lnTo>
                  <a:pt x="2997" y="2500"/>
                </a:lnTo>
                <a:lnTo>
                  <a:pt x="2936" y="2565"/>
                </a:lnTo>
                <a:lnTo>
                  <a:pt x="2872" y="2626"/>
                </a:lnTo>
                <a:lnTo>
                  <a:pt x="2803" y="2683"/>
                </a:lnTo>
                <a:lnTo>
                  <a:pt x="2733" y="2737"/>
                </a:lnTo>
                <a:lnTo>
                  <a:pt x="2658" y="2785"/>
                </a:lnTo>
                <a:lnTo>
                  <a:pt x="2580" y="2830"/>
                </a:lnTo>
                <a:lnTo>
                  <a:pt x="2586" y="2797"/>
                </a:lnTo>
                <a:lnTo>
                  <a:pt x="2590" y="2763"/>
                </a:lnTo>
                <a:lnTo>
                  <a:pt x="2591" y="2728"/>
                </a:lnTo>
                <a:lnTo>
                  <a:pt x="2585" y="2680"/>
                </a:lnTo>
                <a:lnTo>
                  <a:pt x="2574" y="2633"/>
                </a:lnTo>
                <a:lnTo>
                  <a:pt x="2557" y="2587"/>
                </a:lnTo>
                <a:lnTo>
                  <a:pt x="2623" y="2541"/>
                </a:lnTo>
                <a:lnTo>
                  <a:pt x="2687" y="2492"/>
                </a:lnTo>
                <a:lnTo>
                  <a:pt x="2747" y="2440"/>
                </a:lnTo>
                <a:lnTo>
                  <a:pt x="2803" y="2383"/>
                </a:lnTo>
                <a:lnTo>
                  <a:pt x="2856" y="2323"/>
                </a:lnTo>
                <a:lnTo>
                  <a:pt x="2907" y="2260"/>
                </a:lnTo>
                <a:lnTo>
                  <a:pt x="2952" y="2194"/>
                </a:lnTo>
                <a:lnTo>
                  <a:pt x="2994" y="2124"/>
                </a:lnTo>
                <a:lnTo>
                  <a:pt x="3030" y="2052"/>
                </a:lnTo>
                <a:lnTo>
                  <a:pt x="3063" y="1978"/>
                </a:lnTo>
                <a:lnTo>
                  <a:pt x="3091" y="1901"/>
                </a:lnTo>
                <a:lnTo>
                  <a:pt x="3114" y="1822"/>
                </a:lnTo>
                <a:lnTo>
                  <a:pt x="3132" y="1742"/>
                </a:lnTo>
                <a:lnTo>
                  <a:pt x="3145" y="1659"/>
                </a:lnTo>
                <a:lnTo>
                  <a:pt x="2883" y="1504"/>
                </a:lnTo>
                <a:lnTo>
                  <a:pt x="3145" y="1350"/>
                </a:lnTo>
                <a:lnTo>
                  <a:pt x="3132" y="1263"/>
                </a:lnTo>
                <a:lnTo>
                  <a:pt x="3112" y="1178"/>
                </a:lnTo>
                <a:lnTo>
                  <a:pt x="3088" y="1096"/>
                </a:lnTo>
                <a:lnTo>
                  <a:pt x="3057" y="1016"/>
                </a:lnTo>
                <a:lnTo>
                  <a:pt x="3022" y="939"/>
                </a:lnTo>
                <a:lnTo>
                  <a:pt x="2982" y="864"/>
                </a:lnTo>
                <a:lnTo>
                  <a:pt x="2937" y="793"/>
                </a:lnTo>
                <a:lnTo>
                  <a:pt x="2888" y="724"/>
                </a:lnTo>
                <a:lnTo>
                  <a:pt x="2835" y="659"/>
                </a:lnTo>
                <a:lnTo>
                  <a:pt x="2778" y="597"/>
                </a:lnTo>
                <a:lnTo>
                  <a:pt x="2716" y="540"/>
                </a:lnTo>
                <a:lnTo>
                  <a:pt x="2652" y="487"/>
                </a:lnTo>
                <a:lnTo>
                  <a:pt x="2583" y="438"/>
                </a:lnTo>
                <a:lnTo>
                  <a:pt x="2512" y="393"/>
                </a:lnTo>
                <a:lnTo>
                  <a:pt x="2437" y="353"/>
                </a:lnTo>
                <a:lnTo>
                  <a:pt x="2359" y="318"/>
                </a:lnTo>
                <a:lnTo>
                  <a:pt x="2280" y="288"/>
                </a:lnTo>
                <a:lnTo>
                  <a:pt x="2197" y="264"/>
                </a:lnTo>
                <a:lnTo>
                  <a:pt x="2112" y="244"/>
                </a:lnTo>
                <a:lnTo>
                  <a:pt x="2025" y="231"/>
                </a:lnTo>
                <a:lnTo>
                  <a:pt x="1872" y="492"/>
                </a:lnTo>
                <a:lnTo>
                  <a:pt x="1717" y="231"/>
                </a:lnTo>
                <a:lnTo>
                  <a:pt x="1630" y="244"/>
                </a:lnTo>
                <a:lnTo>
                  <a:pt x="1545" y="264"/>
                </a:lnTo>
                <a:lnTo>
                  <a:pt x="1463" y="288"/>
                </a:lnTo>
                <a:lnTo>
                  <a:pt x="1383" y="318"/>
                </a:lnTo>
                <a:lnTo>
                  <a:pt x="1305" y="354"/>
                </a:lnTo>
                <a:lnTo>
                  <a:pt x="1230" y="394"/>
                </a:lnTo>
                <a:lnTo>
                  <a:pt x="1159" y="439"/>
                </a:lnTo>
                <a:lnTo>
                  <a:pt x="1091" y="488"/>
                </a:lnTo>
                <a:lnTo>
                  <a:pt x="1026" y="541"/>
                </a:lnTo>
                <a:lnTo>
                  <a:pt x="964" y="598"/>
                </a:lnTo>
                <a:lnTo>
                  <a:pt x="907" y="660"/>
                </a:lnTo>
                <a:lnTo>
                  <a:pt x="854" y="725"/>
                </a:lnTo>
                <a:lnTo>
                  <a:pt x="805" y="794"/>
                </a:lnTo>
                <a:lnTo>
                  <a:pt x="765" y="748"/>
                </a:lnTo>
                <a:lnTo>
                  <a:pt x="724" y="707"/>
                </a:lnTo>
                <a:lnTo>
                  <a:pt x="682" y="672"/>
                </a:lnTo>
                <a:lnTo>
                  <a:pt x="640" y="641"/>
                </a:lnTo>
                <a:lnTo>
                  <a:pt x="693" y="571"/>
                </a:lnTo>
                <a:lnTo>
                  <a:pt x="751" y="503"/>
                </a:lnTo>
                <a:lnTo>
                  <a:pt x="812" y="439"/>
                </a:lnTo>
                <a:lnTo>
                  <a:pt x="876" y="378"/>
                </a:lnTo>
                <a:lnTo>
                  <a:pt x="944" y="321"/>
                </a:lnTo>
                <a:lnTo>
                  <a:pt x="1016" y="268"/>
                </a:lnTo>
                <a:lnTo>
                  <a:pt x="1090" y="220"/>
                </a:lnTo>
                <a:lnTo>
                  <a:pt x="1167" y="176"/>
                </a:lnTo>
                <a:lnTo>
                  <a:pt x="1248" y="136"/>
                </a:lnTo>
                <a:lnTo>
                  <a:pt x="1331" y="101"/>
                </a:lnTo>
                <a:lnTo>
                  <a:pt x="1415" y="71"/>
                </a:lnTo>
                <a:lnTo>
                  <a:pt x="1502" y="46"/>
                </a:lnTo>
                <a:lnTo>
                  <a:pt x="1592" y="27"/>
                </a:lnTo>
                <a:lnTo>
                  <a:pt x="1683" y="12"/>
                </a:lnTo>
                <a:lnTo>
                  <a:pt x="1776" y="3"/>
                </a:lnTo>
                <a:lnTo>
                  <a:pt x="18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116">
            <a:extLst>
              <a:ext uri="{FF2B5EF4-FFF2-40B4-BE49-F238E27FC236}">
                <a16:creationId xmlns:a16="http://schemas.microsoft.com/office/drawing/2014/main" id="{E12129C0-F289-4C74-A79A-975A7820341B}"/>
              </a:ext>
            </a:extLst>
          </p:cNvPr>
          <p:cNvSpPr>
            <a:spLocks/>
          </p:cNvSpPr>
          <p:nvPr/>
        </p:nvSpPr>
        <p:spPr bwMode="auto">
          <a:xfrm>
            <a:off x="6213285" y="957265"/>
            <a:ext cx="302789" cy="266636"/>
          </a:xfrm>
          <a:custGeom>
            <a:avLst/>
            <a:gdLst>
              <a:gd name="T0" fmla="*/ 1272 w 4019"/>
              <a:gd name="T1" fmla="*/ 446 h 3537"/>
              <a:gd name="T2" fmla="*/ 1751 w 4019"/>
              <a:gd name="T3" fmla="*/ 406 h 3537"/>
              <a:gd name="T4" fmla="*/ 2093 w 4019"/>
              <a:gd name="T5" fmla="*/ 479 h 3537"/>
              <a:gd name="T6" fmla="*/ 3354 w 4019"/>
              <a:gd name="T7" fmla="*/ 581 h 3537"/>
              <a:gd name="T8" fmla="*/ 2479 w 4019"/>
              <a:gd name="T9" fmla="*/ 669 h 3537"/>
              <a:gd name="T10" fmla="*/ 2779 w 4019"/>
              <a:gd name="T11" fmla="*/ 926 h 3537"/>
              <a:gd name="T12" fmla="*/ 2804 w 4019"/>
              <a:gd name="T13" fmla="*/ 1139 h 3537"/>
              <a:gd name="T14" fmla="*/ 2880 w 4019"/>
              <a:gd name="T15" fmla="*/ 1500 h 3537"/>
              <a:gd name="T16" fmla="*/ 2790 w 4019"/>
              <a:gd name="T17" fmla="*/ 1682 h 3537"/>
              <a:gd name="T18" fmla="*/ 2596 w 4019"/>
              <a:gd name="T19" fmla="*/ 1670 h 3537"/>
              <a:gd name="T20" fmla="*/ 2377 w 4019"/>
              <a:gd name="T21" fmla="*/ 1368 h 3537"/>
              <a:gd name="T22" fmla="*/ 2268 w 4019"/>
              <a:gd name="T23" fmla="*/ 1148 h 3537"/>
              <a:gd name="T24" fmla="*/ 451 w 4019"/>
              <a:gd name="T25" fmla="*/ 2201 h 3537"/>
              <a:gd name="T26" fmla="*/ 398 w 4019"/>
              <a:gd name="T27" fmla="*/ 2402 h 3537"/>
              <a:gd name="T28" fmla="*/ 587 w 4019"/>
              <a:gd name="T29" fmla="*/ 2487 h 3537"/>
              <a:gd name="T30" fmla="*/ 1638 w 4019"/>
              <a:gd name="T31" fmla="*/ 1780 h 3537"/>
              <a:gd name="T32" fmla="*/ 1735 w 4019"/>
              <a:gd name="T33" fmla="*/ 1880 h 3537"/>
              <a:gd name="T34" fmla="*/ 771 w 4019"/>
              <a:gd name="T35" fmla="*/ 2603 h 3537"/>
              <a:gd name="T36" fmla="*/ 856 w 4019"/>
              <a:gd name="T37" fmla="*/ 2784 h 3537"/>
              <a:gd name="T38" fmla="*/ 1072 w 4019"/>
              <a:gd name="T39" fmla="*/ 2750 h 3537"/>
              <a:gd name="T40" fmla="*/ 1902 w 4019"/>
              <a:gd name="T41" fmla="*/ 2166 h 3537"/>
              <a:gd name="T42" fmla="*/ 1971 w 4019"/>
              <a:gd name="T43" fmla="*/ 2283 h 3537"/>
              <a:gd name="T44" fmla="*/ 1135 w 4019"/>
              <a:gd name="T45" fmla="*/ 2963 h 3537"/>
              <a:gd name="T46" fmla="*/ 1246 w 4019"/>
              <a:gd name="T47" fmla="*/ 3128 h 3537"/>
              <a:gd name="T48" fmla="*/ 2053 w 4019"/>
              <a:gd name="T49" fmla="*/ 2639 h 3537"/>
              <a:gd name="T50" fmla="*/ 2148 w 4019"/>
              <a:gd name="T51" fmla="*/ 2739 h 3537"/>
              <a:gd name="T52" fmla="*/ 1674 w 4019"/>
              <a:gd name="T53" fmla="*/ 3155 h 3537"/>
              <a:gd name="T54" fmla="*/ 1772 w 4019"/>
              <a:gd name="T55" fmla="*/ 3291 h 3537"/>
              <a:gd name="T56" fmla="*/ 1919 w 4019"/>
              <a:gd name="T57" fmla="*/ 3150 h 3537"/>
              <a:gd name="T58" fmla="*/ 2148 w 4019"/>
              <a:gd name="T59" fmla="*/ 3039 h 3537"/>
              <a:gd name="T60" fmla="*/ 2317 w 4019"/>
              <a:gd name="T61" fmla="*/ 2787 h 3537"/>
              <a:gd name="T62" fmla="*/ 2581 w 4019"/>
              <a:gd name="T63" fmla="*/ 2755 h 3537"/>
              <a:gd name="T64" fmla="*/ 2679 w 4019"/>
              <a:gd name="T65" fmla="*/ 2524 h 3537"/>
              <a:gd name="T66" fmla="*/ 2944 w 4019"/>
              <a:gd name="T67" fmla="*/ 2527 h 3537"/>
              <a:gd name="T68" fmla="*/ 2913 w 4019"/>
              <a:gd name="T69" fmla="*/ 2297 h 3537"/>
              <a:gd name="T70" fmla="*/ 3143 w 4019"/>
              <a:gd name="T71" fmla="*/ 2130 h 3537"/>
              <a:gd name="T72" fmla="*/ 3680 w 4019"/>
              <a:gd name="T73" fmla="*/ 1780 h 3537"/>
              <a:gd name="T74" fmla="*/ 3768 w 4019"/>
              <a:gd name="T75" fmla="*/ 1921 h 3537"/>
              <a:gd name="T76" fmla="*/ 3566 w 4019"/>
              <a:gd name="T77" fmla="*/ 2638 h 3537"/>
              <a:gd name="T78" fmla="*/ 3395 w 4019"/>
              <a:gd name="T79" fmla="*/ 2870 h 3537"/>
              <a:gd name="T80" fmla="*/ 3170 w 4019"/>
              <a:gd name="T81" fmla="*/ 2849 h 3537"/>
              <a:gd name="T82" fmla="*/ 3084 w 4019"/>
              <a:gd name="T83" fmla="*/ 3105 h 3537"/>
              <a:gd name="T84" fmla="*/ 2837 w 4019"/>
              <a:gd name="T85" fmla="*/ 3119 h 3537"/>
              <a:gd name="T86" fmla="*/ 2754 w 4019"/>
              <a:gd name="T87" fmla="*/ 3259 h 3537"/>
              <a:gd name="T88" fmla="*/ 2512 w 4019"/>
              <a:gd name="T89" fmla="*/ 3356 h 3537"/>
              <a:gd name="T90" fmla="*/ 2378 w 4019"/>
              <a:gd name="T91" fmla="*/ 3315 h 3537"/>
              <a:gd name="T92" fmla="*/ 2229 w 4019"/>
              <a:gd name="T93" fmla="*/ 3529 h 3537"/>
              <a:gd name="T94" fmla="*/ 1994 w 4019"/>
              <a:gd name="T95" fmla="*/ 3449 h 3537"/>
              <a:gd name="T96" fmla="*/ 1748 w 4019"/>
              <a:gd name="T97" fmla="*/ 3447 h 3537"/>
              <a:gd name="T98" fmla="*/ 1525 w 4019"/>
              <a:gd name="T99" fmla="*/ 3246 h 3537"/>
              <a:gd name="T100" fmla="*/ 1264 w 4019"/>
              <a:gd name="T101" fmla="*/ 3295 h 3537"/>
              <a:gd name="T102" fmla="*/ 1014 w 4019"/>
              <a:gd name="T103" fmla="*/ 3128 h 3537"/>
              <a:gd name="T104" fmla="*/ 869 w 4019"/>
              <a:gd name="T105" fmla="*/ 2944 h 3537"/>
              <a:gd name="T106" fmla="*/ 629 w 4019"/>
              <a:gd name="T107" fmla="*/ 2759 h 3537"/>
              <a:gd name="T108" fmla="*/ 446 w 4019"/>
              <a:gd name="T109" fmla="*/ 2635 h 3537"/>
              <a:gd name="T110" fmla="*/ 230 w 4019"/>
              <a:gd name="T111" fmla="*/ 2403 h 3537"/>
              <a:gd name="T112" fmla="*/ 323 w 4019"/>
              <a:gd name="T113" fmla="*/ 2101 h 3537"/>
              <a:gd name="T114" fmla="*/ 150 w 4019"/>
              <a:gd name="T115" fmla="*/ 1733 h 3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019" h="3537">
                <a:moveTo>
                  <a:pt x="0" y="0"/>
                </a:moveTo>
                <a:lnTo>
                  <a:pt x="899" y="412"/>
                </a:lnTo>
                <a:lnTo>
                  <a:pt x="959" y="436"/>
                </a:lnTo>
                <a:lnTo>
                  <a:pt x="1020" y="452"/>
                </a:lnTo>
                <a:lnTo>
                  <a:pt x="1083" y="462"/>
                </a:lnTo>
                <a:lnTo>
                  <a:pt x="1146" y="463"/>
                </a:lnTo>
                <a:lnTo>
                  <a:pt x="1210" y="458"/>
                </a:lnTo>
                <a:lnTo>
                  <a:pt x="1272" y="446"/>
                </a:lnTo>
                <a:lnTo>
                  <a:pt x="1318" y="434"/>
                </a:lnTo>
                <a:lnTo>
                  <a:pt x="1369" y="423"/>
                </a:lnTo>
                <a:lnTo>
                  <a:pt x="1424" y="414"/>
                </a:lnTo>
                <a:lnTo>
                  <a:pt x="1481" y="407"/>
                </a:lnTo>
                <a:lnTo>
                  <a:pt x="1543" y="403"/>
                </a:lnTo>
                <a:lnTo>
                  <a:pt x="1609" y="401"/>
                </a:lnTo>
                <a:lnTo>
                  <a:pt x="1677" y="402"/>
                </a:lnTo>
                <a:lnTo>
                  <a:pt x="1751" y="406"/>
                </a:lnTo>
                <a:lnTo>
                  <a:pt x="1826" y="414"/>
                </a:lnTo>
                <a:lnTo>
                  <a:pt x="1906" y="427"/>
                </a:lnTo>
                <a:lnTo>
                  <a:pt x="1989" y="444"/>
                </a:lnTo>
                <a:lnTo>
                  <a:pt x="2000" y="447"/>
                </a:lnTo>
                <a:lnTo>
                  <a:pt x="2017" y="453"/>
                </a:lnTo>
                <a:lnTo>
                  <a:pt x="2039" y="459"/>
                </a:lnTo>
                <a:lnTo>
                  <a:pt x="2065" y="468"/>
                </a:lnTo>
                <a:lnTo>
                  <a:pt x="2093" y="479"/>
                </a:lnTo>
                <a:lnTo>
                  <a:pt x="3084" y="490"/>
                </a:lnTo>
                <a:lnTo>
                  <a:pt x="3133" y="487"/>
                </a:lnTo>
                <a:lnTo>
                  <a:pt x="3181" y="478"/>
                </a:lnTo>
                <a:lnTo>
                  <a:pt x="3227" y="462"/>
                </a:lnTo>
                <a:lnTo>
                  <a:pt x="3271" y="440"/>
                </a:lnTo>
                <a:lnTo>
                  <a:pt x="4019" y="4"/>
                </a:lnTo>
                <a:lnTo>
                  <a:pt x="4019" y="188"/>
                </a:lnTo>
                <a:lnTo>
                  <a:pt x="3354" y="581"/>
                </a:lnTo>
                <a:lnTo>
                  <a:pt x="3311" y="604"/>
                </a:lnTo>
                <a:lnTo>
                  <a:pt x="3266" y="623"/>
                </a:lnTo>
                <a:lnTo>
                  <a:pt x="3218" y="635"/>
                </a:lnTo>
                <a:lnTo>
                  <a:pt x="3171" y="642"/>
                </a:lnTo>
                <a:lnTo>
                  <a:pt x="3122" y="645"/>
                </a:lnTo>
                <a:lnTo>
                  <a:pt x="2954" y="648"/>
                </a:lnTo>
                <a:lnTo>
                  <a:pt x="2425" y="640"/>
                </a:lnTo>
                <a:lnTo>
                  <a:pt x="2479" y="669"/>
                </a:lnTo>
                <a:lnTo>
                  <a:pt x="2530" y="698"/>
                </a:lnTo>
                <a:lnTo>
                  <a:pt x="2579" y="730"/>
                </a:lnTo>
                <a:lnTo>
                  <a:pt x="2624" y="761"/>
                </a:lnTo>
                <a:lnTo>
                  <a:pt x="2665" y="793"/>
                </a:lnTo>
                <a:lnTo>
                  <a:pt x="2703" y="826"/>
                </a:lnTo>
                <a:lnTo>
                  <a:pt x="2734" y="859"/>
                </a:lnTo>
                <a:lnTo>
                  <a:pt x="2759" y="893"/>
                </a:lnTo>
                <a:lnTo>
                  <a:pt x="2779" y="926"/>
                </a:lnTo>
                <a:lnTo>
                  <a:pt x="2779" y="930"/>
                </a:lnTo>
                <a:lnTo>
                  <a:pt x="2780" y="942"/>
                </a:lnTo>
                <a:lnTo>
                  <a:pt x="2782" y="961"/>
                </a:lnTo>
                <a:lnTo>
                  <a:pt x="2785" y="988"/>
                </a:lnTo>
                <a:lnTo>
                  <a:pt x="2788" y="1020"/>
                </a:lnTo>
                <a:lnTo>
                  <a:pt x="2793" y="1055"/>
                </a:lnTo>
                <a:lnTo>
                  <a:pt x="2798" y="1095"/>
                </a:lnTo>
                <a:lnTo>
                  <a:pt x="2804" y="1139"/>
                </a:lnTo>
                <a:lnTo>
                  <a:pt x="2812" y="1184"/>
                </a:lnTo>
                <a:lnTo>
                  <a:pt x="2819" y="1232"/>
                </a:lnTo>
                <a:lnTo>
                  <a:pt x="2827" y="1279"/>
                </a:lnTo>
                <a:lnTo>
                  <a:pt x="2837" y="1327"/>
                </a:lnTo>
                <a:lnTo>
                  <a:pt x="2847" y="1374"/>
                </a:lnTo>
                <a:lnTo>
                  <a:pt x="2857" y="1418"/>
                </a:lnTo>
                <a:lnTo>
                  <a:pt x="2868" y="1461"/>
                </a:lnTo>
                <a:lnTo>
                  <a:pt x="2880" y="1500"/>
                </a:lnTo>
                <a:lnTo>
                  <a:pt x="2886" y="1529"/>
                </a:lnTo>
                <a:lnTo>
                  <a:pt x="2887" y="1558"/>
                </a:lnTo>
                <a:lnTo>
                  <a:pt x="2881" y="1586"/>
                </a:lnTo>
                <a:lnTo>
                  <a:pt x="2871" y="1613"/>
                </a:lnTo>
                <a:lnTo>
                  <a:pt x="2855" y="1637"/>
                </a:lnTo>
                <a:lnTo>
                  <a:pt x="2835" y="1657"/>
                </a:lnTo>
                <a:lnTo>
                  <a:pt x="2809" y="1674"/>
                </a:lnTo>
                <a:lnTo>
                  <a:pt x="2790" y="1682"/>
                </a:lnTo>
                <a:lnTo>
                  <a:pt x="2769" y="1690"/>
                </a:lnTo>
                <a:lnTo>
                  <a:pt x="2746" y="1696"/>
                </a:lnTo>
                <a:lnTo>
                  <a:pt x="2723" y="1699"/>
                </a:lnTo>
                <a:lnTo>
                  <a:pt x="2698" y="1699"/>
                </a:lnTo>
                <a:lnTo>
                  <a:pt x="2674" y="1698"/>
                </a:lnTo>
                <a:lnTo>
                  <a:pt x="2648" y="1692"/>
                </a:lnTo>
                <a:lnTo>
                  <a:pt x="2622" y="1683"/>
                </a:lnTo>
                <a:lnTo>
                  <a:pt x="2596" y="1670"/>
                </a:lnTo>
                <a:lnTo>
                  <a:pt x="2568" y="1652"/>
                </a:lnTo>
                <a:lnTo>
                  <a:pt x="2541" y="1629"/>
                </a:lnTo>
                <a:lnTo>
                  <a:pt x="2513" y="1601"/>
                </a:lnTo>
                <a:lnTo>
                  <a:pt x="2486" y="1567"/>
                </a:lnTo>
                <a:lnTo>
                  <a:pt x="2458" y="1528"/>
                </a:lnTo>
                <a:lnTo>
                  <a:pt x="2430" y="1481"/>
                </a:lnTo>
                <a:lnTo>
                  <a:pt x="2403" y="1428"/>
                </a:lnTo>
                <a:lnTo>
                  <a:pt x="2377" y="1368"/>
                </a:lnTo>
                <a:lnTo>
                  <a:pt x="2350" y="1300"/>
                </a:lnTo>
                <a:lnTo>
                  <a:pt x="2324" y="1224"/>
                </a:lnTo>
                <a:lnTo>
                  <a:pt x="2323" y="1221"/>
                </a:lnTo>
                <a:lnTo>
                  <a:pt x="2318" y="1213"/>
                </a:lnTo>
                <a:lnTo>
                  <a:pt x="2310" y="1201"/>
                </a:lnTo>
                <a:lnTo>
                  <a:pt x="2299" y="1187"/>
                </a:lnTo>
                <a:lnTo>
                  <a:pt x="2285" y="1168"/>
                </a:lnTo>
                <a:lnTo>
                  <a:pt x="2268" y="1148"/>
                </a:lnTo>
                <a:lnTo>
                  <a:pt x="2250" y="1124"/>
                </a:lnTo>
                <a:lnTo>
                  <a:pt x="2228" y="1101"/>
                </a:lnTo>
                <a:lnTo>
                  <a:pt x="2205" y="1077"/>
                </a:lnTo>
                <a:lnTo>
                  <a:pt x="2181" y="1054"/>
                </a:lnTo>
                <a:lnTo>
                  <a:pt x="2154" y="1031"/>
                </a:lnTo>
                <a:lnTo>
                  <a:pt x="2126" y="1010"/>
                </a:lnTo>
                <a:lnTo>
                  <a:pt x="2095" y="990"/>
                </a:lnTo>
                <a:lnTo>
                  <a:pt x="451" y="2201"/>
                </a:lnTo>
                <a:lnTo>
                  <a:pt x="428" y="2221"/>
                </a:lnTo>
                <a:lnTo>
                  <a:pt x="411" y="2242"/>
                </a:lnTo>
                <a:lnTo>
                  <a:pt x="396" y="2267"/>
                </a:lnTo>
                <a:lnTo>
                  <a:pt x="387" y="2294"/>
                </a:lnTo>
                <a:lnTo>
                  <a:pt x="383" y="2320"/>
                </a:lnTo>
                <a:lnTo>
                  <a:pt x="384" y="2348"/>
                </a:lnTo>
                <a:lnTo>
                  <a:pt x="389" y="2375"/>
                </a:lnTo>
                <a:lnTo>
                  <a:pt x="398" y="2402"/>
                </a:lnTo>
                <a:lnTo>
                  <a:pt x="413" y="2426"/>
                </a:lnTo>
                <a:lnTo>
                  <a:pt x="432" y="2448"/>
                </a:lnTo>
                <a:lnTo>
                  <a:pt x="454" y="2467"/>
                </a:lnTo>
                <a:lnTo>
                  <a:pt x="479" y="2480"/>
                </a:lnTo>
                <a:lnTo>
                  <a:pt x="506" y="2488"/>
                </a:lnTo>
                <a:lnTo>
                  <a:pt x="532" y="2493"/>
                </a:lnTo>
                <a:lnTo>
                  <a:pt x="560" y="2492"/>
                </a:lnTo>
                <a:lnTo>
                  <a:pt x="587" y="2487"/>
                </a:lnTo>
                <a:lnTo>
                  <a:pt x="614" y="2477"/>
                </a:lnTo>
                <a:lnTo>
                  <a:pt x="637" y="2463"/>
                </a:lnTo>
                <a:lnTo>
                  <a:pt x="721" y="2402"/>
                </a:lnTo>
                <a:lnTo>
                  <a:pt x="728" y="2397"/>
                </a:lnTo>
                <a:lnTo>
                  <a:pt x="736" y="2391"/>
                </a:lnTo>
                <a:lnTo>
                  <a:pt x="743" y="2382"/>
                </a:lnTo>
                <a:lnTo>
                  <a:pt x="1615" y="1791"/>
                </a:lnTo>
                <a:lnTo>
                  <a:pt x="1638" y="1780"/>
                </a:lnTo>
                <a:lnTo>
                  <a:pt x="1660" y="1777"/>
                </a:lnTo>
                <a:lnTo>
                  <a:pt x="1682" y="1782"/>
                </a:lnTo>
                <a:lnTo>
                  <a:pt x="1704" y="1793"/>
                </a:lnTo>
                <a:lnTo>
                  <a:pt x="1719" y="1806"/>
                </a:lnTo>
                <a:lnTo>
                  <a:pt x="1730" y="1823"/>
                </a:lnTo>
                <a:lnTo>
                  <a:pt x="1736" y="1842"/>
                </a:lnTo>
                <a:lnTo>
                  <a:pt x="1737" y="1862"/>
                </a:lnTo>
                <a:lnTo>
                  <a:pt x="1735" y="1880"/>
                </a:lnTo>
                <a:lnTo>
                  <a:pt x="1729" y="1895"/>
                </a:lnTo>
                <a:lnTo>
                  <a:pt x="1718" y="1909"/>
                </a:lnTo>
                <a:lnTo>
                  <a:pt x="1704" y="1921"/>
                </a:lnTo>
                <a:lnTo>
                  <a:pt x="889" y="2476"/>
                </a:lnTo>
                <a:lnTo>
                  <a:pt x="816" y="2527"/>
                </a:lnTo>
                <a:lnTo>
                  <a:pt x="797" y="2551"/>
                </a:lnTo>
                <a:lnTo>
                  <a:pt x="782" y="2575"/>
                </a:lnTo>
                <a:lnTo>
                  <a:pt x="771" y="2603"/>
                </a:lnTo>
                <a:lnTo>
                  <a:pt x="766" y="2631"/>
                </a:lnTo>
                <a:lnTo>
                  <a:pt x="765" y="2659"/>
                </a:lnTo>
                <a:lnTo>
                  <a:pt x="770" y="2688"/>
                </a:lnTo>
                <a:lnTo>
                  <a:pt x="780" y="2716"/>
                </a:lnTo>
                <a:lnTo>
                  <a:pt x="795" y="2742"/>
                </a:lnTo>
                <a:lnTo>
                  <a:pt x="811" y="2760"/>
                </a:lnTo>
                <a:lnTo>
                  <a:pt x="832" y="2773"/>
                </a:lnTo>
                <a:lnTo>
                  <a:pt x="856" y="2784"/>
                </a:lnTo>
                <a:lnTo>
                  <a:pt x="883" y="2792"/>
                </a:lnTo>
                <a:lnTo>
                  <a:pt x="912" y="2797"/>
                </a:lnTo>
                <a:lnTo>
                  <a:pt x="943" y="2797"/>
                </a:lnTo>
                <a:lnTo>
                  <a:pt x="973" y="2794"/>
                </a:lnTo>
                <a:lnTo>
                  <a:pt x="1004" y="2787"/>
                </a:lnTo>
                <a:lnTo>
                  <a:pt x="1033" y="2776"/>
                </a:lnTo>
                <a:lnTo>
                  <a:pt x="1061" y="2761"/>
                </a:lnTo>
                <a:lnTo>
                  <a:pt x="1072" y="2750"/>
                </a:lnTo>
                <a:lnTo>
                  <a:pt x="1082" y="2741"/>
                </a:lnTo>
                <a:lnTo>
                  <a:pt x="1094" y="2731"/>
                </a:lnTo>
                <a:lnTo>
                  <a:pt x="1107" y="2723"/>
                </a:lnTo>
                <a:lnTo>
                  <a:pt x="1841" y="2194"/>
                </a:lnTo>
                <a:lnTo>
                  <a:pt x="1854" y="2180"/>
                </a:lnTo>
                <a:lnTo>
                  <a:pt x="1867" y="2172"/>
                </a:lnTo>
                <a:lnTo>
                  <a:pt x="1883" y="2167"/>
                </a:lnTo>
                <a:lnTo>
                  <a:pt x="1902" y="2166"/>
                </a:lnTo>
                <a:lnTo>
                  <a:pt x="1922" y="2169"/>
                </a:lnTo>
                <a:lnTo>
                  <a:pt x="1941" y="2178"/>
                </a:lnTo>
                <a:lnTo>
                  <a:pt x="1956" y="2191"/>
                </a:lnTo>
                <a:lnTo>
                  <a:pt x="1969" y="2207"/>
                </a:lnTo>
                <a:lnTo>
                  <a:pt x="1977" y="2227"/>
                </a:lnTo>
                <a:lnTo>
                  <a:pt x="1980" y="2247"/>
                </a:lnTo>
                <a:lnTo>
                  <a:pt x="1977" y="2266"/>
                </a:lnTo>
                <a:lnTo>
                  <a:pt x="1971" y="2283"/>
                </a:lnTo>
                <a:lnTo>
                  <a:pt x="1962" y="2297"/>
                </a:lnTo>
                <a:lnTo>
                  <a:pt x="1952" y="2309"/>
                </a:lnTo>
                <a:lnTo>
                  <a:pt x="1202" y="2844"/>
                </a:lnTo>
                <a:lnTo>
                  <a:pt x="1180" y="2862"/>
                </a:lnTo>
                <a:lnTo>
                  <a:pt x="1162" y="2884"/>
                </a:lnTo>
                <a:lnTo>
                  <a:pt x="1149" y="2910"/>
                </a:lnTo>
                <a:lnTo>
                  <a:pt x="1139" y="2935"/>
                </a:lnTo>
                <a:lnTo>
                  <a:pt x="1135" y="2963"/>
                </a:lnTo>
                <a:lnTo>
                  <a:pt x="1135" y="2990"/>
                </a:lnTo>
                <a:lnTo>
                  <a:pt x="1140" y="3018"/>
                </a:lnTo>
                <a:lnTo>
                  <a:pt x="1150" y="3044"/>
                </a:lnTo>
                <a:lnTo>
                  <a:pt x="1165" y="3068"/>
                </a:lnTo>
                <a:lnTo>
                  <a:pt x="1180" y="3088"/>
                </a:lnTo>
                <a:lnTo>
                  <a:pt x="1200" y="3105"/>
                </a:lnTo>
                <a:lnTo>
                  <a:pt x="1222" y="3118"/>
                </a:lnTo>
                <a:lnTo>
                  <a:pt x="1246" y="3128"/>
                </a:lnTo>
                <a:lnTo>
                  <a:pt x="1273" y="3134"/>
                </a:lnTo>
                <a:lnTo>
                  <a:pt x="1305" y="3136"/>
                </a:lnTo>
                <a:lnTo>
                  <a:pt x="1336" y="3131"/>
                </a:lnTo>
                <a:lnTo>
                  <a:pt x="1367" y="3121"/>
                </a:lnTo>
                <a:lnTo>
                  <a:pt x="1395" y="3105"/>
                </a:lnTo>
                <a:lnTo>
                  <a:pt x="2022" y="2650"/>
                </a:lnTo>
                <a:lnTo>
                  <a:pt x="2038" y="2643"/>
                </a:lnTo>
                <a:lnTo>
                  <a:pt x="2053" y="2639"/>
                </a:lnTo>
                <a:lnTo>
                  <a:pt x="2068" y="2638"/>
                </a:lnTo>
                <a:lnTo>
                  <a:pt x="2090" y="2641"/>
                </a:lnTo>
                <a:lnTo>
                  <a:pt x="2110" y="2649"/>
                </a:lnTo>
                <a:lnTo>
                  <a:pt x="2127" y="2663"/>
                </a:lnTo>
                <a:lnTo>
                  <a:pt x="2140" y="2680"/>
                </a:lnTo>
                <a:lnTo>
                  <a:pt x="2148" y="2699"/>
                </a:lnTo>
                <a:lnTo>
                  <a:pt x="2150" y="2722"/>
                </a:lnTo>
                <a:lnTo>
                  <a:pt x="2148" y="2739"/>
                </a:lnTo>
                <a:lnTo>
                  <a:pt x="2140" y="2755"/>
                </a:lnTo>
                <a:lnTo>
                  <a:pt x="2131" y="2769"/>
                </a:lnTo>
                <a:lnTo>
                  <a:pt x="2117" y="2781"/>
                </a:lnTo>
                <a:lnTo>
                  <a:pt x="1724" y="3077"/>
                </a:lnTo>
                <a:lnTo>
                  <a:pt x="1705" y="3093"/>
                </a:lnTo>
                <a:lnTo>
                  <a:pt x="1691" y="3111"/>
                </a:lnTo>
                <a:lnTo>
                  <a:pt x="1681" y="3133"/>
                </a:lnTo>
                <a:lnTo>
                  <a:pt x="1674" y="3155"/>
                </a:lnTo>
                <a:lnTo>
                  <a:pt x="1671" y="3178"/>
                </a:lnTo>
                <a:lnTo>
                  <a:pt x="1675" y="3201"/>
                </a:lnTo>
                <a:lnTo>
                  <a:pt x="1682" y="3223"/>
                </a:lnTo>
                <a:lnTo>
                  <a:pt x="1694" y="3241"/>
                </a:lnTo>
                <a:lnTo>
                  <a:pt x="1710" y="3259"/>
                </a:lnTo>
                <a:lnTo>
                  <a:pt x="1730" y="3273"/>
                </a:lnTo>
                <a:lnTo>
                  <a:pt x="1751" y="3284"/>
                </a:lnTo>
                <a:lnTo>
                  <a:pt x="1772" y="3291"/>
                </a:lnTo>
                <a:lnTo>
                  <a:pt x="1796" y="3292"/>
                </a:lnTo>
                <a:lnTo>
                  <a:pt x="1819" y="3290"/>
                </a:lnTo>
                <a:lnTo>
                  <a:pt x="1841" y="3283"/>
                </a:lnTo>
                <a:lnTo>
                  <a:pt x="1859" y="3270"/>
                </a:lnTo>
                <a:lnTo>
                  <a:pt x="1895" y="3247"/>
                </a:lnTo>
                <a:lnTo>
                  <a:pt x="1898" y="3214"/>
                </a:lnTo>
                <a:lnTo>
                  <a:pt x="1905" y="3181"/>
                </a:lnTo>
                <a:lnTo>
                  <a:pt x="1919" y="3150"/>
                </a:lnTo>
                <a:lnTo>
                  <a:pt x="1937" y="3121"/>
                </a:lnTo>
                <a:lnTo>
                  <a:pt x="1959" y="3094"/>
                </a:lnTo>
                <a:lnTo>
                  <a:pt x="1986" y="3071"/>
                </a:lnTo>
                <a:lnTo>
                  <a:pt x="2015" y="3054"/>
                </a:lnTo>
                <a:lnTo>
                  <a:pt x="2048" y="3041"/>
                </a:lnTo>
                <a:lnTo>
                  <a:pt x="2081" y="3035"/>
                </a:lnTo>
                <a:lnTo>
                  <a:pt x="2115" y="3034"/>
                </a:lnTo>
                <a:lnTo>
                  <a:pt x="2148" y="3039"/>
                </a:lnTo>
                <a:lnTo>
                  <a:pt x="2221" y="2993"/>
                </a:lnTo>
                <a:lnTo>
                  <a:pt x="2221" y="2960"/>
                </a:lnTo>
                <a:lnTo>
                  <a:pt x="2226" y="2927"/>
                </a:lnTo>
                <a:lnTo>
                  <a:pt x="2235" y="2895"/>
                </a:lnTo>
                <a:lnTo>
                  <a:pt x="2249" y="2864"/>
                </a:lnTo>
                <a:lnTo>
                  <a:pt x="2267" y="2836"/>
                </a:lnTo>
                <a:lnTo>
                  <a:pt x="2290" y="2809"/>
                </a:lnTo>
                <a:lnTo>
                  <a:pt x="2317" y="2787"/>
                </a:lnTo>
                <a:lnTo>
                  <a:pt x="2350" y="2769"/>
                </a:lnTo>
                <a:lnTo>
                  <a:pt x="2384" y="2755"/>
                </a:lnTo>
                <a:lnTo>
                  <a:pt x="2418" y="2748"/>
                </a:lnTo>
                <a:lnTo>
                  <a:pt x="2453" y="2747"/>
                </a:lnTo>
                <a:lnTo>
                  <a:pt x="2489" y="2752"/>
                </a:lnTo>
                <a:lnTo>
                  <a:pt x="2522" y="2760"/>
                </a:lnTo>
                <a:lnTo>
                  <a:pt x="2555" y="2775"/>
                </a:lnTo>
                <a:lnTo>
                  <a:pt x="2581" y="2755"/>
                </a:lnTo>
                <a:lnTo>
                  <a:pt x="2578" y="2719"/>
                </a:lnTo>
                <a:lnTo>
                  <a:pt x="2580" y="2682"/>
                </a:lnTo>
                <a:lnTo>
                  <a:pt x="2587" y="2646"/>
                </a:lnTo>
                <a:lnTo>
                  <a:pt x="2601" y="2613"/>
                </a:lnTo>
                <a:lnTo>
                  <a:pt x="2620" y="2581"/>
                </a:lnTo>
                <a:lnTo>
                  <a:pt x="2645" y="2553"/>
                </a:lnTo>
                <a:lnTo>
                  <a:pt x="2674" y="2529"/>
                </a:lnTo>
                <a:lnTo>
                  <a:pt x="2679" y="2524"/>
                </a:lnTo>
                <a:lnTo>
                  <a:pt x="2710" y="2505"/>
                </a:lnTo>
                <a:lnTo>
                  <a:pt x="2745" y="2493"/>
                </a:lnTo>
                <a:lnTo>
                  <a:pt x="2779" y="2486"/>
                </a:lnTo>
                <a:lnTo>
                  <a:pt x="2814" y="2485"/>
                </a:lnTo>
                <a:lnTo>
                  <a:pt x="2848" y="2488"/>
                </a:lnTo>
                <a:lnTo>
                  <a:pt x="2882" y="2497"/>
                </a:lnTo>
                <a:lnTo>
                  <a:pt x="2914" y="2510"/>
                </a:lnTo>
                <a:lnTo>
                  <a:pt x="2944" y="2527"/>
                </a:lnTo>
                <a:lnTo>
                  <a:pt x="2949" y="2527"/>
                </a:lnTo>
                <a:lnTo>
                  <a:pt x="2946" y="2518"/>
                </a:lnTo>
                <a:lnTo>
                  <a:pt x="2925" y="2482"/>
                </a:lnTo>
                <a:lnTo>
                  <a:pt x="2910" y="2447"/>
                </a:lnTo>
                <a:lnTo>
                  <a:pt x="2902" y="2409"/>
                </a:lnTo>
                <a:lnTo>
                  <a:pt x="2900" y="2372"/>
                </a:lnTo>
                <a:lnTo>
                  <a:pt x="2904" y="2334"/>
                </a:lnTo>
                <a:lnTo>
                  <a:pt x="2913" y="2297"/>
                </a:lnTo>
                <a:lnTo>
                  <a:pt x="2929" y="2262"/>
                </a:lnTo>
                <a:lnTo>
                  <a:pt x="2948" y="2229"/>
                </a:lnTo>
                <a:lnTo>
                  <a:pt x="2974" y="2199"/>
                </a:lnTo>
                <a:lnTo>
                  <a:pt x="3004" y="2173"/>
                </a:lnTo>
                <a:lnTo>
                  <a:pt x="3037" y="2154"/>
                </a:lnTo>
                <a:lnTo>
                  <a:pt x="3071" y="2140"/>
                </a:lnTo>
                <a:lnTo>
                  <a:pt x="3108" y="2133"/>
                </a:lnTo>
                <a:lnTo>
                  <a:pt x="3143" y="2130"/>
                </a:lnTo>
                <a:lnTo>
                  <a:pt x="3179" y="2133"/>
                </a:lnTo>
                <a:lnTo>
                  <a:pt x="3215" y="2140"/>
                </a:lnTo>
                <a:lnTo>
                  <a:pt x="3249" y="2154"/>
                </a:lnTo>
                <a:lnTo>
                  <a:pt x="3281" y="2172"/>
                </a:lnTo>
                <a:lnTo>
                  <a:pt x="3310" y="2194"/>
                </a:lnTo>
                <a:lnTo>
                  <a:pt x="3584" y="1877"/>
                </a:lnTo>
                <a:lnTo>
                  <a:pt x="3630" y="1826"/>
                </a:lnTo>
                <a:lnTo>
                  <a:pt x="3680" y="1780"/>
                </a:lnTo>
                <a:lnTo>
                  <a:pt x="3733" y="1737"/>
                </a:lnTo>
                <a:lnTo>
                  <a:pt x="3787" y="1697"/>
                </a:lnTo>
                <a:lnTo>
                  <a:pt x="3846" y="1661"/>
                </a:lnTo>
                <a:lnTo>
                  <a:pt x="4019" y="1563"/>
                </a:lnTo>
                <a:lnTo>
                  <a:pt x="4019" y="1760"/>
                </a:lnTo>
                <a:lnTo>
                  <a:pt x="3893" y="1832"/>
                </a:lnTo>
                <a:lnTo>
                  <a:pt x="3829" y="1873"/>
                </a:lnTo>
                <a:lnTo>
                  <a:pt x="3768" y="1921"/>
                </a:lnTo>
                <a:lnTo>
                  <a:pt x="3711" y="1972"/>
                </a:lnTo>
                <a:lnTo>
                  <a:pt x="3658" y="2028"/>
                </a:lnTo>
                <a:lnTo>
                  <a:pt x="3404" y="2325"/>
                </a:lnTo>
                <a:lnTo>
                  <a:pt x="3521" y="2492"/>
                </a:lnTo>
                <a:lnTo>
                  <a:pt x="3541" y="2527"/>
                </a:lnTo>
                <a:lnTo>
                  <a:pt x="3556" y="2563"/>
                </a:lnTo>
                <a:lnTo>
                  <a:pt x="3563" y="2600"/>
                </a:lnTo>
                <a:lnTo>
                  <a:pt x="3566" y="2638"/>
                </a:lnTo>
                <a:lnTo>
                  <a:pt x="3562" y="2676"/>
                </a:lnTo>
                <a:lnTo>
                  <a:pt x="3552" y="2713"/>
                </a:lnTo>
                <a:lnTo>
                  <a:pt x="3538" y="2748"/>
                </a:lnTo>
                <a:lnTo>
                  <a:pt x="3518" y="2781"/>
                </a:lnTo>
                <a:lnTo>
                  <a:pt x="3493" y="2811"/>
                </a:lnTo>
                <a:lnTo>
                  <a:pt x="3462" y="2837"/>
                </a:lnTo>
                <a:lnTo>
                  <a:pt x="3429" y="2856"/>
                </a:lnTo>
                <a:lnTo>
                  <a:pt x="3395" y="2870"/>
                </a:lnTo>
                <a:lnTo>
                  <a:pt x="3359" y="2877"/>
                </a:lnTo>
                <a:lnTo>
                  <a:pt x="3322" y="2879"/>
                </a:lnTo>
                <a:lnTo>
                  <a:pt x="3285" y="2877"/>
                </a:lnTo>
                <a:lnTo>
                  <a:pt x="3250" y="2870"/>
                </a:lnTo>
                <a:lnTo>
                  <a:pt x="3216" y="2856"/>
                </a:lnTo>
                <a:lnTo>
                  <a:pt x="3184" y="2838"/>
                </a:lnTo>
                <a:lnTo>
                  <a:pt x="3156" y="2816"/>
                </a:lnTo>
                <a:lnTo>
                  <a:pt x="3170" y="2849"/>
                </a:lnTo>
                <a:lnTo>
                  <a:pt x="3178" y="2884"/>
                </a:lnTo>
                <a:lnTo>
                  <a:pt x="3181" y="2920"/>
                </a:lnTo>
                <a:lnTo>
                  <a:pt x="3178" y="2955"/>
                </a:lnTo>
                <a:lnTo>
                  <a:pt x="3170" y="2990"/>
                </a:lnTo>
                <a:lnTo>
                  <a:pt x="3156" y="3022"/>
                </a:lnTo>
                <a:lnTo>
                  <a:pt x="3138" y="3054"/>
                </a:lnTo>
                <a:lnTo>
                  <a:pt x="3114" y="3080"/>
                </a:lnTo>
                <a:lnTo>
                  <a:pt x="3084" y="3105"/>
                </a:lnTo>
                <a:lnTo>
                  <a:pt x="3080" y="3110"/>
                </a:lnTo>
                <a:lnTo>
                  <a:pt x="3048" y="3128"/>
                </a:lnTo>
                <a:lnTo>
                  <a:pt x="3013" y="3141"/>
                </a:lnTo>
                <a:lnTo>
                  <a:pt x="2977" y="3147"/>
                </a:lnTo>
                <a:lnTo>
                  <a:pt x="2941" y="3149"/>
                </a:lnTo>
                <a:lnTo>
                  <a:pt x="2905" y="3145"/>
                </a:lnTo>
                <a:lnTo>
                  <a:pt x="2870" y="3135"/>
                </a:lnTo>
                <a:lnTo>
                  <a:pt x="2837" y="3119"/>
                </a:lnTo>
                <a:lnTo>
                  <a:pt x="2807" y="3099"/>
                </a:lnTo>
                <a:lnTo>
                  <a:pt x="2780" y="3073"/>
                </a:lnTo>
                <a:lnTo>
                  <a:pt x="2786" y="3105"/>
                </a:lnTo>
                <a:lnTo>
                  <a:pt x="2788" y="3138"/>
                </a:lnTo>
                <a:lnTo>
                  <a:pt x="2786" y="3169"/>
                </a:lnTo>
                <a:lnTo>
                  <a:pt x="2780" y="3201"/>
                </a:lnTo>
                <a:lnTo>
                  <a:pt x="2769" y="3231"/>
                </a:lnTo>
                <a:lnTo>
                  <a:pt x="2754" y="3259"/>
                </a:lnTo>
                <a:lnTo>
                  <a:pt x="2735" y="3286"/>
                </a:lnTo>
                <a:lnTo>
                  <a:pt x="2710" y="3309"/>
                </a:lnTo>
                <a:lnTo>
                  <a:pt x="2682" y="3330"/>
                </a:lnTo>
                <a:lnTo>
                  <a:pt x="2651" y="3346"/>
                </a:lnTo>
                <a:lnTo>
                  <a:pt x="2617" y="3357"/>
                </a:lnTo>
                <a:lnTo>
                  <a:pt x="2581" y="3362"/>
                </a:lnTo>
                <a:lnTo>
                  <a:pt x="2546" y="3362"/>
                </a:lnTo>
                <a:lnTo>
                  <a:pt x="2512" y="3356"/>
                </a:lnTo>
                <a:lnTo>
                  <a:pt x="2479" y="3346"/>
                </a:lnTo>
                <a:lnTo>
                  <a:pt x="2447" y="3330"/>
                </a:lnTo>
                <a:lnTo>
                  <a:pt x="2418" y="3309"/>
                </a:lnTo>
                <a:lnTo>
                  <a:pt x="2393" y="3285"/>
                </a:lnTo>
                <a:lnTo>
                  <a:pt x="2369" y="3257"/>
                </a:lnTo>
                <a:lnTo>
                  <a:pt x="2363" y="3247"/>
                </a:lnTo>
                <a:lnTo>
                  <a:pt x="2373" y="3280"/>
                </a:lnTo>
                <a:lnTo>
                  <a:pt x="2378" y="3315"/>
                </a:lnTo>
                <a:lnTo>
                  <a:pt x="2377" y="3351"/>
                </a:lnTo>
                <a:lnTo>
                  <a:pt x="2369" y="3385"/>
                </a:lnTo>
                <a:lnTo>
                  <a:pt x="2356" y="3419"/>
                </a:lnTo>
                <a:lnTo>
                  <a:pt x="2339" y="3449"/>
                </a:lnTo>
                <a:lnTo>
                  <a:pt x="2316" y="3476"/>
                </a:lnTo>
                <a:lnTo>
                  <a:pt x="2289" y="3501"/>
                </a:lnTo>
                <a:lnTo>
                  <a:pt x="2260" y="3516"/>
                </a:lnTo>
                <a:lnTo>
                  <a:pt x="2229" y="3529"/>
                </a:lnTo>
                <a:lnTo>
                  <a:pt x="2196" y="3536"/>
                </a:lnTo>
                <a:lnTo>
                  <a:pt x="2163" y="3537"/>
                </a:lnTo>
                <a:lnTo>
                  <a:pt x="2131" y="3535"/>
                </a:lnTo>
                <a:lnTo>
                  <a:pt x="2099" y="3526"/>
                </a:lnTo>
                <a:lnTo>
                  <a:pt x="2070" y="3514"/>
                </a:lnTo>
                <a:lnTo>
                  <a:pt x="2042" y="3497"/>
                </a:lnTo>
                <a:lnTo>
                  <a:pt x="2016" y="3475"/>
                </a:lnTo>
                <a:lnTo>
                  <a:pt x="1994" y="3449"/>
                </a:lnTo>
                <a:lnTo>
                  <a:pt x="1958" y="3397"/>
                </a:lnTo>
                <a:lnTo>
                  <a:pt x="1953" y="3397"/>
                </a:lnTo>
                <a:lnTo>
                  <a:pt x="1920" y="3416"/>
                </a:lnTo>
                <a:lnTo>
                  <a:pt x="1886" y="3432"/>
                </a:lnTo>
                <a:lnTo>
                  <a:pt x="1850" y="3442"/>
                </a:lnTo>
                <a:lnTo>
                  <a:pt x="1815" y="3448"/>
                </a:lnTo>
                <a:lnTo>
                  <a:pt x="1779" y="3448"/>
                </a:lnTo>
                <a:lnTo>
                  <a:pt x="1748" y="3447"/>
                </a:lnTo>
                <a:lnTo>
                  <a:pt x="1704" y="3435"/>
                </a:lnTo>
                <a:lnTo>
                  <a:pt x="1664" y="3418"/>
                </a:lnTo>
                <a:lnTo>
                  <a:pt x="1627" y="3396"/>
                </a:lnTo>
                <a:lnTo>
                  <a:pt x="1596" y="3368"/>
                </a:lnTo>
                <a:lnTo>
                  <a:pt x="1568" y="3336"/>
                </a:lnTo>
                <a:lnTo>
                  <a:pt x="1550" y="3307"/>
                </a:lnTo>
                <a:lnTo>
                  <a:pt x="1536" y="3278"/>
                </a:lnTo>
                <a:lnTo>
                  <a:pt x="1525" y="3246"/>
                </a:lnTo>
                <a:lnTo>
                  <a:pt x="1519" y="3212"/>
                </a:lnTo>
                <a:lnTo>
                  <a:pt x="1487" y="3236"/>
                </a:lnTo>
                <a:lnTo>
                  <a:pt x="1451" y="3259"/>
                </a:lnTo>
                <a:lnTo>
                  <a:pt x="1412" y="3276"/>
                </a:lnTo>
                <a:lnTo>
                  <a:pt x="1370" y="3289"/>
                </a:lnTo>
                <a:lnTo>
                  <a:pt x="1328" y="3295"/>
                </a:lnTo>
                <a:lnTo>
                  <a:pt x="1283" y="3296"/>
                </a:lnTo>
                <a:lnTo>
                  <a:pt x="1264" y="3295"/>
                </a:lnTo>
                <a:lnTo>
                  <a:pt x="1247" y="3293"/>
                </a:lnTo>
                <a:lnTo>
                  <a:pt x="1206" y="3284"/>
                </a:lnTo>
                <a:lnTo>
                  <a:pt x="1167" y="3269"/>
                </a:lnTo>
                <a:lnTo>
                  <a:pt x="1130" y="3251"/>
                </a:lnTo>
                <a:lnTo>
                  <a:pt x="1096" y="3226"/>
                </a:lnTo>
                <a:lnTo>
                  <a:pt x="1066" y="3198"/>
                </a:lnTo>
                <a:lnTo>
                  <a:pt x="1038" y="3167"/>
                </a:lnTo>
                <a:lnTo>
                  <a:pt x="1014" y="3128"/>
                </a:lnTo>
                <a:lnTo>
                  <a:pt x="994" y="3086"/>
                </a:lnTo>
                <a:lnTo>
                  <a:pt x="982" y="3043"/>
                </a:lnTo>
                <a:lnTo>
                  <a:pt x="977" y="2998"/>
                </a:lnTo>
                <a:lnTo>
                  <a:pt x="979" y="2952"/>
                </a:lnTo>
                <a:lnTo>
                  <a:pt x="957" y="2951"/>
                </a:lnTo>
                <a:lnTo>
                  <a:pt x="933" y="2950"/>
                </a:lnTo>
                <a:lnTo>
                  <a:pt x="909" y="2949"/>
                </a:lnTo>
                <a:lnTo>
                  <a:pt x="869" y="2944"/>
                </a:lnTo>
                <a:lnTo>
                  <a:pt x="828" y="2937"/>
                </a:lnTo>
                <a:lnTo>
                  <a:pt x="792" y="2924"/>
                </a:lnTo>
                <a:lnTo>
                  <a:pt x="756" y="2907"/>
                </a:lnTo>
                <a:lnTo>
                  <a:pt x="724" y="2887"/>
                </a:lnTo>
                <a:lnTo>
                  <a:pt x="694" y="2861"/>
                </a:lnTo>
                <a:lnTo>
                  <a:pt x="668" y="2829"/>
                </a:lnTo>
                <a:lnTo>
                  <a:pt x="646" y="2794"/>
                </a:lnTo>
                <a:lnTo>
                  <a:pt x="629" y="2759"/>
                </a:lnTo>
                <a:lnTo>
                  <a:pt x="618" y="2721"/>
                </a:lnTo>
                <a:lnTo>
                  <a:pt x="610" y="2682"/>
                </a:lnTo>
                <a:lnTo>
                  <a:pt x="608" y="2641"/>
                </a:lnTo>
                <a:lnTo>
                  <a:pt x="566" y="2646"/>
                </a:lnTo>
                <a:lnTo>
                  <a:pt x="523" y="2646"/>
                </a:lnTo>
                <a:lnTo>
                  <a:pt x="504" y="2646"/>
                </a:lnTo>
                <a:lnTo>
                  <a:pt x="486" y="2644"/>
                </a:lnTo>
                <a:lnTo>
                  <a:pt x="446" y="2635"/>
                </a:lnTo>
                <a:lnTo>
                  <a:pt x="407" y="2620"/>
                </a:lnTo>
                <a:lnTo>
                  <a:pt x="370" y="2600"/>
                </a:lnTo>
                <a:lnTo>
                  <a:pt x="336" y="2577"/>
                </a:lnTo>
                <a:lnTo>
                  <a:pt x="305" y="2549"/>
                </a:lnTo>
                <a:lnTo>
                  <a:pt x="277" y="2518"/>
                </a:lnTo>
                <a:lnTo>
                  <a:pt x="256" y="2481"/>
                </a:lnTo>
                <a:lnTo>
                  <a:pt x="241" y="2442"/>
                </a:lnTo>
                <a:lnTo>
                  <a:pt x="230" y="2403"/>
                </a:lnTo>
                <a:lnTo>
                  <a:pt x="224" y="2363"/>
                </a:lnTo>
                <a:lnTo>
                  <a:pt x="224" y="2322"/>
                </a:lnTo>
                <a:lnTo>
                  <a:pt x="229" y="2281"/>
                </a:lnTo>
                <a:lnTo>
                  <a:pt x="238" y="2241"/>
                </a:lnTo>
                <a:lnTo>
                  <a:pt x="252" y="2203"/>
                </a:lnTo>
                <a:lnTo>
                  <a:pt x="270" y="2167"/>
                </a:lnTo>
                <a:lnTo>
                  <a:pt x="295" y="2133"/>
                </a:lnTo>
                <a:lnTo>
                  <a:pt x="323" y="2101"/>
                </a:lnTo>
                <a:lnTo>
                  <a:pt x="356" y="2073"/>
                </a:lnTo>
                <a:lnTo>
                  <a:pt x="409" y="2031"/>
                </a:lnTo>
                <a:lnTo>
                  <a:pt x="378" y="1972"/>
                </a:lnTo>
                <a:lnTo>
                  <a:pt x="341" y="1916"/>
                </a:lnTo>
                <a:lnTo>
                  <a:pt x="300" y="1865"/>
                </a:lnTo>
                <a:lnTo>
                  <a:pt x="253" y="1816"/>
                </a:lnTo>
                <a:lnTo>
                  <a:pt x="203" y="1772"/>
                </a:lnTo>
                <a:lnTo>
                  <a:pt x="150" y="1733"/>
                </a:lnTo>
                <a:lnTo>
                  <a:pt x="93" y="1698"/>
                </a:lnTo>
                <a:lnTo>
                  <a:pt x="0" y="164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7" name="Group 82">
            <a:extLst>
              <a:ext uri="{FF2B5EF4-FFF2-40B4-BE49-F238E27FC236}">
                <a16:creationId xmlns:a16="http://schemas.microsoft.com/office/drawing/2014/main" id="{CD48BC47-F690-4116-9DFD-EED1C6C33298}"/>
              </a:ext>
            </a:extLst>
          </p:cNvPr>
          <p:cNvGrpSpPr/>
          <p:nvPr/>
        </p:nvGrpSpPr>
        <p:grpSpPr>
          <a:xfrm>
            <a:off x="2311961" y="4474156"/>
            <a:ext cx="309465" cy="309988"/>
            <a:chOff x="301625" y="3662363"/>
            <a:chExt cx="939800" cy="941387"/>
          </a:xfrm>
          <a:solidFill>
            <a:schemeClr val="bg1"/>
          </a:solidFill>
        </p:grpSpPr>
        <p:sp>
          <p:nvSpPr>
            <p:cNvPr id="38" name="Freeform 1422">
              <a:extLst>
                <a:ext uri="{FF2B5EF4-FFF2-40B4-BE49-F238E27FC236}">
                  <a16:creationId xmlns:a16="http://schemas.microsoft.com/office/drawing/2014/main" id="{955DD948-E934-433E-90B7-B120BC7E2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213" y="3811588"/>
              <a:ext cx="26988" cy="63500"/>
            </a:xfrm>
            <a:custGeom>
              <a:avLst/>
              <a:gdLst>
                <a:gd name="T0" fmla="*/ 103 w 103"/>
                <a:gd name="T1" fmla="*/ 0 h 242"/>
                <a:gd name="T2" fmla="*/ 103 w 103"/>
                <a:gd name="T3" fmla="*/ 242 h 242"/>
                <a:gd name="T4" fmla="*/ 75 w 103"/>
                <a:gd name="T5" fmla="*/ 234 h 242"/>
                <a:gd name="T6" fmla="*/ 52 w 103"/>
                <a:gd name="T7" fmla="*/ 223 h 242"/>
                <a:gd name="T8" fmla="*/ 35 w 103"/>
                <a:gd name="T9" fmla="*/ 210 h 242"/>
                <a:gd name="T10" fmla="*/ 22 w 103"/>
                <a:gd name="T11" fmla="*/ 197 h 242"/>
                <a:gd name="T12" fmla="*/ 12 w 103"/>
                <a:gd name="T13" fmla="*/ 183 h 242"/>
                <a:gd name="T14" fmla="*/ 7 w 103"/>
                <a:gd name="T15" fmla="*/ 169 h 242"/>
                <a:gd name="T16" fmla="*/ 3 w 103"/>
                <a:gd name="T17" fmla="*/ 155 h 242"/>
                <a:gd name="T18" fmla="*/ 0 w 103"/>
                <a:gd name="T19" fmla="*/ 142 h 242"/>
                <a:gd name="T20" fmla="*/ 0 w 103"/>
                <a:gd name="T21" fmla="*/ 131 h 242"/>
                <a:gd name="T22" fmla="*/ 0 w 103"/>
                <a:gd name="T23" fmla="*/ 122 h 242"/>
                <a:gd name="T24" fmla="*/ 0 w 103"/>
                <a:gd name="T25" fmla="*/ 112 h 242"/>
                <a:gd name="T26" fmla="*/ 0 w 103"/>
                <a:gd name="T27" fmla="*/ 100 h 242"/>
                <a:gd name="T28" fmla="*/ 3 w 103"/>
                <a:gd name="T29" fmla="*/ 87 h 242"/>
                <a:gd name="T30" fmla="*/ 7 w 103"/>
                <a:gd name="T31" fmla="*/ 74 h 242"/>
                <a:gd name="T32" fmla="*/ 12 w 103"/>
                <a:gd name="T33" fmla="*/ 60 h 242"/>
                <a:gd name="T34" fmla="*/ 22 w 103"/>
                <a:gd name="T35" fmla="*/ 46 h 242"/>
                <a:gd name="T36" fmla="*/ 35 w 103"/>
                <a:gd name="T37" fmla="*/ 32 h 242"/>
                <a:gd name="T38" fmla="*/ 52 w 103"/>
                <a:gd name="T39" fmla="*/ 20 h 242"/>
                <a:gd name="T40" fmla="*/ 75 w 103"/>
                <a:gd name="T41" fmla="*/ 9 h 242"/>
                <a:gd name="T42" fmla="*/ 103 w 103"/>
                <a:gd name="T4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3" h="242">
                  <a:moveTo>
                    <a:pt x="103" y="0"/>
                  </a:moveTo>
                  <a:lnTo>
                    <a:pt x="103" y="242"/>
                  </a:lnTo>
                  <a:lnTo>
                    <a:pt x="75" y="234"/>
                  </a:lnTo>
                  <a:lnTo>
                    <a:pt x="52" y="223"/>
                  </a:lnTo>
                  <a:lnTo>
                    <a:pt x="35" y="210"/>
                  </a:lnTo>
                  <a:lnTo>
                    <a:pt x="22" y="197"/>
                  </a:lnTo>
                  <a:lnTo>
                    <a:pt x="12" y="183"/>
                  </a:lnTo>
                  <a:lnTo>
                    <a:pt x="7" y="169"/>
                  </a:lnTo>
                  <a:lnTo>
                    <a:pt x="3" y="155"/>
                  </a:lnTo>
                  <a:lnTo>
                    <a:pt x="0" y="142"/>
                  </a:lnTo>
                  <a:lnTo>
                    <a:pt x="0" y="131"/>
                  </a:lnTo>
                  <a:lnTo>
                    <a:pt x="0" y="122"/>
                  </a:lnTo>
                  <a:lnTo>
                    <a:pt x="0" y="112"/>
                  </a:lnTo>
                  <a:lnTo>
                    <a:pt x="0" y="100"/>
                  </a:lnTo>
                  <a:lnTo>
                    <a:pt x="3" y="87"/>
                  </a:lnTo>
                  <a:lnTo>
                    <a:pt x="7" y="74"/>
                  </a:lnTo>
                  <a:lnTo>
                    <a:pt x="12" y="60"/>
                  </a:lnTo>
                  <a:lnTo>
                    <a:pt x="22" y="46"/>
                  </a:lnTo>
                  <a:lnTo>
                    <a:pt x="35" y="32"/>
                  </a:lnTo>
                  <a:lnTo>
                    <a:pt x="52" y="20"/>
                  </a:lnTo>
                  <a:lnTo>
                    <a:pt x="75" y="9"/>
                  </a:lnTo>
                  <a:lnTo>
                    <a:pt x="1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423">
              <a:extLst>
                <a:ext uri="{FF2B5EF4-FFF2-40B4-BE49-F238E27FC236}">
                  <a16:creationId xmlns:a16="http://schemas.microsoft.com/office/drawing/2014/main" id="{69D4BEDC-5939-4ABC-BCBD-7067AA34B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763" y="3937000"/>
              <a:ext cx="26988" cy="63500"/>
            </a:xfrm>
            <a:custGeom>
              <a:avLst/>
              <a:gdLst>
                <a:gd name="T0" fmla="*/ 0 w 103"/>
                <a:gd name="T1" fmla="*/ 0 h 243"/>
                <a:gd name="T2" fmla="*/ 27 w 103"/>
                <a:gd name="T3" fmla="*/ 10 h 243"/>
                <a:gd name="T4" fmla="*/ 50 w 103"/>
                <a:gd name="T5" fmla="*/ 21 h 243"/>
                <a:gd name="T6" fmla="*/ 67 w 103"/>
                <a:gd name="T7" fmla="*/ 33 h 243"/>
                <a:gd name="T8" fmla="*/ 80 w 103"/>
                <a:gd name="T9" fmla="*/ 47 h 243"/>
                <a:gd name="T10" fmla="*/ 90 w 103"/>
                <a:gd name="T11" fmla="*/ 61 h 243"/>
                <a:gd name="T12" fmla="*/ 96 w 103"/>
                <a:gd name="T13" fmla="*/ 75 h 243"/>
                <a:gd name="T14" fmla="*/ 99 w 103"/>
                <a:gd name="T15" fmla="*/ 88 h 243"/>
                <a:gd name="T16" fmla="*/ 102 w 103"/>
                <a:gd name="T17" fmla="*/ 101 h 243"/>
                <a:gd name="T18" fmla="*/ 103 w 103"/>
                <a:gd name="T19" fmla="*/ 112 h 243"/>
                <a:gd name="T20" fmla="*/ 103 w 103"/>
                <a:gd name="T21" fmla="*/ 122 h 243"/>
                <a:gd name="T22" fmla="*/ 103 w 103"/>
                <a:gd name="T23" fmla="*/ 132 h 243"/>
                <a:gd name="T24" fmla="*/ 102 w 103"/>
                <a:gd name="T25" fmla="*/ 143 h 243"/>
                <a:gd name="T26" fmla="*/ 99 w 103"/>
                <a:gd name="T27" fmla="*/ 156 h 243"/>
                <a:gd name="T28" fmla="*/ 96 w 103"/>
                <a:gd name="T29" fmla="*/ 170 h 243"/>
                <a:gd name="T30" fmla="*/ 90 w 103"/>
                <a:gd name="T31" fmla="*/ 184 h 243"/>
                <a:gd name="T32" fmla="*/ 80 w 103"/>
                <a:gd name="T33" fmla="*/ 198 h 243"/>
                <a:gd name="T34" fmla="*/ 67 w 103"/>
                <a:gd name="T35" fmla="*/ 211 h 243"/>
                <a:gd name="T36" fmla="*/ 50 w 103"/>
                <a:gd name="T37" fmla="*/ 222 h 243"/>
                <a:gd name="T38" fmla="*/ 27 w 103"/>
                <a:gd name="T39" fmla="*/ 234 h 243"/>
                <a:gd name="T40" fmla="*/ 0 w 103"/>
                <a:gd name="T41" fmla="*/ 243 h 243"/>
                <a:gd name="T42" fmla="*/ 0 w 103"/>
                <a:gd name="T43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3" h="243">
                  <a:moveTo>
                    <a:pt x="0" y="0"/>
                  </a:moveTo>
                  <a:lnTo>
                    <a:pt x="27" y="10"/>
                  </a:lnTo>
                  <a:lnTo>
                    <a:pt x="50" y="21"/>
                  </a:lnTo>
                  <a:lnTo>
                    <a:pt x="67" y="33"/>
                  </a:lnTo>
                  <a:lnTo>
                    <a:pt x="80" y="47"/>
                  </a:lnTo>
                  <a:lnTo>
                    <a:pt x="90" y="61"/>
                  </a:lnTo>
                  <a:lnTo>
                    <a:pt x="96" y="75"/>
                  </a:lnTo>
                  <a:lnTo>
                    <a:pt x="99" y="88"/>
                  </a:lnTo>
                  <a:lnTo>
                    <a:pt x="102" y="101"/>
                  </a:lnTo>
                  <a:lnTo>
                    <a:pt x="103" y="112"/>
                  </a:lnTo>
                  <a:lnTo>
                    <a:pt x="103" y="122"/>
                  </a:lnTo>
                  <a:lnTo>
                    <a:pt x="103" y="132"/>
                  </a:lnTo>
                  <a:lnTo>
                    <a:pt x="102" y="143"/>
                  </a:lnTo>
                  <a:lnTo>
                    <a:pt x="99" y="156"/>
                  </a:lnTo>
                  <a:lnTo>
                    <a:pt x="96" y="170"/>
                  </a:lnTo>
                  <a:lnTo>
                    <a:pt x="90" y="184"/>
                  </a:lnTo>
                  <a:lnTo>
                    <a:pt x="80" y="198"/>
                  </a:lnTo>
                  <a:lnTo>
                    <a:pt x="67" y="211"/>
                  </a:lnTo>
                  <a:lnTo>
                    <a:pt x="50" y="222"/>
                  </a:lnTo>
                  <a:lnTo>
                    <a:pt x="27" y="234"/>
                  </a:lnTo>
                  <a:lnTo>
                    <a:pt x="0" y="24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424">
              <a:extLst>
                <a:ext uri="{FF2B5EF4-FFF2-40B4-BE49-F238E27FC236}">
                  <a16:creationId xmlns:a16="http://schemas.microsoft.com/office/drawing/2014/main" id="{E6CFE694-32D9-455D-8028-144F57282D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2300" y="3662363"/>
              <a:ext cx="487363" cy="487362"/>
            </a:xfrm>
            <a:custGeom>
              <a:avLst/>
              <a:gdLst>
                <a:gd name="T0" fmla="*/ 766 w 1842"/>
                <a:gd name="T1" fmla="*/ 357 h 1843"/>
                <a:gd name="T2" fmla="*/ 640 w 1842"/>
                <a:gd name="T3" fmla="*/ 411 h 1843"/>
                <a:gd name="T4" fmla="*/ 557 w 1842"/>
                <a:gd name="T5" fmla="*/ 493 h 1843"/>
                <a:gd name="T6" fmla="*/ 511 w 1842"/>
                <a:gd name="T7" fmla="*/ 599 h 1843"/>
                <a:gd name="T8" fmla="*/ 504 w 1842"/>
                <a:gd name="T9" fmla="*/ 726 h 1843"/>
                <a:gd name="T10" fmla="*/ 537 w 1842"/>
                <a:gd name="T11" fmla="*/ 841 h 1843"/>
                <a:gd name="T12" fmla="*/ 609 w 1842"/>
                <a:gd name="T13" fmla="*/ 930 h 1843"/>
                <a:gd name="T14" fmla="*/ 721 w 1842"/>
                <a:gd name="T15" fmla="*/ 995 h 1843"/>
                <a:gd name="T16" fmla="*/ 816 w 1842"/>
                <a:gd name="T17" fmla="*/ 1281 h 1843"/>
                <a:gd name="T18" fmla="*/ 748 w 1842"/>
                <a:gd name="T19" fmla="*/ 1249 h 1843"/>
                <a:gd name="T20" fmla="*/ 720 w 1842"/>
                <a:gd name="T21" fmla="*/ 1208 h 1843"/>
                <a:gd name="T22" fmla="*/ 713 w 1842"/>
                <a:gd name="T23" fmla="*/ 1170 h 1843"/>
                <a:gd name="T24" fmla="*/ 504 w 1842"/>
                <a:gd name="T25" fmla="*/ 1202 h 1843"/>
                <a:gd name="T26" fmla="*/ 537 w 1842"/>
                <a:gd name="T27" fmla="*/ 1318 h 1843"/>
                <a:gd name="T28" fmla="*/ 609 w 1842"/>
                <a:gd name="T29" fmla="*/ 1407 h 1843"/>
                <a:gd name="T30" fmla="*/ 721 w 1842"/>
                <a:gd name="T31" fmla="*/ 1472 h 1843"/>
                <a:gd name="T32" fmla="*/ 816 w 1842"/>
                <a:gd name="T33" fmla="*/ 1600 h 1843"/>
                <a:gd name="T34" fmla="*/ 1076 w 1842"/>
                <a:gd name="T35" fmla="*/ 1486 h 1843"/>
                <a:gd name="T36" fmla="*/ 1202 w 1842"/>
                <a:gd name="T37" fmla="*/ 1432 h 1843"/>
                <a:gd name="T38" fmla="*/ 1286 w 1842"/>
                <a:gd name="T39" fmla="*/ 1350 h 1843"/>
                <a:gd name="T40" fmla="*/ 1332 w 1842"/>
                <a:gd name="T41" fmla="*/ 1243 h 1843"/>
                <a:gd name="T42" fmla="*/ 1339 w 1842"/>
                <a:gd name="T43" fmla="*/ 1117 h 1843"/>
                <a:gd name="T44" fmla="*/ 1305 w 1842"/>
                <a:gd name="T45" fmla="*/ 1003 h 1843"/>
                <a:gd name="T46" fmla="*/ 1234 w 1842"/>
                <a:gd name="T47" fmla="*/ 912 h 1843"/>
                <a:gd name="T48" fmla="*/ 1122 w 1842"/>
                <a:gd name="T49" fmla="*/ 847 h 1843"/>
                <a:gd name="T50" fmla="*/ 1027 w 1842"/>
                <a:gd name="T51" fmla="*/ 562 h 1843"/>
                <a:gd name="T52" fmla="*/ 1094 w 1842"/>
                <a:gd name="T53" fmla="*/ 594 h 1843"/>
                <a:gd name="T54" fmla="*/ 1123 w 1842"/>
                <a:gd name="T55" fmla="*/ 636 h 1843"/>
                <a:gd name="T56" fmla="*/ 1130 w 1842"/>
                <a:gd name="T57" fmla="*/ 674 h 1843"/>
                <a:gd name="T58" fmla="*/ 1339 w 1842"/>
                <a:gd name="T59" fmla="*/ 640 h 1843"/>
                <a:gd name="T60" fmla="*/ 1305 w 1842"/>
                <a:gd name="T61" fmla="*/ 526 h 1843"/>
                <a:gd name="T62" fmla="*/ 1234 w 1842"/>
                <a:gd name="T63" fmla="*/ 436 h 1843"/>
                <a:gd name="T64" fmla="*/ 1122 w 1842"/>
                <a:gd name="T65" fmla="*/ 371 h 1843"/>
                <a:gd name="T66" fmla="*/ 1027 w 1842"/>
                <a:gd name="T67" fmla="*/ 243 h 1843"/>
                <a:gd name="T68" fmla="*/ 1000 w 1842"/>
                <a:gd name="T69" fmla="*/ 3 h 1843"/>
                <a:gd name="T70" fmla="*/ 1227 w 1842"/>
                <a:gd name="T71" fmla="*/ 52 h 1843"/>
                <a:gd name="T72" fmla="*/ 1428 w 1842"/>
                <a:gd name="T73" fmla="*/ 152 h 1843"/>
                <a:gd name="T74" fmla="*/ 1599 w 1842"/>
                <a:gd name="T75" fmla="*/ 298 h 1843"/>
                <a:gd name="T76" fmla="*/ 1729 w 1842"/>
                <a:gd name="T77" fmla="*/ 479 h 1843"/>
                <a:gd name="T78" fmla="*/ 1813 w 1842"/>
                <a:gd name="T79" fmla="*/ 689 h 1843"/>
                <a:gd name="T80" fmla="*/ 1842 w 1842"/>
                <a:gd name="T81" fmla="*/ 922 h 1843"/>
                <a:gd name="T82" fmla="*/ 1813 w 1842"/>
                <a:gd name="T83" fmla="*/ 1154 h 1843"/>
                <a:gd name="T84" fmla="*/ 1729 w 1842"/>
                <a:gd name="T85" fmla="*/ 1365 h 1843"/>
                <a:gd name="T86" fmla="*/ 1599 w 1842"/>
                <a:gd name="T87" fmla="*/ 1546 h 1843"/>
                <a:gd name="T88" fmla="*/ 1428 w 1842"/>
                <a:gd name="T89" fmla="*/ 1691 h 1843"/>
                <a:gd name="T90" fmla="*/ 1227 w 1842"/>
                <a:gd name="T91" fmla="*/ 1791 h 1843"/>
                <a:gd name="T92" fmla="*/ 1000 w 1842"/>
                <a:gd name="T93" fmla="*/ 1839 h 1843"/>
                <a:gd name="T94" fmla="*/ 764 w 1842"/>
                <a:gd name="T95" fmla="*/ 1830 h 1843"/>
                <a:gd name="T96" fmla="*/ 545 w 1842"/>
                <a:gd name="T97" fmla="*/ 1763 h 1843"/>
                <a:gd name="T98" fmla="*/ 353 w 1842"/>
                <a:gd name="T99" fmla="*/ 1647 h 1843"/>
                <a:gd name="T100" fmla="*/ 196 w 1842"/>
                <a:gd name="T101" fmla="*/ 1489 h 1843"/>
                <a:gd name="T102" fmla="*/ 80 w 1842"/>
                <a:gd name="T103" fmla="*/ 1297 h 1843"/>
                <a:gd name="T104" fmla="*/ 13 w 1842"/>
                <a:gd name="T105" fmla="*/ 1078 h 1843"/>
                <a:gd name="T106" fmla="*/ 3 w 1842"/>
                <a:gd name="T107" fmla="*/ 842 h 1843"/>
                <a:gd name="T108" fmla="*/ 51 w 1842"/>
                <a:gd name="T109" fmla="*/ 616 h 1843"/>
                <a:gd name="T110" fmla="*/ 152 w 1842"/>
                <a:gd name="T111" fmla="*/ 414 h 1843"/>
                <a:gd name="T112" fmla="*/ 297 w 1842"/>
                <a:gd name="T113" fmla="*/ 245 h 1843"/>
                <a:gd name="T114" fmla="*/ 478 w 1842"/>
                <a:gd name="T115" fmla="*/ 113 h 1843"/>
                <a:gd name="T116" fmla="*/ 689 w 1842"/>
                <a:gd name="T117" fmla="*/ 30 h 1843"/>
                <a:gd name="T118" fmla="*/ 922 w 1842"/>
                <a:gd name="T119" fmla="*/ 0 h 1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42" h="1843">
                  <a:moveTo>
                    <a:pt x="816" y="243"/>
                  </a:moveTo>
                  <a:lnTo>
                    <a:pt x="816" y="347"/>
                  </a:lnTo>
                  <a:lnTo>
                    <a:pt x="766" y="357"/>
                  </a:lnTo>
                  <a:lnTo>
                    <a:pt x="721" y="371"/>
                  </a:lnTo>
                  <a:lnTo>
                    <a:pt x="679" y="389"/>
                  </a:lnTo>
                  <a:lnTo>
                    <a:pt x="640" y="411"/>
                  </a:lnTo>
                  <a:lnTo>
                    <a:pt x="609" y="436"/>
                  </a:lnTo>
                  <a:lnTo>
                    <a:pt x="581" y="463"/>
                  </a:lnTo>
                  <a:lnTo>
                    <a:pt x="557" y="493"/>
                  </a:lnTo>
                  <a:lnTo>
                    <a:pt x="537" y="526"/>
                  </a:lnTo>
                  <a:lnTo>
                    <a:pt x="522" y="562"/>
                  </a:lnTo>
                  <a:lnTo>
                    <a:pt x="511" y="599"/>
                  </a:lnTo>
                  <a:lnTo>
                    <a:pt x="504" y="640"/>
                  </a:lnTo>
                  <a:lnTo>
                    <a:pt x="501" y="684"/>
                  </a:lnTo>
                  <a:lnTo>
                    <a:pt x="504" y="726"/>
                  </a:lnTo>
                  <a:lnTo>
                    <a:pt x="511" y="767"/>
                  </a:lnTo>
                  <a:lnTo>
                    <a:pt x="522" y="805"/>
                  </a:lnTo>
                  <a:lnTo>
                    <a:pt x="537" y="841"/>
                  </a:lnTo>
                  <a:lnTo>
                    <a:pt x="557" y="873"/>
                  </a:lnTo>
                  <a:lnTo>
                    <a:pt x="581" y="904"/>
                  </a:lnTo>
                  <a:lnTo>
                    <a:pt x="609" y="930"/>
                  </a:lnTo>
                  <a:lnTo>
                    <a:pt x="640" y="955"/>
                  </a:lnTo>
                  <a:lnTo>
                    <a:pt x="679" y="978"/>
                  </a:lnTo>
                  <a:lnTo>
                    <a:pt x="721" y="995"/>
                  </a:lnTo>
                  <a:lnTo>
                    <a:pt x="766" y="1009"/>
                  </a:lnTo>
                  <a:lnTo>
                    <a:pt x="816" y="1020"/>
                  </a:lnTo>
                  <a:lnTo>
                    <a:pt x="816" y="1281"/>
                  </a:lnTo>
                  <a:lnTo>
                    <a:pt x="788" y="1272"/>
                  </a:lnTo>
                  <a:lnTo>
                    <a:pt x="765" y="1261"/>
                  </a:lnTo>
                  <a:lnTo>
                    <a:pt x="748" y="1249"/>
                  </a:lnTo>
                  <a:lnTo>
                    <a:pt x="735" y="1236"/>
                  </a:lnTo>
                  <a:lnTo>
                    <a:pt x="725" y="1222"/>
                  </a:lnTo>
                  <a:lnTo>
                    <a:pt x="720" y="1208"/>
                  </a:lnTo>
                  <a:lnTo>
                    <a:pt x="716" y="1194"/>
                  </a:lnTo>
                  <a:lnTo>
                    <a:pt x="713" y="1181"/>
                  </a:lnTo>
                  <a:lnTo>
                    <a:pt x="713" y="1170"/>
                  </a:lnTo>
                  <a:lnTo>
                    <a:pt x="713" y="1160"/>
                  </a:lnTo>
                  <a:lnTo>
                    <a:pt x="501" y="1160"/>
                  </a:lnTo>
                  <a:lnTo>
                    <a:pt x="504" y="1202"/>
                  </a:lnTo>
                  <a:lnTo>
                    <a:pt x="511" y="1243"/>
                  </a:lnTo>
                  <a:lnTo>
                    <a:pt x="522" y="1282"/>
                  </a:lnTo>
                  <a:lnTo>
                    <a:pt x="537" y="1318"/>
                  </a:lnTo>
                  <a:lnTo>
                    <a:pt x="557" y="1350"/>
                  </a:lnTo>
                  <a:lnTo>
                    <a:pt x="581" y="1380"/>
                  </a:lnTo>
                  <a:lnTo>
                    <a:pt x="609" y="1407"/>
                  </a:lnTo>
                  <a:lnTo>
                    <a:pt x="640" y="1432"/>
                  </a:lnTo>
                  <a:lnTo>
                    <a:pt x="679" y="1454"/>
                  </a:lnTo>
                  <a:lnTo>
                    <a:pt x="721" y="1472"/>
                  </a:lnTo>
                  <a:lnTo>
                    <a:pt x="766" y="1486"/>
                  </a:lnTo>
                  <a:lnTo>
                    <a:pt x="816" y="1497"/>
                  </a:lnTo>
                  <a:lnTo>
                    <a:pt x="816" y="1600"/>
                  </a:lnTo>
                  <a:lnTo>
                    <a:pt x="1027" y="1600"/>
                  </a:lnTo>
                  <a:lnTo>
                    <a:pt x="1027" y="1497"/>
                  </a:lnTo>
                  <a:lnTo>
                    <a:pt x="1076" y="1486"/>
                  </a:lnTo>
                  <a:lnTo>
                    <a:pt x="1122" y="1472"/>
                  </a:lnTo>
                  <a:lnTo>
                    <a:pt x="1164" y="1454"/>
                  </a:lnTo>
                  <a:lnTo>
                    <a:pt x="1202" y="1432"/>
                  </a:lnTo>
                  <a:lnTo>
                    <a:pt x="1234" y="1407"/>
                  </a:lnTo>
                  <a:lnTo>
                    <a:pt x="1262" y="1380"/>
                  </a:lnTo>
                  <a:lnTo>
                    <a:pt x="1286" y="1350"/>
                  </a:lnTo>
                  <a:lnTo>
                    <a:pt x="1305" y="1318"/>
                  </a:lnTo>
                  <a:lnTo>
                    <a:pt x="1320" y="1282"/>
                  </a:lnTo>
                  <a:lnTo>
                    <a:pt x="1332" y="1243"/>
                  </a:lnTo>
                  <a:lnTo>
                    <a:pt x="1339" y="1202"/>
                  </a:lnTo>
                  <a:lnTo>
                    <a:pt x="1341" y="1160"/>
                  </a:lnTo>
                  <a:lnTo>
                    <a:pt x="1339" y="1117"/>
                  </a:lnTo>
                  <a:lnTo>
                    <a:pt x="1332" y="1076"/>
                  </a:lnTo>
                  <a:lnTo>
                    <a:pt x="1320" y="1038"/>
                  </a:lnTo>
                  <a:lnTo>
                    <a:pt x="1305" y="1003"/>
                  </a:lnTo>
                  <a:lnTo>
                    <a:pt x="1286" y="969"/>
                  </a:lnTo>
                  <a:lnTo>
                    <a:pt x="1262" y="939"/>
                  </a:lnTo>
                  <a:lnTo>
                    <a:pt x="1234" y="912"/>
                  </a:lnTo>
                  <a:lnTo>
                    <a:pt x="1202" y="887"/>
                  </a:lnTo>
                  <a:lnTo>
                    <a:pt x="1164" y="866"/>
                  </a:lnTo>
                  <a:lnTo>
                    <a:pt x="1122" y="847"/>
                  </a:lnTo>
                  <a:lnTo>
                    <a:pt x="1076" y="833"/>
                  </a:lnTo>
                  <a:lnTo>
                    <a:pt x="1027" y="824"/>
                  </a:lnTo>
                  <a:lnTo>
                    <a:pt x="1027" y="562"/>
                  </a:lnTo>
                  <a:lnTo>
                    <a:pt x="1054" y="571"/>
                  </a:lnTo>
                  <a:lnTo>
                    <a:pt x="1077" y="582"/>
                  </a:lnTo>
                  <a:lnTo>
                    <a:pt x="1094" y="594"/>
                  </a:lnTo>
                  <a:lnTo>
                    <a:pt x="1107" y="608"/>
                  </a:lnTo>
                  <a:lnTo>
                    <a:pt x="1117" y="622"/>
                  </a:lnTo>
                  <a:lnTo>
                    <a:pt x="1123" y="636"/>
                  </a:lnTo>
                  <a:lnTo>
                    <a:pt x="1126" y="649"/>
                  </a:lnTo>
                  <a:lnTo>
                    <a:pt x="1129" y="662"/>
                  </a:lnTo>
                  <a:lnTo>
                    <a:pt x="1130" y="674"/>
                  </a:lnTo>
                  <a:lnTo>
                    <a:pt x="1130" y="684"/>
                  </a:lnTo>
                  <a:lnTo>
                    <a:pt x="1341" y="684"/>
                  </a:lnTo>
                  <a:lnTo>
                    <a:pt x="1339" y="640"/>
                  </a:lnTo>
                  <a:lnTo>
                    <a:pt x="1332" y="599"/>
                  </a:lnTo>
                  <a:lnTo>
                    <a:pt x="1320" y="562"/>
                  </a:lnTo>
                  <a:lnTo>
                    <a:pt x="1305" y="526"/>
                  </a:lnTo>
                  <a:lnTo>
                    <a:pt x="1286" y="493"/>
                  </a:lnTo>
                  <a:lnTo>
                    <a:pt x="1262" y="463"/>
                  </a:lnTo>
                  <a:lnTo>
                    <a:pt x="1234" y="436"/>
                  </a:lnTo>
                  <a:lnTo>
                    <a:pt x="1202" y="411"/>
                  </a:lnTo>
                  <a:lnTo>
                    <a:pt x="1164" y="389"/>
                  </a:lnTo>
                  <a:lnTo>
                    <a:pt x="1122" y="371"/>
                  </a:lnTo>
                  <a:lnTo>
                    <a:pt x="1076" y="357"/>
                  </a:lnTo>
                  <a:lnTo>
                    <a:pt x="1027" y="347"/>
                  </a:lnTo>
                  <a:lnTo>
                    <a:pt x="1027" y="243"/>
                  </a:lnTo>
                  <a:lnTo>
                    <a:pt x="816" y="243"/>
                  </a:lnTo>
                  <a:close/>
                  <a:moveTo>
                    <a:pt x="922" y="0"/>
                  </a:moveTo>
                  <a:lnTo>
                    <a:pt x="1000" y="3"/>
                  </a:lnTo>
                  <a:lnTo>
                    <a:pt x="1078" y="13"/>
                  </a:lnTo>
                  <a:lnTo>
                    <a:pt x="1153" y="30"/>
                  </a:lnTo>
                  <a:lnTo>
                    <a:pt x="1227" y="52"/>
                  </a:lnTo>
                  <a:lnTo>
                    <a:pt x="1297" y="80"/>
                  </a:lnTo>
                  <a:lnTo>
                    <a:pt x="1365" y="113"/>
                  </a:lnTo>
                  <a:lnTo>
                    <a:pt x="1428" y="152"/>
                  </a:lnTo>
                  <a:lnTo>
                    <a:pt x="1489" y="196"/>
                  </a:lnTo>
                  <a:lnTo>
                    <a:pt x="1546" y="245"/>
                  </a:lnTo>
                  <a:lnTo>
                    <a:pt x="1599" y="298"/>
                  </a:lnTo>
                  <a:lnTo>
                    <a:pt x="1646" y="354"/>
                  </a:lnTo>
                  <a:lnTo>
                    <a:pt x="1690" y="414"/>
                  </a:lnTo>
                  <a:lnTo>
                    <a:pt x="1729" y="479"/>
                  </a:lnTo>
                  <a:lnTo>
                    <a:pt x="1763" y="546"/>
                  </a:lnTo>
                  <a:lnTo>
                    <a:pt x="1791" y="616"/>
                  </a:lnTo>
                  <a:lnTo>
                    <a:pt x="1813" y="689"/>
                  </a:lnTo>
                  <a:lnTo>
                    <a:pt x="1829" y="764"/>
                  </a:lnTo>
                  <a:lnTo>
                    <a:pt x="1839" y="842"/>
                  </a:lnTo>
                  <a:lnTo>
                    <a:pt x="1842" y="922"/>
                  </a:lnTo>
                  <a:lnTo>
                    <a:pt x="1839" y="1001"/>
                  </a:lnTo>
                  <a:lnTo>
                    <a:pt x="1829" y="1078"/>
                  </a:lnTo>
                  <a:lnTo>
                    <a:pt x="1813" y="1154"/>
                  </a:lnTo>
                  <a:lnTo>
                    <a:pt x="1791" y="1227"/>
                  </a:lnTo>
                  <a:lnTo>
                    <a:pt x="1763" y="1297"/>
                  </a:lnTo>
                  <a:lnTo>
                    <a:pt x="1729" y="1365"/>
                  </a:lnTo>
                  <a:lnTo>
                    <a:pt x="1690" y="1429"/>
                  </a:lnTo>
                  <a:lnTo>
                    <a:pt x="1646" y="1489"/>
                  </a:lnTo>
                  <a:lnTo>
                    <a:pt x="1599" y="1546"/>
                  </a:lnTo>
                  <a:lnTo>
                    <a:pt x="1546" y="1599"/>
                  </a:lnTo>
                  <a:lnTo>
                    <a:pt x="1489" y="1647"/>
                  </a:lnTo>
                  <a:lnTo>
                    <a:pt x="1428" y="1691"/>
                  </a:lnTo>
                  <a:lnTo>
                    <a:pt x="1365" y="1729"/>
                  </a:lnTo>
                  <a:lnTo>
                    <a:pt x="1297" y="1763"/>
                  </a:lnTo>
                  <a:lnTo>
                    <a:pt x="1227" y="1791"/>
                  </a:lnTo>
                  <a:lnTo>
                    <a:pt x="1153" y="1814"/>
                  </a:lnTo>
                  <a:lnTo>
                    <a:pt x="1078" y="1830"/>
                  </a:lnTo>
                  <a:lnTo>
                    <a:pt x="1000" y="1839"/>
                  </a:lnTo>
                  <a:lnTo>
                    <a:pt x="922" y="1843"/>
                  </a:lnTo>
                  <a:lnTo>
                    <a:pt x="842" y="1839"/>
                  </a:lnTo>
                  <a:lnTo>
                    <a:pt x="764" y="1830"/>
                  </a:lnTo>
                  <a:lnTo>
                    <a:pt x="689" y="1814"/>
                  </a:lnTo>
                  <a:lnTo>
                    <a:pt x="615" y="1791"/>
                  </a:lnTo>
                  <a:lnTo>
                    <a:pt x="545" y="1763"/>
                  </a:lnTo>
                  <a:lnTo>
                    <a:pt x="478" y="1729"/>
                  </a:lnTo>
                  <a:lnTo>
                    <a:pt x="414" y="1691"/>
                  </a:lnTo>
                  <a:lnTo>
                    <a:pt x="353" y="1647"/>
                  </a:lnTo>
                  <a:lnTo>
                    <a:pt x="297" y="1599"/>
                  </a:lnTo>
                  <a:lnTo>
                    <a:pt x="244" y="1546"/>
                  </a:lnTo>
                  <a:lnTo>
                    <a:pt x="196" y="1489"/>
                  </a:lnTo>
                  <a:lnTo>
                    <a:pt x="152" y="1429"/>
                  </a:lnTo>
                  <a:lnTo>
                    <a:pt x="113" y="1365"/>
                  </a:lnTo>
                  <a:lnTo>
                    <a:pt x="80" y="1297"/>
                  </a:lnTo>
                  <a:lnTo>
                    <a:pt x="51" y="1227"/>
                  </a:lnTo>
                  <a:lnTo>
                    <a:pt x="29" y="1154"/>
                  </a:lnTo>
                  <a:lnTo>
                    <a:pt x="13" y="1078"/>
                  </a:lnTo>
                  <a:lnTo>
                    <a:pt x="3" y="1001"/>
                  </a:lnTo>
                  <a:lnTo>
                    <a:pt x="0" y="922"/>
                  </a:lnTo>
                  <a:lnTo>
                    <a:pt x="3" y="842"/>
                  </a:lnTo>
                  <a:lnTo>
                    <a:pt x="13" y="764"/>
                  </a:lnTo>
                  <a:lnTo>
                    <a:pt x="29" y="689"/>
                  </a:lnTo>
                  <a:lnTo>
                    <a:pt x="51" y="616"/>
                  </a:lnTo>
                  <a:lnTo>
                    <a:pt x="80" y="546"/>
                  </a:lnTo>
                  <a:lnTo>
                    <a:pt x="113" y="479"/>
                  </a:lnTo>
                  <a:lnTo>
                    <a:pt x="152" y="414"/>
                  </a:lnTo>
                  <a:lnTo>
                    <a:pt x="196" y="354"/>
                  </a:lnTo>
                  <a:lnTo>
                    <a:pt x="244" y="298"/>
                  </a:lnTo>
                  <a:lnTo>
                    <a:pt x="297" y="245"/>
                  </a:lnTo>
                  <a:lnTo>
                    <a:pt x="353" y="196"/>
                  </a:lnTo>
                  <a:lnTo>
                    <a:pt x="414" y="152"/>
                  </a:lnTo>
                  <a:lnTo>
                    <a:pt x="478" y="113"/>
                  </a:lnTo>
                  <a:lnTo>
                    <a:pt x="545" y="80"/>
                  </a:lnTo>
                  <a:lnTo>
                    <a:pt x="615" y="52"/>
                  </a:lnTo>
                  <a:lnTo>
                    <a:pt x="689" y="30"/>
                  </a:lnTo>
                  <a:lnTo>
                    <a:pt x="764" y="13"/>
                  </a:lnTo>
                  <a:lnTo>
                    <a:pt x="842" y="3"/>
                  </a:lnTo>
                  <a:lnTo>
                    <a:pt x="9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1425">
              <a:extLst>
                <a:ext uri="{FF2B5EF4-FFF2-40B4-BE49-F238E27FC236}">
                  <a16:creationId xmlns:a16="http://schemas.microsoft.com/office/drawing/2014/main" id="{17549692-6DFC-4BAA-8213-20D98EF08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25" y="4224338"/>
              <a:ext cx="138113" cy="379412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426">
              <a:extLst>
                <a:ext uri="{FF2B5EF4-FFF2-40B4-BE49-F238E27FC236}">
                  <a16:creationId xmlns:a16="http://schemas.microsoft.com/office/drawing/2014/main" id="{F4CE3D97-E259-42FD-AF2F-D7298347F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00" y="4183063"/>
              <a:ext cx="746125" cy="401637"/>
            </a:xfrm>
            <a:custGeom>
              <a:avLst/>
              <a:gdLst>
                <a:gd name="T0" fmla="*/ 890 w 2822"/>
                <a:gd name="T1" fmla="*/ 0 h 1515"/>
                <a:gd name="T2" fmla="*/ 1862 w 2822"/>
                <a:gd name="T3" fmla="*/ 243 h 1515"/>
                <a:gd name="T4" fmla="*/ 1862 w 2822"/>
                <a:gd name="T5" fmla="*/ 515 h 1515"/>
                <a:gd name="T6" fmla="*/ 1861 w 2822"/>
                <a:gd name="T7" fmla="*/ 515 h 1515"/>
                <a:gd name="T8" fmla="*/ 1165 w 2822"/>
                <a:gd name="T9" fmla="*/ 346 h 1515"/>
                <a:gd name="T10" fmla="*/ 1115 w 2822"/>
                <a:gd name="T11" fmla="*/ 551 h 1515"/>
                <a:gd name="T12" fmla="*/ 1864 w 2822"/>
                <a:gd name="T13" fmla="*/ 734 h 1515"/>
                <a:gd name="T14" fmla="*/ 2744 w 2822"/>
                <a:gd name="T15" fmla="*/ 492 h 1515"/>
                <a:gd name="T16" fmla="*/ 2822 w 2822"/>
                <a:gd name="T17" fmla="*/ 791 h 1515"/>
                <a:gd name="T18" fmla="*/ 1510 w 2822"/>
                <a:gd name="T19" fmla="*/ 1515 h 1515"/>
                <a:gd name="T20" fmla="*/ 514 w 2822"/>
                <a:gd name="T21" fmla="*/ 1235 h 1515"/>
                <a:gd name="T22" fmla="*/ 0 w 2822"/>
                <a:gd name="T23" fmla="*/ 1293 h 1515"/>
                <a:gd name="T24" fmla="*/ 0 w 2822"/>
                <a:gd name="T25" fmla="*/ 138 h 1515"/>
                <a:gd name="T26" fmla="*/ 890 w 2822"/>
                <a:gd name="T27" fmla="*/ 0 h 1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22" h="1515">
                  <a:moveTo>
                    <a:pt x="890" y="0"/>
                  </a:moveTo>
                  <a:lnTo>
                    <a:pt x="1862" y="243"/>
                  </a:lnTo>
                  <a:lnTo>
                    <a:pt x="1862" y="515"/>
                  </a:lnTo>
                  <a:lnTo>
                    <a:pt x="1861" y="515"/>
                  </a:lnTo>
                  <a:lnTo>
                    <a:pt x="1165" y="346"/>
                  </a:lnTo>
                  <a:lnTo>
                    <a:pt x="1115" y="551"/>
                  </a:lnTo>
                  <a:lnTo>
                    <a:pt x="1864" y="734"/>
                  </a:lnTo>
                  <a:lnTo>
                    <a:pt x="2744" y="492"/>
                  </a:lnTo>
                  <a:lnTo>
                    <a:pt x="2822" y="791"/>
                  </a:lnTo>
                  <a:lnTo>
                    <a:pt x="1510" y="1515"/>
                  </a:lnTo>
                  <a:lnTo>
                    <a:pt x="514" y="1235"/>
                  </a:lnTo>
                  <a:lnTo>
                    <a:pt x="0" y="1293"/>
                  </a:lnTo>
                  <a:lnTo>
                    <a:pt x="0" y="138"/>
                  </a:lnTo>
                  <a:lnTo>
                    <a:pt x="89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BAC5F19A-E0CF-7868-E2A6-656A9F272C60}"/>
              </a:ext>
            </a:extLst>
          </p:cNvPr>
          <p:cNvSpPr txBox="1"/>
          <p:nvPr/>
        </p:nvSpPr>
        <p:spPr>
          <a:xfrm>
            <a:off x="279070" y="219694"/>
            <a:ext cx="3651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进阶三：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Redis</a:t>
            </a:r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Cluster</a:t>
            </a:r>
            <a:endParaRPr lang="zh-CN" altLang="en-US" sz="2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3F543BB-4FC0-5F3B-EF01-F926102CA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41" y="4211172"/>
            <a:ext cx="4948519" cy="234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37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13">
            <a:extLst>
              <a:ext uri="{FF2B5EF4-FFF2-40B4-BE49-F238E27FC236}">
                <a16:creationId xmlns:a16="http://schemas.microsoft.com/office/drawing/2014/main" id="{557A0266-60B5-4C29-A6BE-C44A3A5212AA}"/>
              </a:ext>
            </a:extLst>
          </p:cNvPr>
          <p:cNvSpPr>
            <a:spLocks noEditPoints="1"/>
          </p:cNvSpPr>
          <p:nvPr/>
        </p:nvSpPr>
        <p:spPr bwMode="auto">
          <a:xfrm>
            <a:off x="2325673" y="2096855"/>
            <a:ext cx="282041" cy="263991"/>
          </a:xfrm>
          <a:custGeom>
            <a:avLst/>
            <a:gdLst>
              <a:gd name="T0" fmla="*/ 2221 w 3375"/>
              <a:gd name="T1" fmla="*/ 1236 h 3159"/>
              <a:gd name="T2" fmla="*/ 2242 w 3375"/>
              <a:gd name="T3" fmla="*/ 1252 h 3159"/>
              <a:gd name="T4" fmla="*/ 2246 w 3375"/>
              <a:gd name="T5" fmla="*/ 1178 h 3159"/>
              <a:gd name="T6" fmla="*/ 2443 w 3375"/>
              <a:gd name="T7" fmla="*/ 1830 h 3159"/>
              <a:gd name="T8" fmla="*/ 1518 w 3375"/>
              <a:gd name="T9" fmla="*/ 982 h 3159"/>
              <a:gd name="T10" fmla="*/ 1704 w 3375"/>
              <a:gd name="T11" fmla="*/ 1062 h 3159"/>
              <a:gd name="T12" fmla="*/ 1771 w 3375"/>
              <a:gd name="T13" fmla="*/ 1272 h 3159"/>
              <a:gd name="T14" fmla="*/ 1664 w 3375"/>
              <a:gd name="T15" fmla="*/ 1457 h 3159"/>
              <a:gd name="T16" fmla="*/ 1501 w 3375"/>
              <a:gd name="T17" fmla="*/ 1570 h 3159"/>
              <a:gd name="T18" fmla="*/ 1787 w 3375"/>
              <a:gd name="T19" fmla="*/ 1655 h 3159"/>
              <a:gd name="T20" fmla="*/ 1208 w 3375"/>
              <a:gd name="T21" fmla="*/ 1662 h 3159"/>
              <a:gd name="T22" fmla="*/ 1331 w 3375"/>
              <a:gd name="T23" fmla="*/ 1466 h 3159"/>
              <a:gd name="T24" fmla="*/ 1494 w 3375"/>
              <a:gd name="T25" fmla="*/ 1347 h 3159"/>
              <a:gd name="T26" fmla="*/ 1558 w 3375"/>
              <a:gd name="T27" fmla="*/ 1236 h 3159"/>
              <a:gd name="T28" fmla="*/ 1470 w 3375"/>
              <a:gd name="T29" fmla="*/ 1173 h 3159"/>
              <a:gd name="T30" fmla="*/ 1358 w 3375"/>
              <a:gd name="T31" fmla="*/ 1243 h 3159"/>
              <a:gd name="T32" fmla="*/ 1203 w 3375"/>
              <a:gd name="T33" fmla="*/ 1144 h 3159"/>
              <a:gd name="T34" fmla="*/ 1300 w 3375"/>
              <a:gd name="T35" fmla="*/ 1038 h 3159"/>
              <a:gd name="T36" fmla="*/ 422 w 3375"/>
              <a:gd name="T37" fmla="*/ 734 h 3159"/>
              <a:gd name="T38" fmla="*/ 646 w 3375"/>
              <a:gd name="T39" fmla="*/ 863 h 3159"/>
              <a:gd name="T40" fmla="*/ 822 w 3375"/>
              <a:gd name="T41" fmla="*/ 1130 h 3159"/>
              <a:gd name="T42" fmla="*/ 827 w 3375"/>
              <a:gd name="T43" fmla="*/ 1309 h 3159"/>
              <a:gd name="T44" fmla="*/ 726 w 3375"/>
              <a:gd name="T45" fmla="*/ 1446 h 3159"/>
              <a:gd name="T46" fmla="*/ 639 w 3375"/>
              <a:gd name="T47" fmla="*/ 1590 h 3159"/>
              <a:gd name="T48" fmla="*/ 738 w 3375"/>
              <a:gd name="T49" fmla="*/ 1805 h 3159"/>
              <a:gd name="T50" fmla="*/ 955 w 3375"/>
              <a:gd name="T51" fmla="*/ 2061 h 3159"/>
              <a:gd name="T52" fmla="*/ 1210 w 3375"/>
              <a:gd name="T53" fmla="*/ 2306 h 3159"/>
              <a:gd name="T54" fmla="*/ 1454 w 3375"/>
              <a:gd name="T55" fmla="*/ 2483 h 3159"/>
              <a:gd name="T56" fmla="*/ 1636 w 3375"/>
              <a:gd name="T57" fmla="*/ 2506 h 3159"/>
              <a:gd name="T58" fmla="*/ 1770 w 3375"/>
              <a:gd name="T59" fmla="*/ 2381 h 3159"/>
              <a:gd name="T60" fmla="*/ 1919 w 3375"/>
              <a:gd name="T61" fmla="*/ 2316 h 3159"/>
              <a:gd name="T62" fmla="*/ 2131 w 3375"/>
              <a:gd name="T63" fmla="*/ 2388 h 3159"/>
              <a:gd name="T64" fmla="*/ 2384 w 3375"/>
              <a:gd name="T65" fmla="*/ 2614 h 3159"/>
              <a:gd name="T66" fmla="*/ 2412 w 3375"/>
              <a:gd name="T67" fmla="*/ 2819 h 3159"/>
              <a:gd name="T68" fmla="*/ 2291 w 3375"/>
              <a:gd name="T69" fmla="*/ 2989 h 3159"/>
              <a:gd name="T70" fmla="*/ 2131 w 3375"/>
              <a:gd name="T71" fmla="*/ 3129 h 3159"/>
              <a:gd name="T72" fmla="*/ 1830 w 3375"/>
              <a:gd name="T73" fmla="*/ 3144 h 3159"/>
              <a:gd name="T74" fmla="*/ 1384 w 3375"/>
              <a:gd name="T75" fmla="*/ 2974 h 3159"/>
              <a:gd name="T76" fmla="*/ 859 w 3375"/>
              <a:gd name="T77" fmla="*/ 2602 h 3159"/>
              <a:gd name="T78" fmla="*/ 372 w 3375"/>
              <a:gd name="T79" fmla="*/ 2070 h 3159"/>
              <a:gd name="T80" fmla="*/ 89 w 3375"/>
              <a:gd name="T81" fmla="*/ 1571 h 3159"/>
              <a:gd name="T82" fmla="*/ 0 w 3375"/>
              <a:gd name="T83" fmla="*/ 1179 h 3159"/>
              <a:gd name="T84" fmla="*/ 86 w 3375"/>
              <a:gd name="T85" fmla="*/ 956 h 3159"/>
              <a:gd name="T86" fmla="*/ 239 w 3375"/>
              <a:gd name="T87" fmla="*/ 807 h 3159"/>
              <a:gd name="T88" fmla="*/ 422 w 3375"/>
              <a:gd name="T89" fmla="*/ 734 h 3159"/>
              <a:gd name="T90" fmla="*/ 2434 w 3375"/>
              <a:gd name="T91" fmla="*/ 110 h 3159"/>
              <a:gd name="T92" fmla="*/ 2966 w 3375"/>
              <a:gd name="T93" fmla="*/ 475 h 3159"/>
              <a:gd name="T94" fmla="*/ 3298 w 3375"/>
              <a:gd name="T95" fmla="*/ 1030 h 3159"/>
              <a:gd name="T96" fmla="*/ 3364 w 3375"/>
              <a:gd name="T97" fmla="*/ 1692 h 3159"/>
              <a:gd name="T98" fmla="*/ 3155 w 3375"/>
              <a:gd name="T99" fmla="*/ 2287 h 3159"/>
              <a:gd name="T100" fmla="*/ 2733 w 3375"/>
              <a:gd name="T101" fmla="*/ 2737 h 3159"/>
              <a:gd name="T102" fmla="*/ 2574 w 3375"/>
              <a:gd name="T103" fmla="*/ 2633 h 3159"/>
              <a:gd name="T104" fmla="*/ 2907 w 3375"/>
              <a:gd name="T105" fmla="*/ 2260 h 3159"/>
              <a:gd name="T106" fmla="*/ 3132 w 3375"/>
              <a:gd name="T107" fmla="*/ 1742 h 3159"/>
              <a:gd name="T108" fmla="*/ 3057 w 3375"/>
              <a:gd name="T109" fmla="*/ 1016 h 3159"/>
              <a:gd name="T110" fmla="*/ 2716 w 3375"/>
              <a:gd name="T111" fmla="*/ 540 h 3159"/>
              <a:gd name="T112" fmla="*/ 2197 w 3375"/>
              <a:gd name="T113" fmla="*/ 264 h 3159"/>
              <a:gd name="T114" fmla="*/ 1463 w 3375"/>
              <a:gd name="T115" fmla="*/ 288 h 3159"/>
              <a:gd name="T116" fmla="*/ 964 w 3375"/>
              <a:gd name="T117" fmla="*/ 598 h 3159"/>
              <a:gd name="T118" fmla="*/ 640 w 3375"/>
              <a:gd name="T119" fmla="*/ 641 h 3159"/>
              <a:gd name="T120" fmla="*/ 1090 w 3375"/>
              <a:gd name="T121" fmla="*/ 220 h 3159"/>
              <a:gd name="T122" fmla="*/ 1683 w 3375"/>
              <a:gd name="T123" fmla="*/ 12 h 3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75" h="3159">
                <a:moveTo>
                  <a:pt x="2246" y="1178"/>
                </a:moveTo>
                <a:lnTo>
                  <a:pt x="2246" y="1180"/>
                </a:lnTo>
                <a:lnTo>
                  <a:pt x="2243" y="1186"/>
                </a:lnTo>
                <a:lnTo>
                  <a:pt x="2240" y="1197"/>
                </a:lnTo>
                <a:lnTo>
                  <a:pt x="2235" y="1208"/>
                </a:lnTo>
                <a:lnTo>
                  <a:pt x="2229" y="1222"/>
                </a:lnTo>
                <a:lnTo>
                  <a:pt x="2221" y="1236"/>
                </a:lnTo>
                <a:lnTo>
                  <a:pt x="2214" y="1251"/>
                </a:lnTo>
                <a:lnTo>
                  <a:pt x="2206" y="1264"/>
                </a:lnTo>
                <a:lnTo>
                  <a:pt x="2079" y="1456"/>
                </a:lnTo>
                <a:lnTo>
                  <a:pt x="2079" y="1458"/>
                </a:lnTo>
                <a:lnTo>
                  <a:pt x="2242" y="1458"/>
                </a:lnTo>
                <a:lnTo>
                  <a:pt x="2242" y="1271"/>
                </a:lnTo>
                <a:lnTo>
                  <a:pt x="2242" y="1252"/>
                </a:lnTo>
                <a:lnTo>
                  <a:pt x="2243" y="1233"/>
                </a:lnTo>
                <a:lnTo>
                  <a:pt x="2245" y="1216"/>
                </a:lnTo>
                <a:lnTo>
                  <a:pt x="2246" y="1201"/>
                </a:lnTo>
                <a:lnTo>
                  <a:pt x="2247" y="1188"/>
                </a:lnTo>
                <a:lnTo>
                  <a:pt x="2248" y="1181"/>
                </a:lnTo>
                <a:lnTo>
                  <a:pt x="2249" y="1178"/>
                </a:lnTo>
                <a:lnTo>
                  <a:pt x="2246" y="1178"/>
                </a:lnTo>
                <a:close/>
                <a:moveTo>
                  <a:pt x="2194" y="995"/>
                </a:moveTo>
                <a:lnTo>
                  <a:pt x="2443" y="995"/>
                </a:lnTo>
                <a:lnTo>
                  <a:pt x="2443" y="1458"/>
                </a:lnTo>
                <a:lnTo>
                  <a:pt x="2543" y="1458"/>
                </a:lnTo>
                <a:lnTo>
                  <a:pt x="2543" y="1627"/>
                </a:lnTo>
                <a:lnTo>
                  <a:pt x="2443" y="1627"/>
                </a:lnTo>
                <a:lnTo>
                  <a:pt x="2443" y="1830"/>
                </a:lnTo>
                <a:lnTo>
                  <a:pt x="2242" y="1830"/>
                </a:lnTo>
                <a:lnTo>
                  <a:pt x="2242" y="1627"/>
                </a:lnTo>
                <a:lnTo>
                  <a:pt x="1872" y="1627"/>
                </a:lnTo>
                <a:lnTo>
                  <a:pt x="1872" y="1503"/>
                </a:lnTo>
                <a:lnTo>
                  <a:pt x="2194" y="995"/>
                </a:lnTo>
                <a:close/>
                <a:moveTo>
                  <a:pt x="1489" y="981"/>
                </a:moveTo>
                <a:lnTo>
                  <a:pt x="1518" y="982"/>
                </a:lnTo>
                <a:lnTo>
                  <a:pt x="1547" y="986"/>
                </a:lnTo>
                <a:lnTo>
                  <a:pt x="1576" y="992"/>
                </a:lnTo>
                <a:lnTo>
                  <a:pt x="1605" y="1000"/>
                </a:lnTo>
                <a:lnTo>
                  <a:pt x="1632" y="1011"/>
                </a:lnTo>
                <a:lnTo>
                  <a:pt x="1658" y="1026"/>
                </a:lnTo>
                <a:lnTo>
                  <a:pt x="1682" y="1042"/>
                </a:lnTo>
                <a:lnTo>
                  <a:pt x="1704" y="1062"/>
                </a:lnTo>
                <a:lnTo>
                  <a:pt x="1724" y="1083"/>
                </a:lnTo>
                <a:lnTo>
                  <a:pt x="1741" y="1109"/>
                </a:lnTo>
                <a:lnTo>
                  <a:pt x="1755" y="1136"/>
                </a:lnTo>
                <a:lnTo>
                  <a:pt x="1765" y="1167"/>
                </a:lnTo>
                <a:lnTo>
                  <a:pt x="1771" y="1200"/>
                </a:lnTo>
                <a:lnTo>
                  <a:pt x="1773" y="1236"/>
                </a:lnTo>
                <a:lnTo>
                  <a:pt x="1771" y="1272"/>
                </a:lnTo>
                <a:lnTo>
                  <a:pt x="1765" y="1305"/>
                </a:lnTo>
                <a:lnTo>
                  <a:pt x="1755" y="1336"/>
                </a:lnTo>
                <a:lnTo>
                  <a:pt x="1742" y="1364"/>
                </a:lnTo>
                <a:lnTo>
                  <a:pt x="1725" y="1390"/>
                </a:lnTo>
                <a:lnTo>
                  <a:pt x="1707" y="1414"/>
                </a:lnTo>
                <a:lnTo>
                  <a:pt x="1686" y="1437"/>
                </a:lnTo>
                <a:lnTo>
                  <a:pt x="1664" y="1457"/>
                </a:lnTo>
                <a:lnTo>
                  <a:pt x="1640" y="1477"/>
                </a:lnTo>
                <a:lnTo>
                  <a:pt x="1617" y="1494"/>
                </a:lnTo>
                <a:lnTo>
                  <a:pt x="1592" y="1510"/>
                </a:lnTo>
                <a:lnTo>
                  <a:pt x="1569" y="1527"/>
                </a:lnTo>
                <a:lnTo>
                  <a:pt x="1545" y="1542"/>
                </a:lnTo>
                <a:lnTo>
                  <a:pt x="1523" y="1556"/>
                </a:lnTo>
                <a:lnTo>
                  <a:pt x="1501" y="1570"/>
                </a:lnTo>
                <a:lnTo>
                  <a:pt x="1483" y="1584"/>
                </a:lnTo>
                <a:lnTo>
                  <a:pt x="1466" y="1597"/>
                </a:lnTo>
                <a:lnTo>
                  <a:pt x="1452" y="1611"/>
                </a:lnTo>
                <a:lnTo>
                  <a:pt x="1441" y="1625"/>
                </a:lnTo>
                <a:lnTo>
                  <a:pt x="1435" y="1639"/>
                </a:lnTo>
                <a:lnTo>
                  <a:pt x="1432" y="1655"/>
                </a:lnTo>
                <a:lnTo>
                  <a:pt x="1787" y="1655"/>
                </a:lnTo>
                <a:lnTo>
                  <a:pt x="1787" y="1830"/>
                </a:lnTo>
                <a:lnTo>
                  <a:pt x="1209" y="1830"/>
                </a:lnTo>
                <a:lnTo>
                  <a:pt x="1204" y="1798"/>
                </a:lnTo>
                <a:lnTo>
                  <a:pt x="1201" y="1768"/>
                </a:lnTo>
                <a:lnTo>
                  <a:pt x="1199" y="1740"/>
                </a:lnTo>
                <a:lnTo>
                  <a:pt x="1202" y="1699"/>
                </a:lnTo>
                <a:lnTo>
                  <a:pt x="1208" y="1662"/>
                </a:lnTo>
                <a:lnTo>
                  <a:pt x="1217" y="1627"/>
                </a:lnTo>
                <a:lnTo>
                  <a:pt x="1230" y="1594"/>
                </a:lnTo>
                <a:lnTo>
                  <a:pt x="1247" y="1565"/>
                </a:lnTo>
                <a:lnTo>
                  <a:pt x="1265" y="1537"/>
                </a:lnTo>
                <a:lnTo>
                  <a:pt x="1286" y="1513"/>
                </a:lnTo>
                <a:lnTo>
                  <a:pt x="1307" y="1489"/>
                </a:lnTo>
                <a:lnTo>
                  <a:pt x="1331" y="1466"/>
                </a:lnTo>
                <a:lnTo>
                  <a:pt x="1355" y="1446"/>
                </a:lnTo>
                <a:lnTo>
                  <a:pt x="1380" y="1428"/>
                </a:lnTo>
                <a:lnTo>
                  <a:pt x="1404" y="1409"/>
                </a:lnTo>
                <a:lnTo>
                  <a:pt x="1428" y="1393"/>
                </a:lnTo>
                <a:lnTo>
                  <a:pt x="1451" y="1377"/>
                </a:lnTo>
                <a:lnTo>
                  <a:pt x="1474" y="1361"/>
                </a:lnTo>
                <a:lnTo>
                  <a:pt x="1494" y="1347"/>
                </a:lnTo>
                <a:lnTo>
                  <a:pt x="1513" y="1332"/>
                </a:lnTo>
                <a:lnTo>
                  <a:pt x="1528" y="1317"/>
                </a:lnTo>
                <a:lnTo>
                  <a:pt x="1541" y="1303"/>
                </a:lnTo>
                <a:lnTo>
                  <a:pt x="1551" y="1288"/>
                </a:lnTo>
                <a:lnTo>
                  <a:pt x="1558" y="1272"/>
                </a:lnTo>
                <a:lnTo>
                  <a:pt x="1560" y="1256"/>
                </a:lnTo>
                <a:lnTo>
                  <a:pt x="1558" y="1236"/>
                </a:lnTo>
                <a:lnTo>
                  <a:pt x="1551" y="1219"/>
                </a:lnTo>
                <a:lnTo>
                  <a:pt x="1542" y="1205"/>
                </a:lnTo>
                <a:lnTo>
                  <a:pt x="1531" y="1192"/>
                </a:lnTo>
                <a:lnTo>
                  <a:pt x="1518" y="1184"/>
                </a:lnTo>
                <a:lnTo>
                  <a:pt x="1502" y="1178"/>
                </a:lnTo>
                <a:lnTo>
                  <a:pt x="1486" y="1175"/>
                </a:lnTo>
                <a:lnTo>
                  <a:pt x="1470" y="1173"/>
                </a:lnTo>
                <a:lnTo>
                  <a:pt x="1447" y="1176"/>
                </a:lnTo>
                <a:lnTo>
                  <a:pt x="1427" y="1182"/>
                </a:lnTo>
                <a:lnTo>
                  <a:pt x="1408" y="1192"/>
                </a:lnTo>
                <a:lnTo>
                  <a:pt x="1392" y="1205"/>
                </a:lnTo>
                <a:lnTo>
                  <a:pt x="1379" y="1218"/>
                </a:lnTo>
                <a:lnTo>
                  <a:pt x="1366" y="1231"/>
                </a:lnTo>
                <a:lnTo>
                  <a:pt x="1358" y="1243"/>
                </a:lnTo>
                <a:lnTo>
                  <a:pt x="1351" y="1253"/>
                </a:lnTo>
                <a:lnTo>
                  <a:pt x="1348" y="1260"/>
                </a:lnTo>
                <a:lnTo>
                  <a:pt x="1346" y="1262"/>
                </a:lnTo>
                <a:lnTo>
                  <a:pt x="1195" y="1161"/>
                </a:lnTo>
                <a:lnTo>
                  <a:pt x="1196" y="1159"/>
                </a:lnTo>
                <a:lnTo>
                  <a:pt x="1199" y="1153"/>
                </a:lnTo>
                <a:lnTo>
                  <a:pt x="1203" y="1144"/>
                </a:lnTo>
                <a:lnTo>
                  <a:pt x="1210" y="1132"/>
                </a:lnTo>
                <a:lnTo>
                  <a:pt x="1219" y="1119"/>
                </a:lnTo>
                <a:lnTo>
                  <a:pt x="1230" y="1103"/>
                </a:lnTo>
                <a:lnTo>
                  <a:pt x="1244" y="1087"/>
                </a:lnTo>
                <a:lnTo>
                  <a:pt x="1260" y="1071"/>
                </a:lnTo>
                <a:lnTo>
                  <a:pt x="1278" y="1054"/>
                </a:lnTo>
                <a:lnTo>
                  <a:pt x="1300" y="1038"/>
                </a:lnTo>
                <a:lnTo>
                  <a:pt x="1324" y="1023"/>
                </a:lnTo>
                <a:lnTo>
                  <a:pt x="1351" y="1008"/>
                </a:lnTo>
                <a:lnTo>
                  <a:pt x="1381" y="997"/>
                </a:lnTo>
                <a:lnTo>
                  <a:pt x="1413" y="989"/>
                </a:lnTo>
                <a:lnTo>
                  <a:pt x="1449" y="983"/>
                </a:lnTo>
                <a:lnTo>
                  <a:pt x="1489" y="981"/>
                </a:lnTo>
                <a:close/>
                <a:moveTo>
                  <a:pt x="422" y="734"/>
                </a:moveTo>
                <a:lnTo>
                  <a:pt x="452" y="738"/>
                </a:lnTo>
                <a:lnTo>
                  <a:pt x="482" y="746"/>
                </a:lnTo>
                <a:lnTo>
                  <a:pt x="513" y="758"/>
                </a:lnTo>
                <a:lnTo>
                  <a:pt x="545" y="775"/>
                </a:lnTo>
                <a:lnTo>
                  <a:pt x="578" y="799"/>
                </a:lnTo>
                <a:lnTo>
                  <a:pt x="612" y="827"/>
                </a:lnTo>
                <a:lnTo>
                  <a:pt x="646" y="863"/>
                </a:lnTo>
                <a:lnTo>
                  <a:pt x="682" y="905"/>
                </a:lnTo>
                <a:lnTo>
                  <a:pt x="716" y="948"/>
                </a:lnTo>
                <a:lnTo>
                  <a:pt x="746" y="990"/>
                </a:lnTo>
                <a:lnTo>
                  <a:pt x="771" y="1028"/>
                </a:lnTo>
                <a:lnTo>
                  <a:pt x="792" y="1065"/>
                </a:lnTo>
                <a:lnTo>
                  <a:pt x="809" y="1098"/>
                </a:lnTo>
                <a:lnTo>
                  <a:pt x="822" y="1130"/>
                </a:lnTo>
                <a:lnTo>
                  <a:pt x="833" y="1161"/>
                </a:lnTo>
                <a:lnTo>
                  <a:pt x="839" y="1188"/>
                </a:lnTo>
                <a:lnTo>
                  <a:pt x="842" y="1215"/>
                </a:lnTo>
                <a:lnTo>
                  <a:pt x="843" y="1240"/>
                </a:lnTo>
                <a:lnTo>
                  <a:pt x="841" y="1264"/>
                </a:lnTo>
                <a:lnTo>
                  <a:pt x="836" y="1288"/>
                </a:lnTo>
                <a:lnTo>
                  <a:pt x="827" y="1309"/>
                </a:lnTo>
                <a:lnTo>
                  <a:pt x="818" y="1329"/>
                </a:lnTo>
                <a:lnTo>
                  <a:pt x="807" y="1350"/>
                </a:lnTo>
                <a:lnTo>
                  <a:pt x="794" y="1369"/>
                </a:lnTo>
                <a:lnTo>
                  <a:pt x="778" y="1389"/>
                </a:lnTo>
                <a:lnTo>
                  <a:pt x="762" y="1408"/>
                </a:lnTo>
                <a:lnTo>
                  <a:pt x="745" y="1428"/>
                </a:lnTo>
                <a:lnTo>
                  <a:pt x="726" y="1446"/>
                </a:lnTo>
                <a:lnTo>
                  <a:pt x="707" y="1465"/>
                </a:lnTo>
                <a:lnTo>
                  <a:pt x="687" y="1485"/>
                </a:lnTo>
                <a:lnTo>
                  <a:pt x="667" y="1505"/>
                </a:lnTo>
                <a:lnTo>
                  <a:pt x="653" y="1523"/>
                </a:lnTo>
                <a:lnTo>
                  <a:pt x="643" y="1543"/>
                </a:lnTo>
                <a:lnTo>
                  <a:pt x="639" y="1566"/>
                </a:lnTo>
                <a:lnTo>
                  <a:pt x="639" y="1590"/>
                </a:lnTo>
                <a:lnTo>
                  <a:pt x="643" y="1616"/>
                </a:lnTo>
                <a:lnTo>
                  <a:pt x="650" y="1644"/>
                </a:lnTo>
                <a:lnTo>
                  <a:pt x="662" y="1674"/>
                </a:lnTo>
                <a:lnTo>
                  <a:pt x="677" y="1705"/>
                </a:lnTo>
                <a:lnTo>
                  <a:pt x="694" y="1737"/>
                </a:lnTo>
                <a:lnTo>
                  <a:pt x="715" y="1770"/>
                </a:lnTo>
                <a:lnTo>
                  <a:pt x="738" y="1805"/>
                </a:lnTo>
                <a:lnTo>
                  <a:pt x="764" y="1840"/>
                </a:lnTo>
                <a:lnTo>
                  <a:pt x="793" y="1876"/>
                </a:lnTo>
                <a:lnTo>
                  <a:pt x="822" y="1912"/>
                </a:lnTo>
                <a:lnTo>
                  <a:pt x="853" y="1949"/>
                </a:lnTo>
                <a:lnTo>
                  <a:pt x="887" y="1986"/>
                </a:lnTo>
                <a:lnTo>
                  <a:pt x="920" y="2023"/>
                </a:lnTo>
                <a:lnTo>
                  <a:pt x="955" y="2061"/>
                </a:lnTo>
                <a:lnTo>
                  <a:pt x="990" y="2096"/>
                </a:lnTo>
                <a:lnTo>
                  <a:pt x="1026" y="2133"/>
                </a:lnTo>
                <a:lnTo>
                  <a:pt x="1063" y="2169"/>
                </a:lnTo>
                <a:lnTo>
                  <a:pt x="1099" y="2205"/>
                </a:lnTo>
                <a:lnTo>
                  <a:pt x="1136" y="2240"/>
                </a:lnTo>
                <a:lnTo>
                  <a:pt x="1173" y="2273"/>
                </a:lnTo>
                <a:lnTo>
                  <a:pt x="1210" y="2306"/>
                </a:lnTo>
                <a:lnTo>
                  <a:pt x="1247" y="2338"/>
                </a:lnTo>
                <a:lnTo>
                  <a:pt x="1284" y="2367"/>
                </a:lnTo>
                <a:lnTo>
                  <a:pt x="1319" y="2395"/>
                </a:lnTo>
                <a:lnTo>
                  <a:pt x="1354" y="2421"/>
                </a:lnTo>
                <a:lnTo>
                  <a:pt x="1389" y="2444"/>
                </a:lnTo>
                <a:lnTo>
                  <a:pt x="1423" y="2465"/>
                </a:lnTo>
                <a:lnTo>
                  <a:pt x="1454" y="2483"/>
                </a:lnTo>
                <a:lnTo>
                  <a:pt x="1486" y="2497"/>
                </a:lnTo>
                <a:lnTo>
                  <a:pt x="1516" y="2509"/>
                </a:lnTo>
                <a:lnTo>
                  <a:pt x="1543" y="2517"/>
                </a:lnTo>
                <a:lnTo>
                  <a:pt x="1570" y="2521"/>
                </a:lnTo>
                <a:lnTo>
                  <a:pt x="1593" y="2520"/>
                </a:lnTo>
                <a:lnTo>
                  <a:pt x="1616" y="2516"/>
                </a:lnTo>
                <a:lnTo>
                  <a:pt x="1636" y="2506"/>
                </a:lnTo>
                <a:lnTo>
                  <a:pt x="1654" y="2492"/>
                </a:lnTo>
                <a:lnTo>
                  <a:pt x="1674" y="2472"/>
                </a:lnTo>
                <a:lnTo>
                  <a:pt x="1694" y="2452"/>
                </a:lnTo>
                <a:lnTo>
                  <a:pt x="1713" y="2433"/>
                </a:lnTo>
                <a:lnTo>
                  <a:pt x="1733" y="2414"/>
                </a:lnTo>
                <a:lnTo>
                  <a:pt x="1751" y="2397"/>
                </a:lnTo>
                <a:lnTo>
                  <a:pt x="1770" y="2381"/>
                </a:lnTo>
                <a:lnTo>
                  <a:pt x="1790" y="2365"/>
                </a:lnTo>
                <a:lnTo>
                  <a:pt x="1809" y="2352"/>
                </a:lnTo>
                <a:lnTo>
                  <a:pt x="1830" y="2341"/>
                </a:lnTo>
                <a:lnTo>
                  <a:pt x="1850" y="2332"/>
                </a:lnTo>
                <a:lnTo>
                  <a:pt x="1873" y="2324"/>
                </a:lnTo>
                <a:lnTo>
                  <a:pt x="1895" y="2319"/>
                </a:lnTo>
                <a:lnTo>
                  <a:pt x="1919" y="2316"/>
                </a:lnTo>
                <a:lnTo>
                  <a:pt x="1944" y="2317"/>
                </a:lnTo>
                <a:lnTo>
                  <a:pt x="1971" y="2320"/>
                </a:lnTo>
                <a:lnTo>
                  <a:pt x="1999" y="2326"/>
                </a:lnTo>
                <a:lnTo>
                  <a:pt x="2029" y="2337"/>
                </a:lnTo>
                <a:lnTo>
                  <a:pt x="2061" y="2350"/>
                </a:lnTo>
                <a:lnTo>
                  <a:pt x="2095" y="2367"/>
                </a:lnTo>
                <a:lnTo>
                  <a:pt x="2131" y="2388"/>
                </a:lnTo>
                <a:lnTo>
                  <a:pt x="2170" y="2413"/>
                </a:lnTo>
                <a:lnTo>
                  <a:pt x="2211" y="2443"/>
                </a:lnTo>
                <a:lnTo>
                  <a:pt x="2255" y="2477"/>
                </a:lnTo>
                <a:lnTo>
                  <a:pt x="2297" y="2513"/>
                </a:lnTo>
                <a:lnTo>
                  <a:pt x="2332" y="2547"/>
                </a:lnTo>
                <a:lnTo>
                  <a:pt x="2360" y="2581"/>
                </a:lnTo>
                <a:lnTo>
                  <a:pt x="2384" y="2614"/>
                </a:lnTo>
                <a:lnTo>
                  <a:pt x="2401" y="2647"/>
                </a:lnTo>
                <a:lnTo>
                  <a:pt x="2414" y="2677"/>
                </a:lnTo>
                <a:lnTo>
                  <a:pt x="2422" y="2707"/>
                </a:lnTo>
                <a:lnTo>
                  <a:pt x="2425" y="2737"/>
                </a:lnTo>
                <a:lnTo>
                  <a:pt x="2424" y="2765"/>
                </a:lnTo>
                <a:lnTo>
                  <a:pt x="2419" y="2793"/>
                </a:lnTo>
                <a:lnTo>
                  <a:pt x="2412" y="2819"/>
                </a:lnTo>
                <a:lnTo>
                  <a:pt x="2400" y="2846"/>
                </a:lnTo>
                <a:lnTo>
                  <a:pt x="2387" y="2872"/>
                </a:lnTo>
                <a:lnTo>
                  <a:pt x="2371" y="2896"/>
                </a:lnTo>
                <a:lnTo>
                  <a:pt x="2352" y="2920"/>
                </a:lnTo>
                <a:lnTo>
                  <a:pt x="2333" y="2943"/>
                </a:lnTo>
                <a:lnTo>
                  <a:pt x="2312" y="2967"/>
                </a:lnTo>
                <a:lnTo>
                  <a:pt x="2291" y="2989"/>
                </a:lnTo>
                <a:lnTo>
                  <a:pt x="2269" y="3011"/>
                </a:lnTo>
                <a:lnTo>
                  <a:pt x="2247" y="3032"/>
                </a:lnTo>
                <a:lnTo>
                  <a:pt x="2224" y="3054"/>
                </a:lnTo>
                <a:lnTo>
                  <a:pt x="2203" y="3074"/>
                </a:lnTo>
                <a:lnTo>
                  <a:pt x="2183" y="3093"/>
                </a:lnTo>
                <a:lnTo>
                  <a:pt x="2160" y="3113"/>
                </a:lnTo>
                <a:lnTo>
                  <a:pt x="2131" y="3129"/>
                </a:lnTo>
                <a:lnTo>
                  <a:pt x="2100" y="3142"/>
                </a:lnTo>
                <a:lnTo>
                  <a:pt x="2064" y="3151"/>
                </a:lnTo>
                <a:lnTo>
                  <a:pt x="2024" y="3157"/>
                </a:lnTo>
                <a:lnTo>
                  <a:pt x="1980" y="3159"/>
                </a:lnTo>
                <a:lnTo>
                  <a:pt x="1933" y="3158"/>
                </a:lnTo>
                <a:lnTo>
                  <a:pt x="1883" y="3153"/>
                </a:lnTo>
                <a:lnTo>
                  <a:pt x="1830" y="3144"/>
                </a:lnTo>
                <a:lnTo>
                  <a:pt x="1773" y="3131"/>
                </a:lnTo>
                <a:lnTo>
                  <a:pt x="1714" y="3115"/>
                </a:lnTo>
                <a:lnTo>
                  <a:pt x="1652" y="3094"/>
                </a:lnTo>
                <a:lnTo>
                  <a:pt x="1588" y="3071"/>
                </a:lnTo>
                <a:lnTo>
                  <a:pt x="1522" y="3042"/>
                </a:lnTo>
                <a:lnTo>
                  <a:pt x="1453" y="3011"/>
                </a:lnTo>
                <a:lnTo>
                  <a:pt x="1384" y="2974"/>
                </a:lnTo>
                <a:lnTo>
                  <a:pt x="1312" y="2934"/>
                </a:lnTo>
                <a:lnTo>
                  <a:pt x="1240" y="2889"/>
                </a:lnTo>
                <a:lnTo>
                  <a:pt x="1165" y="2841"/>
                </a:lnTo>
                <a:lnTo>
                  <a:pt x="1089" y="2788"/>
                </a:lnTo>
                <a:lnTo>
                  <a:pt x="1014" y="2729"/>
                </a:lnTo>
                <a:lnTo>
                  <a:pt x="937" y="2668"/>
                </a:lnTo>
                <a:lnTo>
                  <a:pt x="859" y="2602"/>
                </a:lnTo>
                <a:lnTo>
                  <a:pt x="781" y="2531"/>
                </a:lnTo>
                <a:lnTo>
                  <a:pt x="704" y="2455"/>
                </a:lnTo>
                <a:lnTo>
                  <a:pt x="629" y="2378"/>
                </a:lnTo>
                <a:lnTo>
                  <a:pt x="557" y="2300"/>
                </a:lnTo>
                <a:lnTo>
                  <a:pt x="491" y="2222"/>
                </a:lnTo>
                <a:lnTo>
                  <a:pt x="430" y="2145"/>
                </a:lnTo>
                <a:lnTo>
                  <a:pt x="372" y="2070"/>
                </a:lnTo>
                <a:lnTo>
                  <a:pt x="319" y="1994"/>
                </a:lnTo>
                <a:lnTo>
                  <a:pt x="270" y="1921"/>
                </a:lnTo>
                <a:lnTo>
                  <a:pt x="225" y="1847"/>
                </a:lnTo>
                <a:lnTo>
                  <a:pt x="185" y="1775"/>
                </a:lnTo>
                <a:lnTo>
                  <a:pt x="148" y="1706"/>
                </a:lnTo>
                <a:lnTo>
                  <a:pt x="117" y="1637"/>
                </a:lnTo>
                <a:lnTo>
                  <a:pt x="89" y="1571"/>
                </a:lnTo>
                <a:lnTo>
                  <a:pt x="64" y="1507"/>
                </a:lnTo>
                <a:lnTo>
                  <a:pt x="44" y="1446"/>
                </a:lnTo>
                <a:lnTo>
                  <a:pt x="28" y="1387"/>
                </a:lnTo>
                <a:lnTo>
                  <a:pt x="15" y="1330"/>
                </a:lnTo>
                <a:lnTo>
                  <a:pt x="6" y="1276"/>
                </a:lnTo>
                <a:lnTo>
                  <a:pt x="1" y="1226"/>
                </a:lnTo>
                <a:lnTo>
                  <a:pt x="0" y="1179"/>
                </a:lnTo>
                <a:lnTo>
                  <a:pt x="2" y="1135"/>
                </a:lnTo>
                <a:lnTo>
                  <a:pt x="8" y="1095"/>
                </a:lnTo>
                <a:lnTo>
                  <a:pt x="17" y="1059"/>
                </a:lnTo>
                <a:lnTo>
                  <a:pt x="30" y="1028"/>
                </a:lnTo>
                <a:lnTo>
                  <a:pt x="46" y="1000"/>
                </a:lnTo>
                <a:lnTo>
                  <a:pt x="65" y="977"/>
                </a:lnTo>
                <a:lnTo>
                  <a:pt x="86" y="956"/>
                </a:lnTo>
                <a:lnTo>
                  <a:pt x="106" y="935"/>
                </a:lnTo>
                <a:lnTo>
                  <a:pt x="127" y="912"/>
                </a:lnTo>
                <a:lnTo>
                  <a:pt x="148" y="891"/>
                </a:lnTo>
                <a:lnTo>
                  <a:pt x="171" y="868"/>
                </a:lnTo>
                <a:lnTo>
                  <a:pt x="192" y="847"/>
                </a:lnTo>
                <a:lnTo>
                  <a:pt x="216" y="826"/>
                </a:lnTo>
                <a:lnTo>
                  <a:pt x="239" y="807"/>
                </a:lnTo>
                <a:lnTo>
                  <a:pt x="263" y="789"/>
                </a:lnTo>
                <a:lnTo>
                  <a:pt x="288" y="773"/>
                </a:lnTo>
                <a:lnTo>
                  <a:pt x="314" y="759"/>
                </a:lnTo>
                <a:lnTo>
                  <a:pt x="340" y="749"/>
                </a:lnTo>
                <a:lnTo>
                  <a:pt x="367" y="740"/>
                </a:lnTo>
                <a:lnTo>
                  <a:pt x="395" y="735"/>
                </a:lnTo>
                <a:lnTo>
                  <a:pt x="422" y="734"/>
                </a:lnTo>
                <a:close/>
                <a:moveTo>
                  <a:pt x="1872" y="0"/>
                </a:moveTo>
                <a:lnTo>
                  <a:pt x="1970" y="4"/>
                </a:lnTo>
                <a:lnTo>
                  <a:pt x="2067" y="13"/>
                </a:lnTo>
                <a:lnTo>
                  <a:pt x="2162" y="29"/>
                </a:lnTo>
                <a:lnTo>
                  <a:pt x="2255" y="50"/>
                </a:lnTo>
                <a:lnTo>
                  <a:pt x="2346" y="77"/>
                </a:lnTo>
                <a:lnTo>
                  <a:pt x="2434" y="110"/>
                </a:lnTo>
                <a:lnTo>
                  <a:pt x="2520" y="147"/>
                </a:lnTo>
                <a:lnTo>
                  <a:pt x="2603" y="190"/>
                </a:lnTo>
                <a:lnTo>
                  <a:pt x="2683" y="238"/>
                </a:lnTo>
                <a:lnTo>
                  <a:pt x="2758" y="291"/>
                </a:lnTo>
                <a:lnTo>
                  <a:pt x="2832" y="348"/>
                </a:lnTo>
                <a:lnTo>
                  <a:pt x="2900" y="409"/>
                </a:lnTo>
                <a:lnTo>
                  <a:pt x="2966" y="475"/>
                </a:lnTo>
                <a:lnTo>
                  <a:pt x="3027" y="544"/>
                </a:lnTo>
                <a:lnTo>
                  <a:pt x="3085" y="617"/>
                </a:lnTo>
                <a:lnTo>
                  <a:pt x="3137" y="693"/>
                </a:lnTo>
                <a:lnTo>
                  <a:pt x="3185" y="773"/>
                </a:lnTo>
                <a:lnTo>
                  <a:pt x="3228" y="855"/>
                </a:lnTo>
                <a:lnTo>
                  <a:pt x="3266" y="941"/>
                </a:lnTo>
                <a:lnTo>
                  <a:pt x="3298" y="1030"/>
                </a:lnTo>
                <a:lnTo>
                  <a:pt x="3325" y="1120"/>
                </a:lnTo>
                <a:lnTo>
                  <a:pt x="3346" y="1213"/>
                </a:lnTo>
                <a:lnTo>
                  <a:pt x="3363" y="1308"/>
                </a:lnTo>
                <a:lnTo>
                  <a:pt x="3372" y="1405"/>
                </a:lnTo>
                <a:lnTo>
                  <a:pt x="3375" y="1504"/>
                </a:lnTo>
                <a:lnTo>
                  <a:pt x="3372" y="1598"/>
                </a:lnTo>
                <a:lnTo>
                  <a:pt x="3364" y="1692"/>
                </a:lnTo>
                <a:lnTo>
                  <a:pt x="3349" y="1783"/>
                </a:lnTo>
                <a:lnTo>
                  <a:pt x="3329" y="1873"/>
                </a:lnTo>
                <a:lnTo>
                  <a:pt x="3304" y="1960"/>
                </a:lnTo>
                <a:lnTo>
                  <a:pt x="3274" y="2046"/>
                </a:lnTo>
                <a:lnTo>
                  <a:pt x="3239" y="2129"/>
                </a:lnTo>
                <a:lnTo>
                  <a:pt x="3199" y="2209"/>
                </a:lnTo>
                <a:lnTo>
                  <a:pt x="3155" y="2287"/>
                </a:lnTo>
                <a:lnTo>
                  <a:pt x="3106" y="2361"/>
                </a:lnTo>
                <a:lnTo>
                  <a:pt x="3054" y="2433"/>
                </a:lnTo>
                <a:lnTo>
                  <a:pt x="2997" y="2500"/>
                </a:lnTo>
                <a:lnTo>
                  <a:pt x="2936" y="2565"/>
                </a:lnTo>
                <a:lnTo>
                  <a:pt x="2872" y="2626"/>
                </a:lnTo>
                <a:lnTo>
                  <a:pt x="2803" y="2683"/>
                </a:lnTo>
                <a:lnTo>
                  <a:pt x="2733" y="2737"/>
                </a:lnTo>
                <a:lnTo>
                  <a:pt x="2658" y="2785"/>
                </a:lnTo>
                <a:lnTo>
                  <a:pt x="2580" y="2830"/>
                </a:lnTo>
                <a:lnTo>
                  <a:pt x="2586" y="2797"/>
                </a:lnTo>
                <a:lnTo>
                  <a:pt x="2590" y="2763"/>
                </a:lnTo>
                <a:lnTo>
                  <a:pt x="2591" y="2728"/>
                </a:lnTo>
                <a:lnTo>
                  <a:pt x="2585" y="2680"/>
                </a:lnTo>
                <a:lnTo>
                  <a:pt x="2574" y="2633"/>
                </a:lnTo>
                <a:lnTo>
                  <a:pt x="2557" y="2587"/>
                </a:lnTo>
                <a:lnTo>
                  <a:pt x="2623" y="2541"/>
                </a:lnTo>
                <a:lnTo>
                  <a:pt x="2687" y="2492"/>
                </a:lnTo>
                <a:lnTo>
                  <a:pt x="2747" y="2440"/>
                </a:lnTo>
                <a:lnTo>
                  <a:pt x="2803" y="2383"/>
                </a:lnTo>
                <a:lnTo>
                  <a:pt x="2856" y="2323"/>
                </a:lnTo>
                <a:lnTo>
                  <a:pt x="2907" y="2260"/>
                </a:lnTo>
                <a:lnTo>
                  <a:pt x="2952" y="2194"/>
                </a:lnTo>
                <a:lnTo>
                  <a:pt x="2994" y="2124"/>
                </a:lnTo>
                <a:lnTo>
                  <a:pt x="3030" y="2052"/>
                </a:lnTo>
                <a:lnTo>
                  <a:pt x="3063" y="1978"/>
                </a:lnTo>
                <a:lnTo>
                  <a:pt x="3091" y="1901"/>
                </a:lnTo>
                <a:lnTo>
                  <a:pt x="3114" y="1822"/>
                </a:lnTo>
                <a:lnTo>
                  <a:pt x="3132" y="1742"/>
                </a:lnTo>
                <a:lnTo>
                  <a:pt x="3145" y="1659"/>
                </a:lnTo>
                <a:lnTo>
                  <a:pt x="2883" y="1504"/>
                </a:lnTo>
                <a:lnTo>
                  <a:pt x="3145" y="1350"/>
                </a:lnTo>
                <a:lnTo>
                  <a:pt x="3132" y="1263"/>
                </a:lnTo>
                <a:lnTo>
                  <a:pt x="3112" y="1178"/>
                </a:lnTo>
                <a:lnTo>
                  <a:pt x="3088" y="1096"/>
                </a:lnTo>
                <a:lnTo>
                  <a:pt x="3057" y="1016"/>
                </a:lnTo>
                <a:lnTo>
                  <a:pt x="3022" y="939"/>
                </a:lnTo>
                <a:lnTo>
                  <a:pt x="2982" y="864"/>
                </a:lnTo>
                <a:lnTo>
                  <a:pt x="2937" y="793"/>
                </a:lnTo>
                <a:lnTo>
                  <a:pt x="2888" y="724"/>
                </a:lnTo>
                <a:lnTo>
                  <a:pt x="2835" y="659"/>
                </a:lnTo>
                <a:lnTo>
                  <a:pt x="2778" y="597"/>
                </a:lnTo>
                <a:lnTo>
                  <a:pt x="2716" y="540"/>
                </a:lnTo>
                <a:lnTo>
                  <a:pt x="2652" y="487"/>
                </a:lnTo>
                <a:lnTo>
                  <a:pt x="2583" y="438"/>
                </a:lnTo>
                <a:lnTo>
                  <a:pt x="2512" y="393"/>
                </a:lnTo>
                <a:lnTo>
                  <a:pt x="2437" y="353"/>
                </a:lnTo>
                <a:lnTo>
                  <a:pt x="2359" y="318"/>
                </a:lnTo>
                <a:lnTo>
                  <a:pt x="2280" y="288"/>
                </a:lnTo>
                <a:lnTo>
                  <a:pt x="2197" y="264"/>
                </a:lnTo>
                <a:lnTo>
                  <a:pt x="2112" y="244"/>
                </a:lnTo>
                <a:lnTo>
                  <a:pt x="2025" y="231"/>
                </a:lnTo>
                <a:lnTo>
                  <a:pt x="1872" y="492"/>
                </a:lnTo>
                <a:lnTo>
                  <a:pt x="1717" y="231"/>
                </a:lnTo>
                <a:lnTo>
                  <a:pt x="1630" y="244"/>
                </a:lnTo>
                <a:lnTo>
                  <a:pt x="1545" y="264"/>
                </a:lnTo>
                <a:lnTo>
                  <a:pt x="1463" y="288"/>
                </a:lnTo>
                <a:lnTo>
                  <a:pt x="1383" y="318"/>
                </a:lnTo>
                <a:lnTo>
                  <a:pt x="1305" y="354"/>
                </a:lnTo>
                <a:lnTo>
                  <a:pt x="1230" y="394"/>
                </a:lnTo>
                <a:lnTo>
                  <a:pt x="1159" y="439"/>
                </a:lnTo>
                <a:lnTo>
                  <a:pt x="1091" y="488"/>
                </a:lnTo>
                <a:lnTo>
                  <a:pt x="1026" y="541"/>
                </a:lnTo>
                <a:lnTo>
                  <a:pt x="964" y="598"/>
                </a:lnTo>
                <a:lnTo>
                  <a:pt x="907" y="660"/>
                </a:lnTo>
                <a:lnTo>
                  <a:pt x="854" y="725"/>
                </a:lnTo>
                <a:lnTo>
                  <a:pt x="805" y="794"/>
                </a:lnTo>
                <a:lnTo>
                  <a:pt x="765" y="748"/>
                </a:lnTo>
                <a:lnTo>
                  <a:pt x="724" y="707"/>
                </a:lnTo>
                <a:lnTo>
                  <a:pt x="682" y="672"/>
                </a:lnTo>
                <a:lnTo>
                  <a:pt x="640" y="641"/>
                </a:lnTo>
                <a:lnTo>
                  <a:pt x="693" y="571"/>
                </a:lnTo>
                <a:lnTo>
                  <a:pt x="751" y="503"/>
                </a:lnTo>
                <a:lnTo>
                  <a:pt x="812" y="439"/>
                </a:lnTo>
                <a:lnTo>
                  <a:pt x="876" y="378"/>
                </a:lnTo>
                <a:lnTo>
                  <a:pt x="944" y="321"/>
                </a:lnTo>
                <a:lnTo>
                  <a:pt x="1016" y="268"/>
                </a:lnTo>
                <a:lnTo>
                  <a:pt x="1090" y="220"/>
                </a:lnTo>
                <a:lnTo>
                  <a:pt x="1167" y="176"/>
                </a:lnTo>
                <a:lnTo>
                  <a:pt x="1248" y="136"/>
                </a:lnTo>
                <a:lnTo>
                  <a:pt x="1331" y="101"/>
                </a:lnTo>
                <a:lnTo>
                  <a:pt x="1415" y="71"/>
                </a:lnTo>
                <a:lnTo>
                  <a:pt x="1502" y="46"/>
                </a:lnTo>
                <a:lnTo>
                  <a:pt x="1592" y="27"/>
                </a:lnTo>
                <a:lnTo>
                  <a:pt x="1683" y="12"/>
                </a:lnTo>
                <a:lnTo>
                  <a:pt x="1776" y="3"/>
                </a:lnTo>
                <a:lnTo>
                  <a:pt x="18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5F19A-E0CF-7868-E2A6-656A9F272C60}"/>
              </a:ext>
            </a:extLst>
          </p:cNvPr>
          <p:cNvSpPr txBox="1"/>
          <p:nvPr/>
        </p:nvSpPr>
        <p:spPr>
          <a:xfrm>
            <a:off x="279069" y="219694"/>
            <a:ext cx="4269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方正姚体" panose="02010601030101010101" pitchFamily="2" charset="-122"/>
                <a:ea typeface="方正姚体" panose="02010601030101010101" pitchFamily="2" charset="-122"/>
              </a:rPr>
              <a:t>Cli</a:t>
            </a:r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接口和功能验证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——AOF</a:t>
            </a:r>
            <a:endParaRPr lang="zh-CN" altLang="en-US" sz="2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609B56F7-958B-CC1B-B730-F96E3F31EF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450"/>
          <a:stretch/>
        </p:blipFill>
        <p:spPr>
          <a:xfrm>
            <a:off x="356258" y="1229819"/>
            <a:ext cx="4662639" cy="36509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D1456800-8D3B-2196-521E-6C752C276A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188"/>
          <a:stretch/>
        </p:blipFill>
        <p:spPr>
          <a:xfrm>
            <a:off x="6391028" y="517444"/>
            <a:ext cx="4005819" cy="2585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" name="内容占位符 11">
            <a:extLst>
              <a:ext uri="{FF2B5EF4-FFF2-40B4-BE49-F238E27FC236}">
                <a16:creationId xmlns:a16="http://schemas.microsoft.com/office/drawing/2014/main" id="{E5DB4ACA-AFEA-3578-192A-CF5FBAA2EE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4360"/>
          <a:stretch/>
        </p:blipFill>
        <p:spPr>
          <a:xfrm>
            <a:off x="5634685" y="4285888"/>
            <a:ext cx="5747813" cy="1864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8379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13">
            <a:extLst>
              <a:ext uri="{FF2B5EF4-FFF2-40B4-BE49-F238E27FC236}">
                <a16:creationId xmlns:a16="http://schemas.microsoft.com/office/drawing/2014/main" id="{557A0266-60B5-4C29-A6BE-C44A3A5212AA}"/>
              </a:ext>
            </a:extLst>
          </p:cNvPr>
          <p:cNvSpPr>
            <a:spLocks noEditPoints="1"/>
          </p:cNvSpPr>
          <p:nvPr/>
        </p:nvSpPr>
        <p:spPr bwMode="auto">
          <a:xfrm>
            <a:off x="2325673" y="2096855"/>
            <a:ext cx="282041" cy="263991"/>
          </a:xfrm>
          <a:custGeom>
            <a:avLst/>
            <a:gdLst>
              <a:gd name="T0" fmla="*/ 2221 w 3375"/>
              <a:gd name="T1" fmla="*/ 1236 h 3159"/>
              <a:gd name="T2" fmla="*/ 2242 w 3375"/>
              <a:gd name="T3" fmla="*/ 1252 h 3159"/>
              <a:gd name="T4" fmla="*/ 2246 w 3375"/>
              <a:gd name="T5" fmla="*/ 1178 h 3159"/>
              <a:gd name="T6" fmla="*/ 2443 w 3375"/>
              <a:gd name="T7" fmla="*/ 1830 h 3159"/>
              <a:gd name="T8" fmla="*/ 1518 w 3375"/>
              <a:gd name="T9" fmla="*/ 982 h 3159"/>
              <a:gd name="T10" fmla="*/ 1704 w 3375"/>
              <a:gd name="T11" fmla="*/ 1062 h 3159"/>
              <a:gd name="T12" fmla="*/ 1771 w 3375"/>
              <a:gd name="T13" fmla="*/ 1272 h 3159"/>
              <a:gd name="T14" fmla="*/ 1664 w 3375"/>
              <a:gd name="T15" fmla="*/ 1457 h 3159"/>
              <a:gd name="T16" fmla="*/ 1501 w 3375"/>
              <a:gd name="T17" fmla="*/ 1570 h 3159"/>
              <a:gd name="T18" fmla="*/ 1787 w 3375"/>
              <a:gd name="T19" fmla="*/ 1655 h 3159"/>
              <a:gd name="T20" fmla="*/ 1208 w 3375"/>
              <a:gd name="T21" fmla="*/ 1662 h 3159"/>
              <a:gd name="T22" fmla="*/ 1331 w 3375"/>
              <a:gd name="T23" fmla="*/ 1466 h 3159"/>
              <a:gd name="T24" fmla="*/ 1494 w 3375"/>
              <a:gd name="T25" fmla="*/ 1347 h 3159"/>
              <a:gd name="T26" fmla="*/ 1558 w 3375"/>
              <a:gd name="T27" fmla="*/ 1236 h 3159"/>
              <a:gd name="T28" fmla="*/ 1470 w 3375"/>
              <a:gd name="T29" fmla="*/ 1173 h 3159"/>
              <a:gd name="T30" fmla="*/ 1358 w 3375"/>
              <a:gd name="T31" fmla="*/ 1243 h 3159"/>
              <a:gd name="T32" fmla="*/ 1203 w 3375"/>
              <a:gd name="T33" fmla="*/ 1144 h 3159"/>
              <a:gd name="T34" fmla="*/ 1300 w 3375"/>
              <a:gd name="T35" fmla="*/ 1038 h 3159"/>
              <a:gd name="T36" fmla="*/ 422 w 3375"/>
              <a:gd name="T37" fmla="*/ 734 h 3159"/>
              <a:gd name="T38" fmla="*/ 646 w 3375"/>
              <a:gd name="T39" fmla="*/ 863 h 3159"/>
              <a:gd name="T40" fmla="*/ 822 w 3375"/>
              <a:gd name="T41" fmla="*/ 1130 h 3159"/>
              <a:gd name="T42" fmla="*/ 827 w 3375"/>
              <a:gd name="T43" fmla="*/ 1309 h 3159"/>
              <a:gd name="T44" fmla="*/ 726 w 3375"/>
              <a:gd name="T45" fmla="*/ 1446 h 3159"/>
              <a:gd name="T46" fmla="*/ 639 w 3375"/>
              <a:gd name="T47" fmla="*/ 1590 h 3159"/>
              <a:gd name="T48" fmla="*/ 738 w 3375"/>
              <a:gd name="T49" fmla="*/ 1805 h 3159"/>
              <a:gd name="T50" fmla="*/ 955 w 3375"/>
              <a:gd name="T51" fmla="*/ 2061 h 3159"/>
              <a:gd name="T52" fmla="*/ 1210 w 3375"/>
              <a:gd name="T53" fmla="*/ 2306 h 3159"/>
              <a:gd name="T54" fmla="*/ 1454 w 3375"/>
              <a:gd name="T55" fmla="*/ 2483 h 3159"/>
              <a:gd name="T56" fmla="*/ 1636 w 3375"/>
              <a:gd name="T57" fmla="*/ 2506 h 3159"/>
              <a:gd name="T58" fmla="*/ 1770 w 3375"/>
              <a:gd name="T59" fmla="*/ 2381 h 3159"/>
              <a:gd name="T60" fmla="*/ 1919 w 3375"/>
              <a:gd name="T61" fmla="*/ 2316 h 3159"/>
              <a:gd name="T62" fmla="*/ 2131 w 3375"/>
              <a:gd name="T63" fmla="*/ 2388 h 3159"/>
              <a:gd name="T64" fmla="*/ 2384 w 3375"/>
              <a:gd name="T65" fmla="*/ 2614 h 3159"/>
              <a:gd name="T66" fmla="*/ 2412 w 3375"/>
              <a:gd name="T67" fmla="*/ 2819 h 3159"/>
              <a:gd name="T68" fmla="*/ 2291 w 3375"/>
              <a:gd name="T69" fmla="*/ 2989 h 3159"/>
              <a:gd name="T70" fmla="*/ 2131 w 3375"/>
              <a:gd name="T71" fmla="*/ 3129 h 3159"/>
              <a:gd name="T72" fmla="*/ 1830 w 3375"/>
              <a:gd name="T73" fmla="*/ 3144 h 3159"/>
              <a:gd name="T74" fmla="*/ 1384 w 3375"/>
              <a:gd name="T75" fmla="*/ 2974 h 3159"/>
              <a:gd name="T76" fmla="*/ 859 w 3375"/>
              <a:gd name="T77" fmla="*/ 2602 h 3159"/>
              <a:gd name="T78" fmla="*/ 372 w 3375"/>
              <a:gd name="T79" fmla="*/ 2070 h 3159"/>
              <a:gd name="T80" fmla="*/ 89 w 3375"/>
              <a:gd name="T81" fmla="*/ 1571 h 3159"/>
              <a:gd name="T82" fmla="*/ 0 w 3375"/>
              <a:gd name="T83" fmla="*/ 1179 h 3159"/>
              <a:gd name="T84" fmla="*/ 86 w 3375"/>
              <a:gd name="T85" fmla="*/ 956 h 3159"/>
              <a:gd name="T86" fmla="*/ 239 w 3375"/>
              <a:gd name="T87" fmla="*/ 807 h 3159"/>
              <a:gd name="T88" fmla="*/ 422 w 3375"/>
              <a:gd name="T89" fmla="*/ 734 h 3159"/>
              <a:gd name="T90" fmla="*/ 2434 w 3375"/>
              <a:gd name="T91" fmla="*/ 110 h 3159"/>
              <a:gd name="T92" fmla="*/ 2966 w 3375"/>
              <a:gd name="T93" fmla="*/ 475 h 3159"/>
              <a:gd name="T94" fmla="*/ 3298 w 3375"/>
              <a:gd name="T95" fmla="*/ 1030 h 3159"/>
              <a:gd name="T96" fmla="*/ 3364 w 3375"/>
              <a:gd name="T97" fmla="*/ 1692 h 3159"/>
              <a:gd name="T98" fmla="*/ 3155 w 3375"/>
              <a:gd name="T99" fmla="*/ 2287 h 3159"/>
              <a:gd name="T100" fmla="*/ 2733 w 3375"/>
              <a:gd name="T101" fmla="*/ 2737 h 3159"/>
              <a:gd name="T102" fmla="*/ 2574 w 3375"/>
              <a:gd name="T103" fmla="*/ 2633 h 3159"/>
              <a:gd name="T104" fmla="*/ 2907 w 3375"/>
              <a:gd name="T105" fmla="*/ 2260 h 3159"/>
              <a:gd name="T106" fmla="*/ 3132 w 3375"/>
              <a:gd name="T107" fmla="*/ 1742 h 3159"/>
              <a:gd name="T108" fmla="*/ 3057 w 3375"/>
              <a:gd name="T109" fmla="*/ 1016 h 3159"/>
              <a:gd name="T110" fmla="*/ 2716 w 3375"/>
              <a:gd name="T111" fmla="*/ 540 h 3159"/>
              <a:gd name="T112" fmla="*/ 2197 w 3375"/>
              <a:gd name="T113" fmla="*/ 264 h 3159"/>
              <a:gd name="T114" fmla="*/ 1463 w 3375"/>
              <a:gd name="T115" fmla="*/ 288 h 3159"/>
              <a:gd name="T116" fmla="*/ 964 w 3375"/>
              <a:gd name="T117" fmla="*/ 598 h 3159"/>
              <a:gd name="T118" fmla="*/ 640 w 3375"/>
              <a:gd name="T119" fmla="*/ 641 h 3159"/>
              <a:gd name="T120" fmla="*/ 1090 w 3375"/>
              <a:gd name="T121" fmla="*/ 220 h 3159"/>
              <a:gd name="T122" fmla="*/ 1683 w 3375"/>
              <a:gd name="T123" fmla="*/ 12 h 3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75" h="3159">
                <a:moveTo>
                  <a:pt x="2246" y="1178"/>
                </a:moveTo>
                <a:lnTo>
                  <a:pt x="2246" y="1180"/>
                </a:lnTo>
                <a:lnTo>
                  <a:pt x="2243" y="1186"/>
                </a:lnTo>
                <a:lnTo>
                  <a:pt x="2240" y="1197"/>
                </a:lnTo>
                <a:lnTo>
                  <a:pt x="2235" y="1208"/>
                </a:lnTo>
                <a:lnTo>
                  <a:pt x="2229" y="1222"/>
                </a:lnTo>
                <a:lnTo>
                  <a:pt x="2221" y="1236"/>
                </a:lnTo>
                <a:lnTo>
                  <a:pt x="2214" y="1251"/>
                </a:lnTo>
                <a:lnTo>
                  <a:pt x="2206" y="1264"/>
                </a:lnTo>
                <a:lnTo>
                  <a:pt x="2079" y="1456"/>
                </a:lnTo>
                <a:lnTo>
                  <a:pt x="2079" y="1458"/>
                </a:lnTo>
                <a:lnTo>
                  <a:pt x="2242" y="1458"/>
                </a:lnTo>
                <a:lnTo>
                  <a:pt x="2242" y="1271"/>
                </a:lnTo>
                <a:lnTo>
                  <a:pt x="2242" y="1252"/>
                </a:lnTo>
                <a:lnTo>
                  <a:pt x="2243" y="1233"/>
                </a:lnTo>
                <a:lnTo>
                  <a:pt x="2245" y="1216"/>
                </a:lnTo>
                <a:lnTo>
                  <a:pt x="2246" y="1201"/>
                </a:lnTo>
                <a:lnTo>
                  <a:pt x="2247" y="1188"/>
                </a:lnTo>
                <a:lnTo>
                  <a:pt x="2248" y="1181"/>
                </a:lnTo>
                <a:lnTo>
                  <a:pt x="2249" y="1178"/>
                </a:lnTo>
                <a:lnTo>
                  <a:pt x="2246" y="1178"/>
                </a:lnTo>
                <a:close/>
                <a:moveTo>
                  <a:pt x="2194" y="995"/>
                </a:moveTo>
                <a:lnTo>
                  <a:pt x="2443" y="995"/>
                </a:lnTo>
                <a:lnTo>
                  <a:pt x="2443" y="1458"/>
                </a:lnTo>
                <a:lnTo>
                  <a:pt x="2543" y="1458"/>
                </a:lnTo>
                <a:lnTo>
                  <a:pt x="2543" y="1627"/>
                </a:lnTo>
                <a:lnTo>
                  <a:pt x="2443" y="1627"/>
                </a:lnTo>
                <a:lnTo>
                  <a:pt x="2443" y="1830"/>
                </a:lnTo>
                <a:lnTo>
                  <a:pt x="2242" y="1830"/>
                </a:lnTo>
                <a:lnTo>
                  <a:pt x="2242" y="1627"/>
                </a:lnTo>
                <a:lnTo>
                  <a:pt x="1872" y="1627"/>
                </a:lnTo>
                <a:lnTo>
                  <a:pt x="1872" y="1503"/>
                </a:lnTo>
                <a:lnTo>
                  <a:pt x="2194" y="995"/>
                </a:lnTo>
                <a:close/>
                <a:moveTo>
                  <a:pt x="1489" y="981"/>
                </a:moveTo>
                <a:lnTo>
                  <a:pt x="1518" y="982"/>
                </a:lnTo>
                <a:lnTo>
                  <a:pt x="1547" y="986"/>
                </a:lnTo>
                <a:lnTo>
                  <a:pt x="1576" y="992"/>
                </a:lnTo>
                <a:lnTo>
                  <a:pt x="1605" y="1000"/>
                </a:lnTo>
                <a:lnTo>
                  <a:pt x="1632" y="1011"/>
                </a:lnTo>
                <a:lnTo>
                  <a:pt x="1658" y="1026"/>
                </a:lnTo>
                <a:lnTo>
                  <a:pt x="1682" y="1042"/>
                </a:lnTo>
                <a:lnTo>
                  <a:pt x="1704" y="1062"/>
                </a:lnTo>
                <a:lnTo>
                  <a:pt x="1724" y="1083"/>
                </a:lnTo>
                <a:lnTo>
                  <a:pt x="1741" y="1109"/>
                </a:lnTo>
                <a:lnTo>
                  <a:pt x="1755" y="1136"/>
                </a:lnTo>
                <a:lnTo>
                  <a:pt x="1765" y="1167"/>
                </a:lnTo>
                <a:lnTo>
                  <a:pt x="1771" y="1200"/>
                </a:lnTo>
                <a:lnTo>
                  <a:pt x="1773" y="1236"/>
                </a:lnTo>
                <a:lnTo>
                  <a:pt x="1771" y="1272"/>
                </a:lnTo>
                <a:lnTo>
                  <a:pt x="1765" y="1305"/>
                </a:lnTo>
                <a:lnTo>
                  <a:pt x="1755" y="1336"/>
                </a:lnTo>
                <a:lnTo>
                  <a:pt x="1742" y="1364"/>
                </a:lnTo>
                <a:lnTo>
                  <a:pt x="1725" y="1390"/>
                </a:lnTo>
                <a:lnTo>
                  <a:pt x="1707" y="1414"/>
                </a:lnTo>
                <a:lnTo>
                  <a:pt x="1686" y="1437"/>
                </a:lnTo>
                <a:lnTo>
                  <a:pt x="1664" y="1457"/>
                </a:lnTo>
                <a:lnTo>
                  <a:pt x="1640" y="1477"/>
                </a:lnTo>
                <a:lnTo>
                  <a:pt x="1617" y="1494"/>
                </a:lnTo>
                <a:lnTo>
                  <a:pt x="1592" y="1510"/>
                </a:lnTo>
                <a:lnTo>
                  <a:pt x="1569" y="1527"/>
                </a:lnTo>
                <a:lnTo>
                  <a:pt x="1545" y="1542"/>
                </a:lnTo>
                <a:lnTo>
                  <a:pt x="1523" y="1556"/>
                </a:lnTo>
                <a:lnTo>
                  <a:pt x="1501" y="1570"/>
                </a:lnTo>
                <a:lnTo>
                  <a:pt x="1483" y="1584"/>
                </a:lnTo>
                <a:lnTo>
                  <a:pt x="1466" y="1597"/>
                </a:lnTo>
                <a:lnTo>
                  <a:pt x="1452" y="1611"/>
                </a:lnTo>
                <a:lnTo>
                  <a:pt x="1441" y="1625"/>
                </a:lnTo>
                <a:lnTo>
                  <a:pt x="1435" y="1639"/>
                </a:lnTo>
                <a:lnTo>
                  <a:pt x="1432" y="1655"/>
                </a:lnTo>
                <a:lnTo>
                  <a:pt x="1787" y="1655"/>
                </a:lnTo>
                <a:lnTo>
                  <a:pt x="1787" y="1830"/>
                </a:lnTo>
                <a:lnTo>
                  <a:pt x="1209" y="1830"/>
                </a:lnTo>
                <a:lnTo>
                  <a:pt x="1204" y="1798"/>
                </a:lnTo>
                <a:lnTo>
                  <a:pt x="1201" y="1768"/>
                </a:lnTo>
                <a:lnTo>
                  <a:pt x="1199" y="1740"/>
                </a:lnTo>
                <a:lnTo>
                  <a:pt x="1202" y="1699"/>
                </a:lnTo>
                <a:lnTo>
                  <a:pt x="1208" y="1662"/>
                </a:lnTo>
                <a:lnTo>
                  <a:pt x="1217" y="1627"/>
                </a:lnTo>
                <a:lnTo>
                  <a:pt x="1230" y="1594"/>
                </a:lnTo>
                <a:lnTo>
                  <a:pt x="1247" y="1565"/>
                </a:lnTo>
                <a:lnTo>
                  <a:pt x="1265" y="1537"/>
                </a:lnTo>
                <a:lnTo>
                  <a:pt x="1286" y="1513"/>
                </a:lnTo>
                <a:lnTo>
                  <a:pt x="1307" y="1489"/>
                </a:lnTo>
                <a:lnTo>
                  <a:pt x="1331" y="1466"/>
                </a:lnTo>
                <a:lnTo>
                  <a:pt x="1355" y="1446"/>
                </a:lnTo>
                <a:lnTo>
                  <a:pt x="1380" y="1428"/>
                </a:lnTo>
                <a:lnTo>
                  <a:pt x="1404" y="1409"/>
                </a:lnTo>
                <a:lnTo>
                  <a:pt x="1428" y="1393"/>
                </a:lnTo>
                <a:lnTo>
                  <a:pt x="1451" y="1377"/>
                </a:lnTo>
                <a:lnTo>
                  <a:pt x="1474" y="1361"/>
                </a:lnTo>
                <a:lnTo>
                  <a:pt x="1494" y="1347"/>
                </a:lnTo>
                <a:lnTo>
                  <a:pt x="1513" y="1332"/>
                </a:lnTo>
                <a:lnTo>
                  <a:pt x="1528" y="1317"/>
                </a:lnTo>
                <a:lnTo>
                  <a:pt x="1541" y="1303"/>
                </a:lnTo>
                <a:lnTo>
                  <a:pt x="1551" y="1288"/>
                </a:lnTo>
                <a:lnTo>
                  <a:pt x="1558" y="1272"/>
                </a:lnTo>
                <a:lnTo>
                  <a:pt x="1560" y="1256"/>
                </a:lnTo>
                <a:lnTo>
                  <a:pt x="1558" y="1236"/>
                </a:lnTo>
                <a:lnTo>
                  <a:pt x="1551" y="1219"/>
                </a:lnTo>
                <a:lnTo>
                  <a:pt x="1542" y="1205"/>
                </a:lnTo>
                <a:lnTo>
                  <a:pt x="1531" y="1192"/>
                </a:lnTo>
                <a:lnTo>
                  <a:pt x="1518" y="1184"/>
                </a:lnTo>
                <a:lnTo>
                  <a:pt x="1502" y="1178"/>
                </a:lnTo>
                <a:lnTo>
                  <a:pt x="1486" y="1175"/>
                </a:lnTo>
                <a:lnTo>
                  <a:pt x="1470" y="1173"/>
                </a:lnTo>
                <a:lnTo>
                  <a:pt x="1447" y="1176"/>
                </a:lnTo>
                <a:lnTo>
                  <a:pt x="1427" y="1182"/>
                </a:lnTo>
                <a:lnTo>
                  <a:pt x="1408" y="1192"/>
                </a:lnTo>
                <a:lnTo>
                  <a:pt x="1392" y="1205"/>
                </a:lnTo>
                <a:lnTo>
                  <a:pt x="1379" y="1218"/>
                </a:lnTo>
                <a:lnTo>
                  <a:pt x="1366" y="1231"/>
                </a:lnTo>
                <a:lnTo>
                  <a:pt x="1358" y="1243"/>
                </a:lnTo>
                <a:lnTo>
                  <a:pt x="1351" y="1253"/>
                </a:lnTo>
                <a:lnTo>
                  <a:pt x="1348" y="1260"/>
                </a:lnTo>
                <a:lnTo>
                  <a:pt x="1346" y="1262"/>
                </a:lnTo>
                <a:lnTo>
                  <a:pt x="1195" y="1161"/>
                </a:lnTo>
                <a:lnTo>
                  <a:pt x="1196" y="1159"/>
                </a:lnTo>
                <a:lnTo>
                  <a:pt x="1199" y="1153"/>
                </a:lnTo>
                <a:lnTo>
                  <a:pt x="1203" y="1144"/>
                </a:lnTo>
                <a:lnTo>
                  <a:pt x="1210" y="1132"/>
                </a:lnTo>
                <a:lnTo>
                  <a:pt x="1219" y="1119"/>
                </a:lnTo>
                <a:lnTo>
                  <a:pt x="1230" y="1103"/>
                </a:lnTo>
                <a:lnTo>
                  <a:pt x="1244" y="1087"/>
                </a:lnTo>
                <a:lnTo>
                  <a:pt x="1260" y="1071"/>
                </a:lnTo>
                <a:lnTo>
                  <a:pt x="1278" y="1054"/>
                </a:lnTo>
                <a:lnTo>
                  <a:pt x="1300" y="1038"/>
                </a:lnTo>
                <a:lnTo>
                  <a:pt x="1324" y="1023"/>
                </a:lnTo>
                <a:lnTo>
                  <a:pt x="1351" y="1008"/>
                </a:lnTo>
                <a:lnTo>
                  <a:pt x="1381" y="997"/>
                </a:lnTo>
                <a:lnTo>
                  <a:pt x="1413" y="989"/>
                </a:lnTo>
                <a:lnTo>
                  <a:pt x="1449" y="983"/>
                </a:lnTo>
                <a:lnTo>
                  <a:pt x="1489" y="981"/>
                </a:lnTo>
                <a:close/>
                <a:moveTo>
                  <a:pt x="422" y="734"/>
                </a:moveTo>
                <a:lnTo>
                  <a:pt x="452" y="738"/>
                </a:lnTo>
                <a:lnTo>
                  <a:pt x="482" y="746"/>
                </a:lnTo>
                <a:lnTo>
                  <a:pt x="513" y="758"/>
                </a:lnTo>
                <a:lnTo>
                  <a:pt x="545" y="775"/>
                </a:lnTo>
                <a:lnTo>
                  <a:pt x="578" y="799"/>
                </a:lnTo>
                <a:lnTo>
                  <a:pt x="612" y="827"/>
                </a:lnTo>
                <a:lnTo>
                  <a:pt x="646" y="863"/>
                </a:lnTo>
                <a:lnTo>
                  <a:pt x="682" y="905"/>
                </a:lnTo>
                <a:lnTo>
                  <a:pt x="716" y="948"/>
                </a:lnTo>
                <a:lnTo>
                  <a:pt x="746" y="990"/>
                </a:lnTo>
                <a:lnTo>
                  <a:pt x="771" y="1028"/>
                </a:lnTo>
                <a:lnTo>
                  <a:pt x="792" y="1065"/>
                </a:lnTo>
                <a:lnTo>
                  <a:pt x="809" y="1098"/>
                </a:lnTo>
                <a:lnTo>
                  <a:pt x="822" y="1130"/>
                </a:lnTo>
                <a:lnTo>
                  <a:pt x="833" y="1161"/>
                </a:lnTo>
                <a:lnTo>
                  <a:pt x="839" y="1188"/>
                </a:lnTo>
                <a:lnTo>
                  <a:pt x="842" y="1215"/>
                </a:lnTo>
                <a:lnTo>
                  <a:pt x="843" y="1240"/>
                </a:lnTo>
                <a:lnTo>
                  <a:pt x="841" y="1264"/>
                </a:lnTo>
                <a:lnTo>
                  <a:pt x="836" y="1288"/>
                </a:lnTo>
                <a:lnTo>
                  <a:pt x="827" y="1309"/>
                </a:lnTo>
                <a:lnTo>
                  <a:pt x="818" y="1329"/>
                </a:lnTo>
                <a:lnTo>
                  <a:pt x="807" y="1350"/>
                </a:lnTo>
                <a:lnTo>
                  <a:pt x="794" y="1369"/>
                </a:lnTo>
                <a:lnTo>
                  <a:pt x="778" y="1389"/>
                </a:lnTo>
                <a:lnTo>
                  <a:pt x="762" y="1408"/>
                </a:lnTo>
                <a:lnTo>
                  <a:pt x="745" y="1428"/>
                </a:lnTo>
                <a:lnTo>
                  <a:pt x="726" y="1446"/>
                </a:lnTo>
                <a:lnTo>
                  <a:pt x="707" y="1465"/>
                </a:lnTo>
                <a:lnTo>
                  <a:pt x="687" y="1485"/>
                </a:lnTo>
                <a:lnTo>
                  <a:pt x="667" y="1505"/>
                </a:lnTo>
                <a:lnTo>
                  <a:pt x="653" y="1523"/>
                </a:lnTo>
                <a:lnTo>
                  <a:pt x="643" y="1543"/>
                </a:lnTo>
                <a:lnTo>
                  <a:pt x="639" y="1566"/>
                </a:lnTo>
                <a:lnTo>
                  <a:pt x="639" y="1590"/>
                </a:lnTo>
                <a:lnTo>
                  <a:pt x="643" y="1616"/>
                </a:lnTo>
                <a:lnTo>
                  <a:pt x="650" y="1644"/>
                </a:lnTo>
                <a:lnTo>
                  <a:pt x="662" y="1674"/>
                </a:lnTo>
                <a:lnTo>
                  <a:pt x="677" y="1705"/>
                </a:lnTo>
                <a:lnTo>
                  <a:pt x="694" y="1737"/>
                </a:lnTo>
                <a:lnTo>
                  <a:pt x="715" y="1770"/>
                </a:lnTo>
                <a:lnTo>
                  <a:pt x="738" y="1805"/>
                </a:lnTo>
                <a:lnTo>
                  <a:pt x="764" y="1840"/>
                </a:lnTo>
                <a:lnTo>
                  <a:pt x="793" y="1876"/>
                </a:lnTo>
                <a:lnTo>
                  <a:pt x="822" y="1912"/>
                </a:lnTo>
                <a:lnTo>
                  <a:pt x="853" y="1949"/>
                </a:lnTo>
                <a:lnTo>
                  <a:pt x="887" y="1986"/>
                </a:lnTo>
                <a:lnTo>
                  <a:pt x="920" y="2023"/>
                </a:lnTo>
                <a:lnTo>
                  <a:pt x="955" y="2061"/>
                </a:lnTo>
                <a:lnTo>
                  <a:pt x="990" y="2096"/>
                </a:lnTo>
                <a:lnTo>
                  <a:pt x="1026" y="2133"/>
                </a:lnTo>
                <a:lnTo>
                  <a:pt x="1063" y="2169"/>
                </a:lnTo>
                <a:lnTo>
                  <a:pt x="1099" y="2205"/>
                </a:lnTo>
                <a:lnTo>
                  <a:pt x="1136" y="2240"/>
                </a:lnTo>
                <a:lnTo>
                  <a:pt x="1173" y="2273"/>
                </a:lnTo>
                <a:lnTo>
                  <a:pt x="1210" y="2306"/>
                </a:lnTo>
                <a:lnTo>
                  <a:pt x="1247" y="2338"/>
                </a:lnTo>
                <a:lnTo>
                  <a:pt x="1284" y="2367"/>
                </a:lnTo>
                <a:lnTo>
                  <a:pt x="1319" y="2395"/>
                </a:lnTo>
                <a:lnTo>
                  <a:pt x="1354" y="2421"/>
                </a:lnTo>
                <a:lnTo>
                  <a:pt x="1389" y="2444"/>
                </a:lnTo>
                <a:lnTo>
                  <a:pt x="1423" y="2465"/>
                </a:lnTo>
                <a:lnTo>
                  <a:pt x="1454" y="2483"/>
                </a:lnTo>
                <a:lnTo>
                  <a:pt x="1486" y="2497"/>
                </a:lnTo>
                <a:lnTo>
                  <a:pt x="1516" y="2509"/>
                </a:lnTo>
                <a:lnTo>
                  <a:pt x="1543" y="2517"/>
                </a:lnTo>
                <a:lnTo>
                  <a:pt x="1570" y="2521"/>
                </a:lnTo>
                <a:lnTo>
                  <a:pt x="1593" y="2520"/>
                </a:lnTo>
                <a:lnTo>
                  <a:pt x="1616" y="2516"/>
                </a:lnTo>
                <a:lnTo>
                  <a:pt x="1636" y="2506"/>
                </a:lnTo>
                <a:lnTo>
                  <a:pt x="1654" y="2492"/>
                </a:lnTo>
                <a:lnTo>
                  <a:pt x="1674" y="2472"/>
                </a:lnTo>
                <a:lnTo>
                  <a:pt x="1694" y="2452"/>
                </a:lnTo>
                <a:lnTo>
                  <a:pt x="1713" y="2433"/>
                </a:lnTo>
                <a:lnTo>
                  <a:pt x="1733" y="2414"/>
                </a:lnTo>
                <a:lnTo>
                  <a:pt x="1751" y="2397"/>
                </a:lnTo>
                <a:lnTo>
                  <a:pt x="1770" y="2381"/>
                </a:lnTo>
                <a:lnTo>
                  <a:pt x="1790" y="2365"/>
                </a:lnTo>
                <a:lnTo>
                  <a:pt x="1809" y="2352"/>
                </a:lnTo>
                <a:lnTo>
                  <a:pt x="1830" y="2341"/>
                </a:lnTo>
                <a:lnTo>
                  <a:pt x="1850" y="2332"/>
                </a:lnTo>
                <a:lnTo>
                  <a:pt x="1873" y="2324"/>
                </a:lnTo>
                <a:lnTo>
                  <a:pt x="1895" y="2319"/>
                </a:lnTo>
                <a:lnTo>
                  <a:pt x="1919" y="2316"/>
                </a:lnTo>
                <a:lnTo>
                  <a:pt x="1944" y="2317"/>
                </a:lnTo>
                <a:lnTo>
                  <a:pt x="1971" y="2320"/>
                </a:lnTo>
                <a:lnTo>
                  <a:pt x="1999" y="2326"/>
                </a:lnTo>
                <a:lnTo>
                  <a:pt x="2029" y="2337"/>
                </a:lnTo>
                <a:lnTo>
                  <a:pt x="2061" y="2350"/>
                </a:lnTo>
                <a:lnTo>
                  <a:pt x="2095" y="2367"/>
                </a:lnTo>
                <a:lnTo>
                  <a:pt x="2131" y="2388"/>
                </a:lnTo>
                <a:lnTo>
                  <a:pt x="2170" y="2413"/>
                </a:lnTo>
                <a:lnTo>
                  <a:pt x="2211" y="2443"/>
                </a:lnTo>
                <a:lnTo>
                  <a:pt x="2255" y="2477"/>
                </a:lnTo>
                <a:lnTo>
                  <a:pt x="2297" y="2513"/>
                </a:lnTo>
                <a:lnTo>
                  <a:pt x="2332" y="2547"/>
                </a:lnTo>
                <a:lnTo>
                  <a:pt x="2360" y="2581"/>
                </a:lnTo>
                <a:lnTo>
                  <a:pt x="2384" y="2614"/>
                </a:lnTo>
                <a:lnTo>
                  <a:pt x="2401" y="2647"/>
                </a:lnTo>
                <a:lnTo>
                  <a:pt x="2414" y="2677"/>
                </a:lnTo>
                <a:lnTo>
                  <a:pt x="2422" y="2707"/>
                </a:lnTo>
                <a:lnTo>
                  <a:pt x="2425" y="2737"/>
                </a:lnTo>
                <a:lnTo>
                  <a:pt x="2424" y="2765"/>
                </a:lnTo>
                <a:lnTo>
                  <a:pt x="2419" y="2793"/>
                </a:lnTo>
                <a:lnTo>
                  <a:pt x="2412" y="2819"/>
                </a:lnTo>
                <a:lnTo>
                  <a:pt x="2400" y="2846"/>
                </a:lnTo>
                <a:lnTo>
                  <a:pt x="2387" y="2872"/>
                </a:lnTo>
                <a:lnTo>
                  <a:pt x="2371" y="2896"/>
                </a:lnTo>
                <a:lnTo>
                  <a:pt x="2352" y="2920"/>
                </a:lnTo>
                <a:lnTo>
                  <a:pt x="2333" y="2943"/>
                </a:lnTo>
                <a:lnTo>
                  <a:pt x="2312" y="2967"/>
                </a:lnTo>
                <a:lnTo>
                  <a:pt x="2291" y="2989"/>
                </a:lnTo>
                <a:lnTo>
                  <a:pt x="2269" y="3011"/>
                </a:lnTo>
                <a:lnTo>
                  <a:pt x="2247" y="3032"/>
                </a:lnTo>
                <a:lnTo>
                  <a:pt x="2224" y="3054"/>
                </a:lnTo>
                <a:lnTo>
                  <a:pt x="2203" y="3074"/>
                </a:lnTo>
                <a:lnTo>
                  <a:pt x="2183" y="3093"/>
                </a:lnTo>
                <a:lnTo>
                  <a:pt x="2160" y="3113"/>
                </a:lnTo>
                <a:lnTo>
                  <a:pt x="2131" y="3129"/>
                </a:lnTo>
                <a:lnTo>
                  <a:pt x="2100" y="3142"/>
                </a:lnTo>
                <a:lnTo>
                  <a:pt x="2064" y="3151"/>
                </a:lnTo>
                <a:lnTo>
                  <a:pt x="2024" y="3157"/>
                </a:lnTo>
                <a:lnTo>
                  <a:pt x="1980" y="3159"/>
                </a:lnTo>
                <a:lnTo>
                  <a:pt x="1933" y="3158"/>
                </a:lnTo>
                <a:lnTo>
                  <a:pt x="1883" y="3153"/>
                </a:lnTo>
                <a:lnTo>
                  <a:pt x="1830" y="3144"/>
                </a:lnTo>
                <a:lnTo>
                  <a:pt x="1773" y="3131"/>
                </a:lnTo>
                <a:lnTo>
                  <a:pt x="1714" y="3115"/>
                </a:lnTo>
                <a:lnTo>
                  <a:pt x="1652" y="3094"/>
                </a:lnTo>
                <a:lnTo>
                  <a:pt x="1588" y="3071"/>
                </a:lnTo>
                <a:lnTo>
                  <a:pt x="1522" y="3042"/>
                </a:lnTo>
                <a:lnTo>
                  <a:pt x="1453" y="3011"/>
                </a:lnTo>
                <a:lnTo>
                  <a:pt x="1384" y="2974"/>
                </a:lnTo>
                <a:lnTo>
                  <a:pt x="1312" y="2934"/>
                </a:lnTo>
                <a:lnTo>
                  <a:pt x="1240" y="2889"/>
                </a:lnTo>
                <a:lnTo>
                  <a:pt x="1165" y="2841"/>
                </a:lnTo>
                <a:lnTo>
                  <a:pt x="1089" y="2788"/>
                </a:lnTo>
                <a:lnTo>
                  <a:pt x="1014" y="2729"/>
                </a:lnTo>
                <a:lnTo>
                  <a:pt x="937" y="2668"/>
                </a:lnTo>
                <a:lnTo>
                  <a:pt x="859" y="2602"/>
                </a:lnTo>
                <a:lnTo>
                  <a:pt x="781" y="2531"/>
                </a:lnTo>
                <a:lnTo>
                  <a:pt x="704" y="2455"/>
                </a:lnTo>
                <a:lnTo>
                  <a:pt x="629" y="2378"/>
                </a:lnTo>
                <a:lnTo>
                  <a:pt x="557" y="2300"/>
                </a:lnTo>
                <a:lnTo>
                  <a:pt x="491" y="2222"/>
                </a:lnTo>
                <a:lnTo>
                  <a:pt x="430" y="2145"/>
                </a:lnTo>
                <a:lnTo>
                  <a:pt x="372" y="2070"/>
                </a:lnTo>
                <a:lnTo>
                  <a:pt x="319" y="1994"/>
                </a:lnTo>
                <a:lnTo>
                  <a:pt x="270" y="1921"/>
                </a:lnTo>
                <a:lnTo>
                  <a:pt x="225" y="1847"/>
                </a:lnTo>
                <a:lnTo>
                  <a:pt x="185" y="1775"/>
                </a:lnTo>
                <a:lnTo>
                  <a:pt x="148" y="1706"/>
                </a:lnTo>
                <a:lnTo>
                  <a:pt x="117" y="1637"/>
                </a:lnTo>
                <a:lnTo>
                  <a:pt x="89" y="1571"/>
                </a:lnTo>
                <a:lnTo>
                  <a:pt x="64" y="1507"/>
                </a:lnTo>
                <a:lnTo>
                  <a:pt x="44" y="1446"/>
                </a:lnTo>
                <a:lnTo>
                  <a:pt x="28" y="1387"/>
                </a:lnTo>
                <a:lnTo>
                  <a:pt x="15" y="1330"/>
                </a:lnTo>
                <a:lnTo>
                  <a:pt x="6" y="1276"/>
                </a:lnTo>
                <a:lnTo>
                  <a:pt x="1" y="1226"/>
                </a:lnTo>
                <a:lnTo>
                  <a:pt x="0" y="1179"/>
                </a:lnTo>
                <a:lnTo>
                  <a:pt x="2" y="1135"/>
                </a:lnTo>
                <a:lnTo>
                  <a:pt x="8" y="1095"/>
                </a:lnTo>
                <a:lnTo>
                  <a:pt x="17" y="1059"/>
                </a:lnTo>
                <a:lnTo>
                  <a:pt x="30" y="1028"/>
                </a:lnTo>
                <a:lnTo>
                  <a:pt x="46" y="1000"/>
                </a:lnTo>
                <a:lnTo>
                  <a:pt x="65" y="977"/>
                </a:lnTo>
                <a:lnTo>
                  <a:pt x="86" y="956"/>
                </a:lnTo>
                <a:lnTo>
                  <a:pt x="106" y="935"/>
                </a:lnTo>
                <a:lnTo>
                  <a:pt x="127" y="912"/>
                </a:lnTo>
                <a:lnTo>
                  <a:pt x="148" y="891"/>
                </a:lnTo>
                <a:lnTo>
                  <a:pt x="171" y="868"/>
                </a:lnTo>
                <a:lnTo>
                  <a:pt x="192" y="847"/>
                </a:lnTo>
                <a:lnTo>
                  <a:pt x="216" y="826"/>
                </a:lnTo>
                <a:lnTo>
                  <a:pt x="239" y="807"/>
                </a:lnTo>
                <a:lnTo>
                  <a:pt x="263" y="789"/>
                </a:lnTo>
                <a:lnTo>
                  <a:pt x="288" y="773"/>
                </a:lnTo>
                <a:lnTo>
                  <a:pt x="314" y="759"/>
                </a:lnTo>
                <a:lnTo>
                  <a:pt x="340" y="749"/>
                </a:lnTo>
                <a:lnTo>
                  <a:pt x="367" y="740"/>
                </a:lnTo>
                <a:lnTo>
                  <a:pt x="395" y="735"/>
                </a:lnTo>
                <a:lnTo>
                  <a:pt x="422" y="734"/>
                </a:lnTo>
                <a:close/>
                <a:moveTo>
                  <a:pt x="1872" y="0"/>
                </a:moveTo>
                <a:lnTo>
                  <a:pt x="1970" y="4"/>
                </a:lnTo>
                <a:lnTo>
                  <a:pt x="2067" y="13"/>
                </a:lnTo>
                <a:lnTo>
                  <a:pt x="2162" y="29"/>
                </a:lnTo>
                <a:lnTo>
                  <a:pt x="2255" y="50"/>
                </a:lnTo>
                <a:lnTo>
                  <a:pt x="2346" y="77"/>
                </a:lnTo>
                <a:lnTo>
                  <a:pt x="2434" y="110"/>
                </a:lnTo>
                <a:lnTo>
                  <a:pt x="2520" y="147"/>
                </a:lnTo>
                <a:lnTo>
                  <a:pt x="2603" y="190"/>
                </a:lnTo>
                <a:lnTo>
                  <a:pt x="2683" y="238"/>
                </a:lnTo>
                <a:lnTo>
                  <a:pt x="2758" y="291"/>
                </a:lnTo>
                <a:lnTo>
                  <a:pt x="2832" y="348"/>
                </a:lnTo>
                <a:lnTo>
                  <a:pt x="2900" y="409"/>
                </a:lnTo>
                <a:lnTo>
                  <a:pt x="2966" y="475"/>
                </a:lnTo>
                <a:lnTo>
                  <a:pt x="3027" y="544"/>
                </a:lnTo>
                <a:lnTo>
                  <a:pt x="3085" y="617"/>
                </a:lnTo>
                <a:lnTo>
                  <a:pt x="3137" y="693"/>
                </a:lnTo>
                <a:lnTo>
                  <a:pt x="3185" y="773"/>
                </a:lnTo>
                <a:lnTo>
                  <a:pt x="3228" y="855"/>
                </a:lnTo>
                <a:lnTo>
                  <a:pt x="3266" y="941"/>
                </a:lnTo>
                <a:lnTo>
                  <a:pt x="3298" y="1030"/>
                </a:lnTo>
                <a:lnTo>
                  <a:pt x="3325" y="1120"/>
                </a:lnTo>
                <a:lnTo>
                  <a:pt x="3346" y="1213"/>
                </a:lnTo>
                <a:lnTo>
                  <a:pt x="3363" y="1308"/>
                </a:lnTo>
                <a:lnTo>
                  <a:pt x="3372" y="1405"/>
                </a:lnTo>
                <a:lnTo>
                  <a:pt x="3375" y="1504"/>
                </a:lnTo>
                <a:lnTo>
                  <a:pt x="3372" y="1598"/>
                </a:lnTo>
                <a:lnTo>
                  <a:pt x="3364" y="1692"/>
                </a:lnTo>
                <a:lnTo>
                  <a:pt x="3349" y="1783"/>
                </a:lnTo>
                <a:lnTo>
                  <a:pt x="3329" y="1873"/>
                </a:lnTo>
                <a:lnTo>
                  <a:pt x="3304" y="1960"/>
                </a:lnTo>
                <a:lnTo>
                  <a:pt x="3274" y="2046"/>
                </a:lnTo>
                <a:lnTo>
                  <a:pt x="3239" y="2129"/>
                </a:lnTo>
                <a:lnTo>
                  <a:pt x="3199" y="2209"/>
                </a:lnTo>
                <a:lnTo>
                  <a:pt x="3155" y="2287"/>
                </a:lnTo>
                <a:lnTo>
                  <a:pt x="3106" y="2361"/>
                </a:lnTo>
                <a:lnTo>
                  <a:pt x="3054" y="2433"/>
                </a:lnTo>
                <a:lnTo>
                  <a:pt x="2997" y="2500"/>
                </a:lnTo>
                <a:lnTo>
                  <a:pt x="2936" y="2565"/>
                </a:lnTo>
                <a:lnTo>
                  <a:pt x="2872" y="2626"/>
                </a:lnTo>
                <a:lnTo>
                  <a:pt x="2803" y="2683"/>
                </a:lnTo>
                <a:lnTo>
                  <a:pt x="2733" y="2737"/>
                </a:lnTo>
                <a:lnTo>
                  <a:pt x="2658" y="2785"/>
                </a:lnTo>
                <a:lnTo>
                  <a:pt x="2580" y="2830"/>
                </a:lnTo>
                <a:lnTo>
                  <a:pt x="2586" y="2797"/>
                </a:lnTo>
                <a:lnTo>
                  <a:pt x="2590" y="2763"/>
                </a:lnTo>
                <a:lnTo>
                  <a:pt x="2591" y="2728"/>
                </a:lnTo>
                <a:lnTo>
                  <a:pt x="2585" y="2680"/>
                </a:lnTo>
                <a:lnTo>
                  <a:pt x="2574" y="2633"/>
                </a:lnTo>
                <a:lnTo>
                  <a:pt x="2557" y="2587"/>
                </a:lnTo>
                <a:lnTo>
                  <a:pt x="2623" y="2541"/>
                </a:lnTo>
                <a:lnTo>
                  <a:pt x="2687" y="2492"/>
                </a:lnTo>
                <a:lnTo>
                  <a:pt x="2747" y="2440"/>
                </a:lnTo>
                <a:lnTo>
                  <a:pt x="2803" y="2383"/>
                </a:lnTo>
                <a:lnTo>
                  <a:pt x="2856" y="2323"/>
                </a:lnTo>
                <a:lnTo>
                  <a:pt x="2907" y="2260"/>
                </a:lnTo>
                <a:lnTo>
                  <a:pt x="2952" y="2194"/>
                </a:lnTo>
                <a:lnTo>
                  <a:pt x="2994" y="2124"/>
                </a:lnTo>
                <a:lnTo>
                  <a:pt x="3030" y="2052"/>
                </a:lnTo>
                <a:lnTo>
                  <a:pt x="3063" y="1978"/>
                </a:lnTo>
                <a:lnTo>
                  <a:pt x="3091" y="1901"/>
                </a:lnTo>
                <a:lnTo>
                  <a:pt x="3114" y="1822"/>
                </a:lnTo>
                <a:lnTo>
                  <a:pt x="3132" y="1742"/>
                </a:lnTo>
                <a:lnTo>
                  <a:pt x="3145" y="1659"/>
                </a:lnTo>
                <a:lnTo>
                  <a:pt x="2883" y="1504"/>
                </a:lnTo>
                <a:lnTo>
                  <a:pt x="3145" y="1350"/>
                </a:lnTo>
                <a:lnTo>
                  <a:pt x="3132" y="1263"/>
                </a:lnTo>
                <a:lnTo>
                  <a:pt x="3112" y="1178"/>
                </a:lnTo>
                <a:lnTo>
                  <a:pt x="3088" y="1096"/>
                </a:lnTo>
                <a:lnTo>
                  <a:pt x="3057" y="1016"/>
                </a:lnTo>
                <a:lnTo>
                  <a:pt x="3022" y="939"/>
                </a:lnTo>
                <a:lnTo>
                  <a:pt x="2982" y="864"/>
                </a:lnTo>
                <a:lnTo>
                  <a:pt x="2937" y="793"/>
                </a:lnTo>
                <a:lnTo>
                  <a:pt x="2888" y="724"/>
                </a:lnTo>
                <a:lnTo>
                  <a:pt x="2835" y="659"/>
                </a:lnTo>
                <a:lnTo>
                  <a:pt x="2778" y="597"/>
                </a:lnTo>
                <a:lnTo>
                  <a:pt x="2716" y="540"/>
                </a:lnTo>
                <a:lnTo>
                  <a:pt x="2652" y="487"/>
                </a:lnTo>
                <a:lnTo>
                  <a:pt x="2583" y="438"/>
                </a:lnTo>
                <a:lnTo>
                  <a:pt x="2512" y="393"/>
                </a:lnTo>
                <a:lnTo>
                  <a:pt x="2437" y="353"/>
                </a:lnTo>
                <a:lnTo>
                  <a:pt x="2359" y="318"/>
                </a:lnTo>
                <a:lnTo>
                  <a:pt x="2280" y="288"/>
                </a:lnTo>
                <a:lnTo>
                  <a:pt x="2197" y="264"/>
                </a:lnTo>
                <a:lnTo>
                  <a:pt x="2112" y="244"/>
                </a:lnTo>
                <a:lnTo>
                  <a:pt x="2025" y="231"/>
                </a:lnTo>
                <a:lnTo>
                  <a:pt x="1872" y="492"/>
                </a:lnTo>
                <a:lnTo>
                  <a:pt x="1717" y="231"/>
                </a:lnTo>
                <a:lnTo>
                  <a:pt x="1630" y="244"/>
                </a:lnTo>
                <a:lnTo>
                  <a:pt x="1545" y="264"/>
                </a:lnTo>
                <a:lnTo>
                  <a:pt x="1463" y="288"/>
                </a:lnTo>
                <a:lnTo>
                  <a:pt x="1383" y="318"/>
                </a:lnTo>
                <a:lnTo>
                  <a:pt x="1305" y="354"/>
                </a:lnTo>
                <a:lnTo>
                  <a:pt x="1230" y="394"/>
                </a:lnTo>
                <a:lnTo>
                  <a:pt x="1159" y="439"/>
                </a:lnTo>
                <a:lnTo>
                  <a:pt x="1091" y="488"/>
                </a:lnTo>
                <a:lnTo>
                  <a:pt x="1026" y="541"/>
                </a:lnTo>
                <a:lnTo>
                  <a:pt x="964" y="598"/>
                </a:lnTo>
                <a:lnTo>
                  <a:pt x="907" y="660"/>
                </a:lnTo>
                <a:lnTo>
                  <a:pt x="854" y="725"/>
                </a:lnTo>
                <a:lnTo>
                  <a:pt x="805" y="794"/>
                </a:lnTo>
                <a:lnTo>
                  <a:pt x="765" y="748"/>
                </a:lnTo>
                <a:lnTo>
                  <a:pt x="724" y="707"/>
                </a:lnTo>
                <a:lnTo>
                  <a:pt x="682" y="672"/>
                </a:lnTo>
                <a:lnTo>
                  <a:pt x="640" y="641"/>
                </a:lnTo>
                <a:lnTo>
                  <a:pt x="693" y="571"/>
                </a:lnTo>
                <a:lnTo>
                  <a:pt x="751" y="503"/>
                </a:lnTo>
                <a:lnTo>
                  <a:pt x="812" y="439"/>
                </a:lnTo>
                <a:lnTo>
                  <a:pt x="876" y="378"/>
                </a:lnTo>
                <a:lnTo>
                  <a:pt x="944" y="321"/>
                </a:lnTo>
                <a:lnTo>
                  <a:pt x="1016" y="268"/>
                </a:lnTo>
                <a:lnTo>
                  <a:pt x="1090" y="220"/>
                </a:lnTo>
                <a:lnTo>
                  <a:pt x="1167" y="176"/>
                </a:lnTo>
                <a:lnTo>
                  <a:pt x="1248" y="136"/>
                </a:lnTo>
                <a:lnTo>
                  <a:pt x="1331" y="101"/>
                </a:lnTo>
                <a:lnTo>
                  <a:pt x="1415" y="71"/>
                </a:lnTo>
                <a:lnTo>
                  <a:pt x="1502" y="46"/>
                </a:lnTo>
                <a:lnTo>
                  <a:pt x="1592" y="27"/>
                </a:lnTo>
                <a:lnTo>
                  <a:pt x="1683" y="12"/>
                </a:lnTo>
                <a:lnTo>
                  <a:pt x="1776" y="3"/>
                </a:lnTo>
                <a:lnTo>
                  <a:pt x="18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5F19A-E0CF-7868-E2A6-656A9F272C60}"/>
              </a:ext>
            </a:extLst>
          </p:cNvPr>
          <p:cNvSpPr txBox="1"/>
          <p:nvPr/>
        </p:nvSpPr>
        <p:spPr>
          <a:xfrm>
            <a:off x="279069" y="219694"/>
            <a:ext cx="6053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方正姚体" panose="02010601030101010101" pitchFamily="2" charset="-122"/>
                <a:ea typeface="方正姚体" panose="02010601030101010101" pitchFamily="2" charset="-122"/>
              </a:rPr>
              <a:t>Cli</a:t>
            </a:r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接口和功能验证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——Redis</a:t>
            </a:r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主从架构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DE8288C-A5A9-80E5-0668-A5E65018A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670" y="1835036"/>
            <a:ext cx="8387194" cy="35682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49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13">
            <a:extLst>
              <a:ext uri="{FF2B5EF4-FFF2-40B4-BE49-F238E27FC236}">
                <a16:creationId xmlns:a16="http://schemas.microsoft.com/office/drawing/2014/main" id="{557A0266-60B5-4C29-A6BE-C44A3A5212AA}"/>
              </a:ext>
            </a:extLst>
          </p:cNvPr>
          <p:cNvSpPr>
            <a:spLocks noEditPoints="1"/>
          </p:cNvSpPr>
          <p:nvPr/>
        </p:nvSpPr>
        <p:spPr bwMode="auto">
          <a:xfrm>
            <a:off x="2325673" y="2096855"/>
            <a:ext cx="282041" cy="263991"/>
          </a:xfrm>
          <a:custGeom>
            <a:avLst/>
            <a:gdLst>
              <a:gd name="T0" fmla="*/ 2221 w 3375"/>
              <a:gd name="T1" fmla="*/ 1236 h 3159"/>
              <a:gd name="T2" fmla="*/ 2242 w 3375"/>
              <a:gd name="T3" fmla="*/ 1252 h 3159"/>
              <a:gd name="T4" fmla="*/ 2246 w 3375"/>
              <a:gd name="T5" fmla="*/ 1178 h 3159"/>
              <a:gd name="T6" fmla="*/ 2443 w 3375"/>
              <a:gd name="T7" fmla="*/ 1830 h 3159"/>
              <a:gd name="T8" fmla="*/ 1518 w 3375"/>
              <a:gd name="T9" fmla="*/ 982 h 3159"/>
              <a:gd name="T10" fmla="*/ 1704 w 3375"/>
              <a:gd name="T11" fmla="*/ 1062 h 3159"/>
              <a:gd name="T12" fmla="*/ 1771 w 3375"/>
              <a:gd name="T13" fmla="*/ 1272 h 3159"/>
              <a:gd name="T14" fmla="*/ 1664 w 3375"/>
              <a:gd name="T15" fmla="*/ 1457 h 3159"/>
              <a:gd name="T16" fmla="*/ 1501 w 3375"/>
              <a:gd name="T17" fmla="*/ 1570 h 3159"/>
              <a:gd name="T18" fmla="*/ 1787 w 3375"/>
              <a:gd name="T19" fmla="*/ 1655 h 3159"/>
              <a:gd name="T20" fmla="*/ 1208 w 3375"/>
              <a:gd name="T21" fmla="*/ 1662 h 3159"/>
              <a:gd name="T22" fmla="*/ 1331 w 3375"/>
              <a:gd name="T23" fmla="*/ 1466 h 3159"/>
              <a:gd name="T24" fmla="*/ 1494 w 3375"/>
              <a:gd name="T25" fmla="*/ 1347 h 3159"/>
              <a:gd name="T26" fmla="*/ 1558 w 3375"/>
              <a:gd name="T27" fmla="*/ 1236 h 3159"/>
              <a:gd name="T28" fmla="*/ 1470 w 3375"/>
              <a:gd name="T29" fmla="*/ 1173 h 3159"/>
              <a:gd name="T30" fmla="*/ 1358 w 3375"/>
              <a:gd name="T31" fmla="*/ 1243 h 3159"/>
              <a:gd name="T32" fmla="*/ 1203 w 3375"/>
              <a:gd name="T33" fmla="*/ 1144 h 3159"/>
              <a:gd name="T34" fmla="*/ 1300 w 3375"/>
              <a:gd name="T35" fmla="*/ 1038 h 3159"/>
              <a:gd name="T36" fmla="*/ 422 w 3375"/>
              <a:gd name="T37" fmla="*/ 734 h 3159"/>
              <a:gd name="T38" fmla="*/ 646 w 3375"/>
              <a:gd name="T39" fmla="*/ 863 h 3159"/>
              <a:gd name="T40" fmla="*/ 822 w 3375"/>
              <a:gd name="T41" fmla="*/ 1130 h 3159"/>
              <a:gd name="T42" fmla="*/ 827 w 3375"/>
              <a:gd name="T43" fmla="*/ 1309 h 3159"/>
              <a:gd name="T44" fmla="*/ 726 w 3375"/>
              <a:gd name="T45" fmla="*/ 1446 h 3159"/>
              <a:gd name="T46" fmla="*/ 639 w 3375"/>
              <a:gd name="T47" fmla="*/ 1590 h 3159"/>
              <a:gd name="T48" fmla="*/ 738 w 3375"/>
              <a:gd name="T49" fmla="*/ 1805 h 3159"/>
              <a:gd name="T50" fmla="*/ 955 w 3375"/>
              <a:gd name="T51" fmla="*/ 2061 h 3159"/>
              <a:gd name="T52" fmla="*/ 1210 w 3375"/>
              <a:gd name="T53" fmla="*/ 2306 h 3159"/>
              <a:gd name="T54" fmla="*/ 1454 w 3375"/>
              <a:gd name="T55" fmla="*/ 2483 h 3159"/>
              <a:gd name="T56" fmla="*/ 1636 w 3375"/>
              <a:gd name="T57" fmla="*/ 2506 h 3159"/>
              <a:gd name="T58" fmla="*/ 1770 w 3375"/>
              <a:gd name="T59" fmla="*/ 2381 h 3159"/>
              <a:gd name="T60" fmla="*/ 1919 w 3375"/>
              <a:gd name="T61" fmla="*/ 2316 h 3159"/>
              <a:gd name="T62" fmla="*/ 2131 w 3375"/>
              <a:gd name="T63" fmla="*/ 2388 h 3159"/>
              <a:gd name="T64" fmla="*/ 2384 w 3375"/>
              <a:gd name="T65" fmla="*/ 2614 h 3159"/>
              <a:gd name="T66" fmla="*/ 2412 w 3375"/>
              <a:gd name="T67" fmla="*/ 2819 h 3159"/>
              <a:gd name="T68" fmla="*/ 2291 w 3375"/>
              <a:gd name="T69" fmla="*/ 2989 h 3159"/>
              <a:gd name="T70" fmla="*/ 2131 w 3375"/>
              <a:gd name="T71" fmla="*/ 3129 h 3159"/>
              <a:gd name="T72" fmla="*/ 1830 w 3375"/>
              <a:gd name="T73" fmla="*/ 3144 h 3159"/>
              <a:gd name="T74" fmla="*/ 1384 w 3375"/>
              <a:gd name="T75" fmla="*/ 2974 h 3159"/>
              <a:gd name="T76" fmla="*/ 859 w 3375"/>
              <a:gd name="T77" fmla="*/ 2602 h 3159"/>
              <a:gd name="T78" fmla="*/ 372 w 3375"/>
              <a:gd name="T79" fmla="*/ 2070 h 3159"/>
              <a:gd name="T80" fmla="*/ 89 w 3375"/>
              <a:gd name="T81" fmla="*/ 1571 h 3159"/>
              <a:gd name="T82" fmla="*/ 0 w 3375"/>
              <a:gd name="T83" fmla="*/ 1179 h 3159"/>
              <a:gd name="T84" fmla="*/ 86 w 3375"/>
              <a:gd name="T85" fmla="*/ 956 h 3159"/>
              <a:gd name="T86" fmla="*/ 239 w 3375"/>
              <a:gd name="T87" fmla="*/ 807 h 3159"/>
              <a:gd name="T88" fmla="*/ 422 w 3375"/>
              <a:gd name="T89" fmla="*/ 734 h 3159"/>
              <a:gd name="T90" fmla="*/ 2434 w 3375"/>
              <a:gd name="T91" fmla="*/ 110 h 3159"/>
              <a:gd name="T92" fmla="*/ 2966 w 3375"/>
              <a:gd name="T93" fmla="*/ 475 h 3159"/>
              <a:gd name="T94" fmla="*/ 3298 w 3375"/>
              <a:gd name="T95" fmla="*/ 1030 h 3159"/>
              <a:gd name="T96" fmla="*/ 3364 w 3375"/>
              <a:gd name="T97" fmla="*/ 1692 h 3159"/>
              <a:gd name="T98" fmla="*/ 3155 w 3375"/>
              <a:gd name="T99" fmla="*/ 2287 h 3159"/>
              <a:gd name="T100" fmla="*/ 2733 w 3375"/>
              <a:gd name="T101" fmla="*/ 2737 h 3159"/>
              <a:gd name="T102" fmla="*/ 2574 w 3375"/>
              <a:gd name="T103" fmla="*/ 2633 h 3159"/>
              <a:gd name="T104" fmla="*/ 2907 w 3375"/>
              <a:gd name="T105" fmla="*/ 2260 h 3159"/>
              <a:gd name="T106" fmla="*/ 3132 w 3375"/>
              <a:gd name="T107" fmla="*/ 1742 h 3159"/>
              <a:gd name="T108" fmla="*/ 3057 w 3375"/>
              <a:gd name="T109" fmla="*/ 1016 h 3159"/>
              <a:gd name="T110" fmla="*/ 2716 w 3375"/>
              <a:gd name="T111" fmla="*/ 540 h 3159"/>
              <a:gd name="T112" fmla="*/ 2197 w 3375"/>
              <a:gd name="T113" fmla="*/ 264 h 3159"/>
              <a:gd name="T114" fmla="*/ 1463 w 3375"/>
              <a:gd name="T115" fmla="*/ 288 h 3159"/>
              <a:gd name="T116" fmla="*/ 964 w 3375"/>
              <a:gd name="T117" fmla="*/ 598 h 3159"/>
              <a:gd name="T118" fmla="*/ 640 w 3375"/>
              <a:gd name="T119" fmla="*/ 641 h 3159"/>
              <a:gd name="T120" fmla="*/ 1090 w 3375"/>
              <a:gd name="T121" fmla="*/ 220 h 3159"/>
              <a:gd name="T122" fmla="*/ 1683 w 3375"/>
              <a:gd name="T123" fmla="*/ 12 h 3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75" h="3159">
                <a:moveTo>
                  <a:pt x="2246" y="1178"/>
                </a:moveTo>
                <a:lnTo>
                  <a:pt x="2246" y="1180"/>
                </a:lnTo>
                <a:lnTo>
                  <a:pt x="2243" y="1186"/>
                </a:lnTo>
                <a:lnTo>
                  <a:pt x="2240" y="1197"/>
                </a:lnTo>
                <a:lnTo>
                  <a:pt x="2235" y="1208"/>
                </a:lnTo>
                <a:lnTo>
                  <a:pt x="2229" y="1222"/>
                </a:lnTo>
                <a:lnTo>
                  <a:pt x="2221" y="1236"/>
                </a:lnTo>
                <a:lnTo>
                  <a:pt x="2214" y="1251"/>
                </a:lnTo>
                <a:lnTo>
                  <a:pt x="2206" y="1264"/>
                </a:lnTo>
                <a:lnTo>
                  <a:pt x="2079" y="1456"/>
                </a:lnTo>
                <a:lnTo>
                  <a:pt x="2079" y="1458"/>
                </a:lnTo>
                <a:lnTo>
                  <a:pt x="2242" y="1458"/>
                </a:lnTo>
                <a:lnTo>
                  <a:pt x="2242" y="1271"/>
                </a:lnTo>
                <a:lnTo>
                  <a:pt x="2242" y="1252"/>
                </a:lnTo>
                <a:lnTo>
                  <a:pt x="2243" y="1233"/>
                </a:lnTo>
                <a:lnTo>
                  <a:pt x="2245" y="1216"/>
                </a:lnTo>
                <a:lnTo>
                  <a:pt x="2246" y="1201"/>
                </a:lnTo>
                <a:lnTo>
                  <a:pt x="2247" y="1188"/>
                </a:lnTo>
                <a:lnTo>
                  <a:pt x="2248" y="1181"/>
                </a:lnTo>
                <a:lnTo>
                  <a:pt x="2249" y="1178"/>
                </a:lnTo>
                <a:lnTo>
                  <a:pt x="2246" y="1178"/>
                </a:lnTo>
                <a:close/>
                <a:moveTo>
                  <a:pt x="2194" y="995"/>
                </a:moveTo>
                <a:lnTo>
                  <a:pt x="2443" y="995"/>
                </a:lnTo>
                <a:lnTo>
                  <a:pt x="2443" y="1458"/>
                </a:lnTo>
                <a:lnTo>
                  <a:pt x="2543" y="1458"/>
                </a:lnTo>
                <a:lnTo>
                  <a:pt x="2543" y="1627"/>
                </a:lnTo>
                <a:lnTo>
                  <a:pt x="2443" y="1627"/>
                </a:lnTo>
                <a:lnTo>
                  <a:pt x="2443" y="1830"/>
                </a:lnTo>
                <a:lnTo>
                  <a:pt x="2242" y="1830"/>
                </a:lnTo>
                <a:lnTo>
                  <a:pt x="2242" y="1627"/>
                </a:lnTo>
                <a:lnTo>
                  <a:pt x="1872" y="1627"/>
                </a:lnTo>
                <a:lnTo>
                  <a:pt x="1872" y="1503"/>
                </a:lnTo>
                <a:lnTo>
                  <a:pt x="2194" y="995"/>
                </a:lnTo>
                <a:close/>
                <a:moveTo>
                  <a:pt x="1489" y="981"/>
                </a:moveTo>
                <a:lnTo>
                  <a:pt x="1518" y="982"/>
                </a:lnTo>
                <a:lnTo>
                  <a:pt x="1547" y="986"/>
                </a:lnTo>
                <a:lnTo>
                  <a:pt x="1576" y="992"/>
                </a:lnTo>
                <a:lnTo>
                  <a:pt x="1605" y="1000"/>
                </a:lnTo>
                <a:lnTo>
                  <a:pt x="1632" y="1011"/>
                </a:lnTo>
                <a:lnTo>
                  <a:pt x="1658" y="1026"/>
                </a:lnTo>
                <a:lnTo>
                  <a:pt x="1682" y="1042"/>
                </a:lnTo>
                <a:lnTo>
                  <a:pt x="1704" y="1062"/>
                </a:lnTo>
                <a:lnTo>
                  <a:pt x="1724" y="1083"/>
                </a:lnTo>
                <a:lnTo>
                  <a:pt x="1741" y="1109"/>
                </a:lnTo>
                <a:lnTo>
                  <a:pt x="1755" y="1136"/>
                </a:lnTo>
                <a:lnTo>
                  <a:pt x="1765" y="1167"/>
                </a:lnTo>
                <a:lnTo>
                  <a:pt x="1771" y="1200"/>
                </a:lnTo>
                <a:lnTo>
                  <a:pt x="1773" y="1236"/>
                </a:lnTo>
                <a:lnTo>
                  <a:pt x="1771" y="1272"/>
                </a:lnTo>
                <a:lnTo>
                  <a:pt x="1765" y="1305"/>
                </a:lnTo>
                <a:lnTo>
                  <a:pt x="1755" y="1336"/>
                </a:lnTo>
                <a:lnTo>
                  <a:pt x="1742" y="1364"/>
                </a:lnTo>
                <a:lnTo>
                  <a:pt x="1725" y="1390"/>
                </a:lnTo>
                <a:lnTo>
                  <a:pt x="1707" y="1414"/>
                </a:lnTo>
                <a:lnTo>
                  <a:pt x="1686" y="1437"/>
                </a:lnTo>
                <a:lnTo>
                  <a:pt x="1664" y="1457"/>
                </a:lnTo>
                <a:lnTo>
                  <a:pt x="1640" y="1477"/>
                </a:lnTo>
                <a:lnTo>
                  <a:pt x="1617" y="1494"/>
                </a:lnTo>
                <a:lnTo>
                  <a:pt x="1592" y="1510"/>
                </a:lnTo>
                <a:lnTo>
                  <a:pt x="1569" y="1527"/>
                </a:lnTo>
                <a:lnTo>
                  <a:pt x="1545" y="1542"/>
                </a:lnTo>
                <a:lnTo>
                  <a:pt x="1523" y="1556"/>
                </a:lnTo>
                <a:lnTo>
                  <a:pt x="1501" y="1570"/>
                </a:lnTo>
                <a:lnTo>
                  <a:pt x="1483" y="1584"/>
                </a:lnTo>
                <a:lnTo>
                  <a:pt x="1466" y="1597"/>
                </a:lnTo>
                <a:lnTo>
                  <a:pt x="1452" y="1611"/>
                </a:lnTo>
                <a:lnTo>
                  <a:pt x="1441" y="1625"/>
                </a:lnTo>
                <a:lnTo>
                  <a:pt x="1435" y="1639"/>
                </a:lnTo>
                <a:lnTo>
                  <a:pt x="1432" y="1655"/>
                </a:lnTo>
                <a:lnTo>
                  <a:pt x="1787" y="1655"/>
                </a:lnTo>
                <a:lnTo>
                  <a:pt x="1787" y="1830"/>
                </a:lnTo>
                <a:lnTo>
                  <a:pt x="1209" y="1830"/>
                </a:lnTo>
                <a:lnTo>
                  <a:pt x="1204" y="1798"/>
                </a:lnTo>
                <a:lnTo>
                  <a:pt x="1201" y="1768"/>
                </a:lnTo>
                <a:lnTo>
                  <a:pt x="1199" y="1740"/>
                </a:lnTo>
                <a:lnTo>
                  <a:pt x="1202" y="1699"/>
                </a:lnTo>
                <a:lnTo>
                  <a:pt x="1208" y="1662"/>
                </a:lnTo>
                <a:lnTo>
                  <a:pt x="1217" y="1627"/>
                </a:lnTo>
                <a:lnTo>
                  <a:pt x="1230" y="1594"/>
                </a:lnTo>
                <a:lnTo>
                  <a:pt x="1247" y="1565"/>
                </a:lnTo>
                <a:lnTo>
                  <a:pt x="1265" y="1537"/>
                </a:lnTo>
                <a:lnTo>
                  <a:pt x="1286" y="1513"/>
                </a:lnTo>
                <a:lnTo>
                  <a:pt x="1307" y="1489"/>
                </a:lnTo>
                <a:lnTo>
                  <a:pt x="1331" y="1466"/>
                </a:lnTo>
                <a:lnTo>
                  <a:pt x="1355" y="1446"/>
                </a:lnTo>
                <a:lnTo>
                  <a:pt x="1380" y="1428"/>
                </a:lnTo>
                <a:lnTo>
                  <a:pt x="1404" y="1409"/>
                </a:lnTo>
                <a:lnTo>
                  <a:pt x="1428" y="1393"/>
                </a:lnTo>
                <a:lnTo>
                  <a:pt x="1451" y="1377"/>
                </a:lnTo>
                <a:lnTo>
                  <a:pt x="1474" y="1361"/>
                </a:lnTo>
                <a:lnTo>
                  <a:pt x="1494" y="1347"/>
                </a:lnTo>
                <a:lnTo>
                  <a:pt x="1513" y="1332"/>
                </a:lnTo>
                <a:lnTo>
                  <a:pt x="1528" y="1317"/>
                </a:lnTo>
                <a:lnTo>
                  <a:pt x="1541" y="1303"/>
                </a:lnTo>
                <a:lnTo>
                  <a:pt x="1551" y="1288"/>
                </a:lnTo>
                <a:lnTo>
                  <a:pt x="1558" y="1272"/>
                </a:lnTo>
                <a:lnTo>
                  <a:pt x="1560" y="1256"/>
                </a:lnTo>
                <a:lnTo>
                  <a:pt x="1558" y="1236"/>
                </a:lnTo>
                <a:lnTo>
                  <a:pt x="1551" y="1219"/>
                </a:lnTo>
                <a:lnTo>
                  <a:pt x="1542" y="1205"/>
                </a:lnTo>
                <a:lnTo>
                  <a:pt x="1531" y="1192"/>
                </a:lnTo>
                <a:lnTo>
                  <a:pt x="1518" y="1184"/>
                </a:lnTo>
                <a:lnTo>
                  <a:pt x="1502" y="1178"/>
                </a:lnTo>
                <a:lnTo>
                  <a:pt x="1486" y="1175"/>
                </a:lnTo>
                <a:lnTo>
                  <a:pt x="1470" y="1173"/>
                </a:lnTo>
                <a:lnTo>
                  <a:pt x="1447" y="1176"/>
                </a:lnTo>
                <a:lnTo>
                  <a:pt x="1427" y="1182"/>
                </a:lnTo>
                <a:lnTo>
                  <a:pt x="1408" y="1192"/>
                </a:lnTo>
                <a:lnTo>
                  <a:pt x="1392" y="1205"/>
                </a:lnTo>
                <a:lnTo>
                  <a:pt x="1379" y="1218"/>
                </a:lnTo>
                <a:lnTo>
                  <a:pt x="1366" y="1231"/>
                </a:lnTo>
                <a:lnTo>
                  <a:pt x="1358" y="1243"/>
                </a:lnTo>
                <a:lnTo>
                  <a:pt x="1351" y="1253"/>
                </a:lnTo>
                <a:lnTo>
                  <a:pt x="1348" y="1260"/>
                </a:lnTo>
                <a:lnTo>
                  <a:pt x="1346" y="1262"/>
                </a:lnTo>
                <a:lnTo>
                  <a:pt x="1195" y="1161"/>
                </a:lnTo>
                <a:lnTo>
                  <a:pt x="1196" y="1159"/>
                </a:lnTo>
                <a:lnTo>
                  <a:pt x="1199" y="1153"/>
                </a:lnTo>
                <a:lnTo>
                  <a:pt x="1203" y="1144"/>
                </a:lnTo>
                <a:lnTo>
                  <a:pt x="1210" y="1132"/>
                </a:lnTo>
                <a:lnTo>
                  <a:pt x="1219" y="1119"/>
                </a:lnTo>
                <a:lnTo>
                  <a:pt x="1230" y="1103"/>
                </a:lnTo>
                <a:lnTo>
                  <a:pt x="1244" y="1087"/>
                </a:lnTo>
                <a:lnTo>
                  <a:pt x="1260" y="1071"/>
                </a:lnTo>
                <a:lnTo>
                  <a:pt x="1278" y="1054"/>
                </a:lnTo>
                <a:lnTo>
                  <a:pt x="1300" y="1038"/>
                </a:lnTo>
                <a:lnTo>
                  <a:pt x="1324" y="1023"/>
                </a:lnTo>
                <a:lnTo>
                  <a:pt x="1351" y="1008"/>
                </a:lnTo>
                <a:lnTo>
                  <a:pt x="1381" y="997"/>
                </a:lnTo>
                <a:lnTo>
                  <a:pt x="1413" y="989"/>
                </a:lnTo>
                <a:lnTo>
                  <a:pt x="1449" y="983"/>
                </a:lnTo>
                <a:lnTo>
                  <a:pt x="1489" y="981"/>
                </a:lnTo>
                <a:close/>
                <a:moveTo>
                  <a:pt x="422" y="734"/>
                </a:moveTo>
                <a:lnTo>
                  <a:pt x="452" y="738"/>
                </a:lnTo>
                <a:lnTo>
                  <a:pt x="482" y="746"/>
                </a:lnTo>
                <a:lnTo>
                  <a:pt x="513" y="758"/>
                </a:lnTo>
                <a:lnTo>
                  <a:pt x="545" y="775"/>
                </a:lnTo>
                <a:lnTo>
                  <a:pt x="578" y="799"/>
                </a:lnTo>
                <a:lnTo>
                  <a:pt x="612" y="827"/>
                </a:lnTo>
                <a:lnTo>
                  <a:pt x="646" y="863"/>
                </a:lnTo>
                <a:lnTo>
                  <a:pt x="682" y="905"/>
                </a:lnTo>
                <a:lnTo>
                  <a:pt x="716" y="948"/>
                </a:lnTo>
                <a:lnTo>
                  <a:pt x="746" y="990"/>
                </a:lnTo>
                <a:lnTo>
                  <a:pt x="771" y="1028"/>
                </a:lnTo>
                <a:lnTo>
                  <a:pt x="792" y="1065"/>
                </a:lnTo>
                <a:lnTo>
                  <a:pt x="809" y="1098"/>
                </a:lnTo>
                <a:lnTo>
                  <a:pt x="822" y="1130"/>
                </a:lnTo>
                <a:lnTo>
                  <a:pt x="833" y="1161"/>
                </a:lnTo>
                <a:lnTo>
                  <a:pt x="839" y="1188"/>
                </a:lnTo>
                <a:lnTo>
                  <a:pt x="842" y="1215"/>
                </a:lnTo>
                <a:lnTo>
                  <a:pt x="843" y="1240"/>
                </a:lnTo>
                <a:lnTo>
                  <a:pt x="841" y="1264"/>
                </a:lnTo>
                <a:lnTo>
                  <a:pt x="836" y="1288"/>
                </a:lnTo>
                <a:lnTo>
                  <a:pt x="827" y="1309"/>
                </a:lnTo>
                <a:lnTo>
                  <a:pt x="818" y="1329"/>
                </a:lnTo>
                <a:lnTo>
                  <a:pt x="807" y="1350"/>
                </a:lnTo>
                <a:lnTo>
                  <a:pt x="794" y="1369"/>
                </a:lnTo>
                <a:lnTo>
                  <a:pt x="778" y="1389"/>
                </a:lnTo>
                <a:lnTo>
                  <a:pt x="762" y="1408"/>
                </a:lnTo>
                <a:lnTo>
                  <a:pt x="745" y="1428"/>
                </a:lnTo>
                <a:lnTo>
                  <a:pt x="726" y="1446"/>
                </a:lnTo>
                <a:lnTo>
                  <a:pt x="707" y="1465"/>
                </a:lnTo>
                <a:lnTo>
                  <a:pt x="687" y="1485"/>
                </a:lnTo>
                <a:lnTo>
                  <a:pt x="667" y="1505"/>
                </a:lnTo>
                <a:lnTo>
                  <a:pt x="653" y="1523"/>
                </a:lnTo>
                <a:lnTo>
                  <a:pt x="643" y="1543"/>
                </a:lnTo>
                <a:lnTo>
                  <a:pt x="639" y="1566"/>
                </a:lnTo>
                <a:lnTo>
                  <a:pt x="639" y="1590"/>
                </a:lnTo>
                <a:lnTo>
                  <a:pt x="643" y="1616"/>
                </a:lnTo>
                <a:lnTo>
                  <a:pt x="650" y="1644"/>
                </a:lnTo>
                <a:lnTo>
                  <a:pt x="662" y="1674"/>
                </a:lnTo>
                <a:lnTo>
                  <a:pt x="677" y="1705"/>
                </a:lnTo>
                <a:lnTo>
                  <a:pt x="694" y="1737"/>
                </a:lnTo>
                <a:lnTo>
                  <a:pt x="715" y="1770"/>
                </a:lnTo>
                <a:lnTo>
                  <a:pt x="738" y="1805"/>
                </a:lnTo>
                <a:lnTo>
                  <a:pt x="764" y="1840"/>
                </a:lnTo>
                <a:lnTo>
                  <a:pt x="793" y="1876"/>
                </a:lnTo>
                <a:lnTo>
                  <a:pt x="822" y="1912"/>
                </a:lnTo>
                <a:lnTo>
                  <a:pt x="853" y="1949"/>
                </a:lnTo>
                <a:lnTo>
                  <a:pt x="887" y="1986"/>
                </a:lnTo>
                <a:lnTo>
                  <a:pt x="920" y="2023"/>
                </a:lnTo>
                <a:lnTo>
                  <a:pt x="955" y="2061"/>
                </a:lnTo>
                <a:lnTo>
                  <a:pt x="990" y="2096"/>
                </a:lnTo>
                <a:lnTo>
                  <a:pt x="1026" y="2133"/>
                </a:lnTo>
                <a:lnTo>
                  <a:pt x="1063" y="2169"/>
                </a:lnTo>
                <a:lnTo>
                  <a:pt x="1099" y="2205"/>
                </a:lnTo>
                <a:lnTo>
                  <a:pt x="1136" y="2240"/>
                </a:lnTo>
                <a:lnTo>
                  <a:pt x="1173" y="2273"/>
                </a:lnTo>
                <a:lnTo>
                  <a:pt x="1210" y="2306"/>
                </a:lnTo>
                <a:lnTo>
                  <a:pt x="1247" y="2338"/>
                </a:lnTo>
                <a:lnTo>
                  <a:pt x="1284" y="2367"/>
                </a:lnTo>
                <a:lnTo>
                  <a:pt x="1319" y="2395"/>
                </a:lnTo>
                <a:lnTo>
                  <a:pt x="1354" y="2421"/>
                </a:lnTo>
                <a:lnTo>
                  <a:pt x="1389" y="2444"/>
                </a:lnTo>
                <a:lnTo>
                  <a:pt x="1423" y="2465"/>
                </a:lnTo>
                <a:lnTo>
                  <a:pt x="1454" y="2483"/>
                </a:lnTo>
                <a:lnTo>
                  <a:pt x="1486" y="2497"/>
                </a:lnTo>
                <a:lnTo>
                  <a:pt x="1516" y="2509"/>
                </a:lnTo>
                <a:lnTo>
                  <a:pt x="1543" y="2517"/>
                </a:lnTo>
                <a:lnTo>
                  <a:pt x="1570" y="2521"/>
                </a:lnTo>
                <a:lnTo>
                  <a:pt x="1593" y="2520"/>
                </a:lnTo>
                <a:lnTo>
                  <a:pt x="1616" y="2516"/>
                </a:lnTo>
                <a:lnTo>
                  <a:pt x="1636" y="2506"/>
                </a:lnTo>
                <a:lnTo>
                  <a:pt x="1654" y="2492"/>
                </a:lnTo>
                <a:lnTo>
                  <a:pt x="1674" y="2472"/>
                </a:lnTo>
                <a:lnTo>
                  <a:pt x="1694" y="2452"/>
                </a:lnTo>
                <a:lnTo>
                  <a:pt x="1713" y="2433"/>
                </a:lnTo>
                <a:lnTo>
                  <a:pt x="1733" y="2414"/>
                </a:lnTo>
                <a:lnTo>
                  <a:pt x="1751" y="2397"/>
                </a:lnTo>
                <a:lnTo>
                  <a:pt x="1770" y="2381"/>
                </a:lnTo>
                <a:lnTo>
                  <a:pt x="1790" y="2365"/>
                </a:lnTo>
                <a:lnTo>
                  <a:pt x="1809" y="2352"/>
                </a:lnTo>
                <a:lnTo>
                  <a:pt x="1830" y="2341"/>
                </a:lnTo>
                <a:lnTo>
                  <a:pt x="1850" y="2332"/>
                </a:lnTo>
                <a:lnTo>
                  <a:pt x="1873" y="2324"/>
                </a:lnTo>
                <a:lnTo>
                  <a:pt x="1895" y="2319"/>
                </a:lnTo>
                <a:lnTo>
                  <a:pt x="1919" y="2316"/>
                </a:lnTo>
                <a:lnTo>
                  <a:pt x="1944" y="2317"/>
                </a:lnTo>
                <a:lnTo>
                  <a:pt x="1971" y="2320"/>
                </a:lnTo>
                <a:lnTo>
                  <a:pt x="1999" y="2326"/>
                </a:lnTo>
                <a:lnTo>
                  <a:pt x="2029" y="2337"/>
                </a:lnTo>
                <a:lnTo>
                  <a:pt x="2061" y="2350"/>
                </a:lnTo>
                <a:lnTo>
                  <a:pt x="2095" y="2367"/>
                </a:lnTo>
                <a:lnTo>
                  <a:pt x="2131" y="2388"/>
                </a:lnTo>
                <a:lnTo>
                  <a:pt x="2170" y="2413"/>
                </a:lnTo>
                <a:lnTo>
                  <a:pt x="2211" y="2443"/>
                </a:lnTo>
                <a:lnTo>
                  <a:pt x="2255" y="2477"/>
                </a:lnTo>
                <a:lnTo>
                  <a:pt x="2297" y="2513"/>
                </a:lnTo>
                <a:lnTo>
                  <a:pt x="2332" y="2547"/>
                </a:lnTo>
                <a:lnTo>
                  <a:pt x="2360" y="2581"/>
                </a:lnTo>
                <a:lnTo>
                  <a:pt x="2384" y="2614"/>
                </a:lnTo>
                <a:lnTo>
                  <a:pt x="2401" y="2647"/>
                </a:lnTo>
                <a:lnTo>
                  <a:pt x="2414" y="2677"/>
                </a:lnTo>
                <a:lnTo>
                  <a:pt x="2422" y="2707"/>
                </a:lnTo>
                <a:lnTo>
                  <a:pt x="2425" y="2737"/>
                </a:lnTo>
                <a:lnTo>
                  <a:pt x="2424" y="2765"/>
                </a:lnTo>
                <a:lnTo>
                  <a:pt x="2419" y="2793"/>
                </a:lnTo>
                <a:lnTo>
                  <a:pt x="2412" y="2819"/>
                </a:lnTo>
                <a:lnTo>
                  <a:pt x="2400" y="2846"/>
                </a:lnTo>
                <a:lnTo>
                  <a:pt x="2387" y="2872"/>
                </a:lnTo>
                <a:lnTo>
                  <a:pt x="2371" y="2896"/>
                </a:lnTo>
                <a:lnTo>
                  <a:pt x="2352" y="2920"/>
                </a:lnTo>
                <a:lnTo>
                  <a:pt x="2333" y="2943"/>
                </a:lnTo>
                <a:lnTo>
                  <a:pt x="2312" y="2967"/>
                </a:lnTo>
                <a:lnTo>
                  <a:pt x="2291" y="2989"/>
                </a:lnTo>
                <a:lnTo>
                  <a:pt x="2269" y="3011"/>
                </a:lnTo>
                <a:lnTo>
                  <a:pt x="2247" y="3032"/>
                </a:lnTo>
                <a:lnTo>
                  <a:pt x="2224" y="3054"/>
                </a:lnTo>
                <a:lnTo>
                  <a:pt x="2203" y="3074"/>
                </a:lnTo>
                <a:lnTo>
                  <a:pt x="2183" y="3093"/>
                </a:lnTo>
                <a:lnTo>
                  <a:pt x="2160" y="3113"/>
                </a:lnTo>
                <a:lnTo>
                  <a:pt x="2131" y="3129"/>
                </a:lnTo>
                <a:lnTo>
                  <a:pt x="2100" y="3142"/>
                </a:lnTo>
                <a:lnTo>
                  <a:pt x="2064" y="3151"/>
                </a:lnTo>
                <a:lnTo>
                  <a:pt x="2024" y="3157"/>
                </a:lnTo>
                <a:lnTo>
                  <a:pt x="1980" y="3159"/>
                </a:lnTo>
                <a:lnTo>
                  <a:pt x="1933" y="3158"/>
                </a:lnTo>
                <a:lnTo>
                  <a:pt x="1883" y="3153"/>
                </a:lnTo>
                <a:lnTo>
                  <a:pt x="1830" y="3144"/>
                </a:lnTo>
                <a:lnTo>
                  <a:pt x="1773" y="3131"/>
                </a:lnTo>
                <a:lnTo>
                  <a:pt x="1714" y="3115"/>
                </a:lnTo>
                <a:lnTo>
                  <a:pt x="1652" y="3094"/>
                </a:lnTo>
                <a:lnTo>
                  <a:pt x="1588" y="3071"/>
                </a:lnTo>
                <a:lnTo>
                  <a:pt x="1522" y="3042"/>
                </a:lnTo>
                <a:lnTo>
                  <a:pt x="1453" y="3011"/>
                </a:lnTo>
                <a:lnTo>
                  <a:pt x="1384" y="2974"/>
                </a:lnTo>
                <a:lnTo>
                  <a:pt x="1312" y="2934"/>
                </a:lnTo>
                <a:lnTo>
                  <a:pt x="1240" y="2889"/>
                </a:lnTo>
                <a:lnTo>
                  <a:pt x="1165" y="2841"/>
                </a:lnTo>
                <a:lnTo>
                  <a:pt x="1089" y="2788"/>
                </a:lnTo>
                <a:lnTo>
                  <a:pt x="1014" y="2729"/>
                </a:lnTo>
                <a:lnTo>
                  <a:pt x="937" y="2668"/>
                </a:lnTo>
                <a:lnTo>
                  <a:pt x="859" y="2602"/>
                </a:lnTo>
                <a:lnTo>
                  <a:pt x="781" y="2531"/>
                </a:lnTo>
                <a:lnTo>
                  <a:pt x="704" y="2455"/>
                </a:lnTo>
                <a:lnTo>
                  <a:pt x="629" y="2378"/>
                </a:lnTo>
                <a:lnTo>
                  <a:pt x="557" y="2300"/>
                </a:lnTo>
                <a:lnTo>
                  <a:pt x="491" y="2222"/>
                </a:lnTo>
                <a:lnTo>
                  <a:pt x="430" y="2145"/>
                </a:lnTo>
                <a:lnTo>
                  <a:pt x="372" y="2070"/>
                </a:lnTo>
                <a:lnTo>
                  <a:pt x="319" y="1994"/>
                </a:lnTo>
                <a:lnTo>
                  <a:pt x="270" y="1921"/>
                </a:lnTo>
                <a:lnTo>
                  <a:pt x="225" y="1847"/>
                </a:lnTo>
                <a:lnTo>
                  <a:pt x="185" y="1775"/>
                </a:lnTo>
                <a:lnTo>
                  <a:pt x="148" y="1706"/>
                </a:lnTo>
                <a:lnTo>
                  <a:pt x="117" y="1637"/>
                </a:lnTo>
                <a:lnTo>
                  <a:pt x="89" y="1571"/>
                </a:lnTo>
                <a:lnTo>
                  <a:pt x="64" y="1507"/>
                </a:lnTo>
                <a:lnTo>
                  <a:pt x="44" y="1446"/>
                </a:lnTo>
                <a:lnTo>
                  <a:pt x="28" y="1387"/>
                </a:lnTo>
                <a:lnTo>
                  <a:pt x="15" y="1330"/>
                </a:lnTo>
                <a:lnTo>
                  <a:pt x="6" y="1276"/>
                </a:lnTo>
                <a:lnTo>
                  <a:pt x="1" y="1226"/>
                </a:lnTo>
                <a:lnTo>
                  <a:pt x="0" y="1179"/>
                </a:lnTo>
                <a:lnTo>
                  <a:pt x="2" y="1135"/>
                </a:lnTo>
                <a:lnTo>
                  <a:pt x="8" y="1095"/>
                </a:lnTo>
                <a:lnTo>
                  <a:pt x="17" y="1059"/>
                </a:lnTo>
                <a:lnTo>
                  <a:pt x="30" y="1028"/>
                </a:lnTo>
                <a:lnTo>
                  <a:pt x="46" y="1000"/>
                </a:lnTo>
                <a:lnTo>
                  <a:pt x="65" y="977"/>
                </a:lnTo>
                <a:lnTo>
                  <a:pt x="86" y="956"/>
                </a:lnTo>
                <a:lnTo>
                  <a:pt x="106" y="935"/>
                </a:lnTo>
                <a:lnTo>
                  <a:pt x="127" y="912"/>
                </a:lnTo>
                <a:lnTo>
                  <a:pt x="148" y="891"/>
                </a:lnTo>
                <a:lnTo>
                  <a:pt x="171" y="868"/>
                </a:lnTo>
                <a:lnTo>
                  <a:pt x="192" y="847"/>
                </a:lnTo>
                <a:lnTo>
                  <a:pt x="216" y="826"/>
                </a:lnTo>
                <a:lnTo>
                  <a:pt x="239" y="807"/>
                </a:lnTo>
                <a:lnTo>
                  <a:pt x="263" y="789"/>
                </a:lnTo>
                <a:lnTo>
                  <a:pt x="288" y="773"/>
                </a:lnTo>
                <a:lnTo>
                  <a:pt x="314" y="759"/>
                </a:lnTo>
                <a:lnTo>
                  <a:pt x="340" y="749"/>
                </a:lnTo>
                <a:lnTo>
                  <a:pt x="367" y="740"/>
                </a:lnTo>
                <a:lnTo>
                  <a:pt x="395" y="735"/>
                </a:lnTo>
                <a:lnTo>
                  <a:pt x="422" y="734"/>
                </a:lnTo>
                <a:close/>
                <a:moveTo>
                  <a:pt x="1872" y="0"/>
                </a:moveTo>
                <a:lnTo>
                  <a:pt x="1970" y="4"/>
                </a:lnTo>
                <a:lnTo>
                  <a:pt x="2067" y="13"/>
                </a:lnTo>
                <a:lnTo>
                  <a:pt x="2162" y="29"/>
                </a:lnTo>
                <a:lnTo>
                  <a:pt x="2255" y="50"/>
                </a:lnTo>
                <a:lnTo>
                  <a:pt x="2346" y="77"/>
                </a:lnTo>
                <a:lnTo>
                  <a:pt x="2434" y="110"/>
                </a:lnTo>
                <a:lnTo>
                  <a:pt x="2520" y="147"/>
                </a:lnTo>
                <a:lnTo>
                  <a:pt x="2603" y="190"/>
                </a:lnTo>
                <a:lnTo>
                  <a:pt x="2683" y="238"/>
                </a:lnTo>
                <a:lnTo>
                  <a:pt x="2758" y="291"/>
                </a:lnTo>
                <a:lnTo>
                  <a:pt x="2832" y="348"/>
                </a:lnTo>
                <a:lnTo>
                  <a:pt x="2900" y="409"/>
                </a:lnTo>
                <a:lnTo>
                  <a:pt x="2966" y="475"/>
                </a:lnTo>
                <a:lnTo>
                  <a:pt x="3027" y="544"/>
                </a:lnTo>
                <a:lnTo>
                  <a:pt x="3085" y="617"/>
                </a:lnTo>
                <a:lnTo>
                  <a:pt x="3137" y="693"/>
                </a:lnTo>
                <a:lnTo>
                  <a:pt x="3185" y="773"/>
                </a:lnTo>
                <a:lnTo>
                  <a:pt x="3228" y="855"/>
                </a:lnTo>
                <a:lnTo>
                  <a:pt x="3266" y="941"/>
                </a:lnTo>
                <a:lnTo>
                  <a:pt x="3298" y="1030"/>
                </a:lnTo>
                <a:lnTo>
                  <a:pt x="3325" y="1120"/>
                </a:lnTo>
                <a:lnTo>
                  <a:pt x="3346" y="1213"/>
                </a:lnTo>
                <a:lnTo>
                  <a:pt x="3363" y="1308"/>
                </a:lnTo>
                <a:lnTo>
                  <a:pt x="3372" y="1405"/>
                </a:lnTo>
                <a:lnTo>
                  <a:pt x="3375" y="1504"/>
                </a:lnTo>
                <a:lnTo>
                  <a:pt x="3372" y="1598"/>
                </a:lnTo>
                <a:lnTo>
                  <a:pt x="3364" y="1692"/>
                </a:lnTo>
                <a:lnTo>
                  <a:pt x="3349" y="1783"/>
                </a:lnTo>
                <a:lnTo>
                  <a:pt x="3329" y="1873"/>
                </a:lnTo>
                <a:lnTo>
                  <a:pt x="3304" y="1960"/>
                </a:lnTo>
                <a:lnTo>
                  <a:pt x="3274" y="2046"/>
                </a:lnTo>
                <a:lnTo>
                  <a:pt x="3239" y="2129"/>
                </a:lnTo>
                <a:lnTo>
                  <a:pt x="3199" y="2209"/>
                </a:lnTo>
                <a:lnTo>
                  <a:pt x="3155" y="2287"/>
                </a:lnTo>
                <a:lnTo>
                  <a:pt x="3106" y="2361"/>
                </a:lnTo>
                <a:lnTo>
                  <a:pt x="3054" y="2433"/>
                </a:lnTo>
                <a:lnTo>
                  <a:pt x="2997" y="2500"/>
                </a:lnTo>
                <a:lnTo>
                  <a:pt x="2936" y="2565"/>
                </a:lnTo>
                <a:lnTo>
                  <a:pt x="2872" y="2626"/>
                </a:lnTo>
                <a:lnTo>
                  <a:pt x="2803" y="2683"/>
                </a:lnTo>
                <a:lnTo>
                  <a:pt x="2733" y="2737"/>
                </a:lnTo>
                <a:lnTo>
                  <a:pt x="2658" y="2785"/>
                </a:lnTo>
                <a:lnTo>
                  <a:pt x="2580" y="2830"/>
                </a:lnTo>
                <a:lnTo>
                  <a:pt x="2586" y="2797"/>
                </a:lnTo>
                <a:lnTo>
                  <a:pt x="2590" y="2763"/>
                </a:lnTo>
                <a:lnTo>
                  <a:pt x="2591" y="2728"/>
                </a:lnTo>
                <a:lnTo>
                  <a:pt x="2585" y="2680"/>
                </a:lnTo>
                <a:lnTo>
                  <a:pt x="2574" y="2633"/>
                </a:lnTo>
                <a:lnTo>
                  <a:pt x="2557" y="2587"/>
                </a:lnTo>
                <a:lnTo>
                  <a:pt x="2623" y="2541"/>
                </a:lnTo>
                <a:lnTo>
                  <a:pt x="2687" y="2492"/>
                </a:lnTo>
                <a:lnTo>
                  <a:pt x="2747" y="2440"/>
                </a:lnTo>
                <a:lnTo>
                  <a:pt x="2803" y="2383"/>
                </a:lnTo>
                <a:lnTo>
                  <a:pt x="2856" y="2323"/>
                </a:lnTo>
                <a:lnTo>
                  <a:pt x="2907" y="2260"/>
                </a:lnTo>
                <a:lnTo>
                  <a:pt x="2952" y="2194"/>
                </a:lnTo>
                <a:lnTo>
                  <a:pt x="2994" y="2124"/>
                </a:lnTo>
                <a:lnTo>
                  <a:pt x="3030" y="2052"/>
                </a:lnTo>
                <a:lnTo>
                  <a:pt x="3063" y="1978"/>
                </a:lnTo>
                <a:lnTo>
                  <a:pt x="3091" y="1901"/>
                </a:lnTo>
                <a:lnTo>
                  <a:pt x="3114" y="1822"/>
                </a:lnTo>
                <a:lnTo>
                  <a:pt x="3132" y="1742"/>
                </a:lnTo>
                <a:lnTo>
                  <a:pt x="3145" y="1659"/>
                </a:lnTo>
                <a:lnTo>
                  <a:pt x="2883" y="1504"/>
                </a:lnTo>
                <a:lnTo>
                  <a:pt x="3145" y="1350"/>
                </a:lnTo>
                <a:lnTo>
                  <a:pt x="3132" y="1263"/>
                </a:lnTo>
                <a:lnTo>
                  <a:pt x="3112" y="1178"/>
                </a:lnTo>
                <a:lnTo>
                  <a:pt x="3088" y="1096"/>
                </a:lnTo>
                <a:lnTo>
                  <a:pt x="3057" y="1016"/>
                </a:lnTo>
                <a:lnTo>
                  <a:pt x="3022" y="939"/>
                </a:lnTo>
                <a:lnTo>
                  <a:pt x="2982" y="864"/>
                </a:lnTo>
                <a:lnTo>
                  <a:pt x="2937" y="793"/>
                </a:lnTo>
                <a:lnTo>
                  <a:pt x="2888" y="724"/>
                </a:lnTo>
                <a:lnTo>
                  <a:pt x="2835" y="659"/>
                </a:lnTo>
                <a:lnTo>
                  <a:pt x="2778" y="597"/>
                </a:lnTo>
                <a:lnTo>
                  <a:pt x="2716" y="540"/>
                </a:lnTo>
                <a:lnTo>
                  <a:pt x="2652" y="487"/>
                </a:lnTo>
                <a:lnTo>
                  <a:pt x="2583" y="438"/>
                </a:lnTo>
                <a:lnTo>
                  <a:pt x="2512" y="393"/>
                </a:lnTo>
                <a:lnTo>
                  <a:pt x="2437" y="353"/>
                </a:lnTo>
                <a:lnTo>
                  <a:pt x="2359" y="318"/>
                </a:lnTo>
                <a:lnTo>
                  <a:pt x="2280" y="288"/>
                </a:lnTo>
                <a:lnTo>
                  <a:pt x="2197" y="264"/>
                </a:lnTo>
                <a:lnTo>
                  <a:pt x="2112" y="244"/>
                </a:lnTo>
                <a:lnTo>
                  <a:pt x="2025" y="231"/>
                </a:lnTo>
                <a:lnTo>
                  <a:pt x="1872" y="492"/>
                </a:lnTo>
                <a:lnTo>
                  <a:pt x="1717" y="231"/>
                </a:lnTo>
                <a:lnTo>
                  <a:pt x="1630" y="244"/>
                </a:lnTo>
                <a:lnTo>
                  <a:pt x="1545" y="264"/>
                </a:lnTo>
                <a:lnTo>
                  <a:pt x="1463" y="288"/>
                </a:lnTo>
                <a:lnTo>
                  <a:pt x="1383" y="318"/>
                </a:lnTo>
                <a:lnTo>
                  <a:pt x="1305" y="354"/>
                </a:lnTo>
                <a:lnTo>
                  <a:pt x="1230" y="394"/>
                </a:lnTo>
                <a:lnTo>
                  <a:pt x="1159" y="439"/>
                </a:lnTo>
                <a:lnTo>
                  <a:pt x="1091" y="488"/>
                </a:lnTo>
                <a:lnTo>
                  <a:pt x="1026" y="541"/>
                </a:lnTo>
                <a:lnTo>
                  <a:pt x="964" y="598"/>
                </a:lnTo>
                <a:lnTo>
                  <a:pt x="907" y="660"/>
                </a:lnTo>
                <a:lnTo>
                  <a:pt x="854" y="725"/>
                </a:lnTo>
                <a:lnTo>
                  <a:pt x="805" y="794"/>
                </a:lnTo>
                <a:lnTo>
                  <a:pt x="765" y="748"/>
                </a:lnTo>
                <a:lnTo>
                  <a:pt x="724" y="707"/>
                </a:lnTo>
                <a:lnTo>
                  <a:pt x="682" y="672"/>
                </a:lnTo>
                <a:lnTo>
                  <a:pt x="640" y="641"/>
                </a:lnTo>
                <a:lnTo>
                  <a:pt x="693" y="571"/>
                </a:lnTo>
                <a:lnTo>
                  <a:pt x="751" y="503"/>
                </a:lnTo>
                <a:lnTo>
                  <a:pt x="812" y="439"/>
                </a:lnTo>
                <a:lnTo>
                  <a:pt x="876" y="378"/>
                </a:lnTo>
                <a:lnTo>
                  <a:pt x="944" y="321"/>
                </a:lnTo>
                <a:lnTo>
                  <a:pt x="1016" y="268"/>
                </a:lnTo>
                <a:lnTo>
                  <a:pt x="1090" y="220"/>
                </a:lnTo>
                <a:lnTo>
                  <a:pt x="1167" y="176"/>
                </a:lnTo>
                <a:lnTo>
                  <a:pt x="1248" y="136"/>
                </a:lnTo>
                <a:lnTo>
                  <a:pt x="1331" y="101"/>
                </a:lnTo>
                <a:lnTo>
                  <a:pt x="1415" y="71"/>
                </a:lnTo>
                <a:lnTo>
                  <a:pt x="1502" y="46"/>
                </a:lnTo>
                <a:lnTo>
                  <a:pt x="1592" y="27"/>
                </a:lnTo>
                <a:lnTo>
                  <a:pt x="1683" y="12"/>
                </a:lnTo>
                <a:lnTo>
                  <a:pt x="1776" y="3"/>
                </a:lnTo>
                <a:lnTo>
                  <a:pt x="18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5F19A-E0CF-7868-E2A6-656A9F272C60}"/>
              </a:ext>
            </a:extLst>
          </p:cNvPr>
          <p:cNvSpPr txBox="1"/>
          <p:nvPr/>
        </p:nvSpPr>
        <p:spPr>
          <a:xfrm>
            <a:off x="279069" y="219694"/>
            <a:ext cx="5308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方正姚体" panose="02010601030101010101" pitchFamily="2" charset="-122"/>
                <a:ea typeface="方正姚体" panose="02010601030101010101" pitchFamily="2" charset="-122"/>
              </a:rPr>
              <a:t>Cli</a:t>
            </a:r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接口和功能验证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——Cluster</a:t>
            </a:r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集群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F60279-4D3D-9529-B546-7EE854928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73" y="2534427"/>
            <a:ext cx="3568700" cy="187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4998713-BC98-5ADD-530F-9893681459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3475"/>
          <a:stretch/>
        </p:blipFill>
        <p:spPr>
          <a:xfrm>
            <a:off x="6650693" y="994765"/>
            <a:ext cx="4393358" cy="45635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8263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13">
            <a:extLst>
              <a:ext uri="{FF2B5EF4-FFF2-40B4-BE49-F238E27FC236}">
                <a16:creationId xmlns:a16="http://schemas.microsoft.com/office/drawing/2014/main" id="{557A0266-60B5-4C29-A6BE-C44A3A5212AA}"/>
              </a:ext>
            </a:extLst>
          </p:cNvPr>
          <p:cNvSpPr>
            <a:spLocks noEditPoints="1"/>
          </p:cNvSpPr>
          <p:nvPr/>
        </p:nvSpPr>
        <p:spPr bwMode="auto">
          <a:xfrm>
            <a:off x="2325673" y="2096855"/>
            <a:ext cx="282041" cy="263991"/>
          </a:xfrm>
          <a:custGeom>
            <a:avLst/>
            <a:gdLst>
              <a:gd name="T0" fmla="*/ 2221 w 3375"/>
              <a:gd name="T1" fmla="*/ 1236 h 3159"/>
              <a:gd name="T2" fmla="*/ 2242 w 3375"/>
              <a:gd name="T3" fmla="*/ 1252 h 3159"/>
              <a:gd name="T4" fmla="*/ 2246 w 3375"/>
              <a:gd name="T5" fmla="*/ 1178 h 3159"/>
              <a:gd name="T6" fmla="*/ 2443 w 3375"/>
              <a:gd name="T7" fmla="*/ 1830 h 3159"/>
              <a:gd name="T8" fmla="*/ 1518 w 3375"/>
              <a:gd name="T9" fmla="*/ 982 h 3159"/>
              <a:gd name="T10" fmla="*/ 1704 w 3375"/>
              <a:gd name="T11" fmla="*/ 1062 h 3159"/>
              <a:gd name="T12" fmla="*/ 1771 w 3375"/>
              <a:gd name="T13" fmla="*/ 1272 h 3159"/>
              <a:gd name="T14" fmla="*/ 1664 w 3375"/>
              <a:gd name="T15" fmla="*/ 1457 h 3159"/>
              <a:gd name="T16" fmla="*/ 1501 w 3375"/>
              <a:gd name="T17" fmla="*/ 1570 h 3159"/>
              <a:gd name="T18" fmla="*/ 1787 w 3375"/>
              <a:gd name="T19" fmla="*/ 1655 h 3159"/>
              <a:gd name="T20" fmla="*/ 1208 w 3375"/>
              <a:gd name="T21" fmla="*/ 1662 h 3159"/>
              <a:gd name="T22" fmla="*/ 1331 w 3375"/>
              <a:gd name="T23" fmla="*/ 1466 h 3159"/>
              <a:gd name="T24" fmla="*/ 1494 w 3375"/>
              <a:gd name="T25" fmla="*/ 1347 h 3159"/>
              <a:gd name="T26" fmla="*/ 1558 w 3375"/>
              <a:gd name="T27" fmla="*/ 1236 h 3159"/>
              <a:gd name="T28" fmla="*/ 1470 w 3375"/>
              <a:gd name="T29" fmla="*/ 1173 h 3159"/>
              <a:gd name="T30" fmla="*/ 1358 w 3375"/>
              <a:gd name="T31" fmla="*/ 1243 h 3159"/>
              <a:gd name="T32" fmla="*/ 1203 w 3375"/>
              <a:gd name="T33" fmla="*/ 1144 h 3159"/>
              <a:gd name="T34" fmla="*/ 1300 w 3375"/>
              <a:gd name="T35" fmla="*/ 1038 h 3159"/>
              <a:gd name="T36" fmla="*/ 422 w 3375"/>
              <a:gd name="T37" fmla="*/ 734 h 3159"/>
              <a:gd name="T38" fmla="*/ 646 w 3375"/>
              <a:gd name="T39" fmla="*/ 863 h 3159"/>
              <a:gd name="T40" fmla="*/ 822 w 3375"/>
              <a:gd name="T41" fmla="*/ 1130 h 3159"/>
              <a:gd name="T42" fmla="*/ 827 w 3375"/>
              <a:gd name="T43" fmla="*/ 1309 h 3159"/>
              <a:gd name="T44" fmla="*/ 726 w 3375"/>
              <a:gd name="T45" fmla="*/ 1446 h 3159"/>
              <a:gd name="T46" fmla="*/ 639 w 3375"/>
              <a:gd name="T47" fmla="*/ 1590 h 3159"/>
              <a:gd name="T48" fmla="*/ 738 w 3375"/>
              <a:gd name="T49" fmla="*/ 1805 h 3159"/>
              <a:gd name="T50" fmla="*/ 955 w 3375"/>
              <a:gd name="T51" fmla="*/ 2061 h 3159"/>
              <a:gd name="T52" fmla="*/ 1210 w 3375"/>
              <a:gd name="T53" fmla="*/ 2306 h 3159"/>
              <a:gd name="T54" fmla="*/ 1454 w 3375"/>
              <a:gd name="T55" fmla="*/ 2483 h 3159"/>
              <a:gd name="T56" fmla="*/ 1636 w 3375"/>
              <a:gd name="T57" fmla="*/ 2506 h 3159"/>
              <a:gd name="T58" fmla="*/ 1770 w 3375"/>
              <a:gd name="T59" fmla="*/ 2381 h 3159"/>
              <a:gd name="T60" fmla="*/ 1919 w 3375"/>
              <a:gd name="T61" fmla="*/ 2316 h 3159"/>
              <a:gd name="T62" fmla="*/ 2131 w 3375"/>
              <a:gd name="T63" fmla="*/ 2388 h 3159"/>
              <a:gd name="T64" fmla="*/ 2384 w 3375"/>
              <a:gd name="T65" fmla="*/ 2614 h 3159"/>
              <a:gd name="T66" fmla="*/ 2412 w 3375"/>
              <a:gd name="T67" fmla="*/ 2819 h 3159"/>
              <a:gd name="T68" fmla="*/ 2291 w 3375"/>
              <a:gd name="T69" fmla="*/ 2989 h 3159"/>
              <a:gd name="T70" fmla="*/ 2131 w 3375"/>
              <a:gd name="T71" fmla="*/ 3129 h 3159"/>
              <a:gd name="T72" fmla="*/ 1830 w 3375"/>
              <a:gd name="T73" fmla="*/ 3144 h 3159"/>
              <a:gd name="T74" fmla="*/ 1384 w 3375"/>
              <a:gd name="T75" fmla="*/ 2974 h 3159"/>
              <a:gd name="T76" fmla="*/ 859 w 3375"/>
              <a:gd name="T77" fmla="*/ 2602 h 3159"/>
              <a:gd name="T78" fmla="*/ 372 w 3375"/>
              <a:gd name="T79" fmla="*/ 2070 h 3159"/>
              <a:gd name="T80" fmla="*/ 89 w 3375"/>
              <a:gd name="T81" fmla="*/ 1571 h 3159"/>
              <a:gd name="T82" fmla="*/ 0 w 3375"/>
              <a:gd name="T83" fmla="*/ 1179 h 3159"/>
              <a:gd name="T84" fmla="*/ 86 w 3375"/>
              <a:gd name="T85" fmla="*/ 956 h 3159"/>
              <a:gd name="T86" fmla="*/ 239 w 3375"/>
              <a:gd name="T87" fmla="*/ 807 h 3159"/>
              <a:gd name="T88" fmla="*/ 422 w 3375"/>
              <a:gd name="T89" fmla="*/ 734 h 3159"/>
              <a:gd name="T90" fmla="*/ 2434 w 3375"/>
              <a:gd name="T91" fmla="*/ 110 h 3159"/>
              <a:gd name="T92" fmla="*/ 2966 w 3375"/>
              <a:gd name="T93" fmla="*/ 475 h 3159"/>
              <a:gd name="T94" fmla="*/ 3298 w 3375"/>
              <a:gd name="T95" fmla="*/ 1030 h 3159"/>
              <a:gd name="T96" fmla="*/ 3364 w 3375"/>
              <a:gd name="T97" fmla="*/ 1692 h 3159"/>
              <a:gd name="T98" fmla="*/ 3155 w 3375"/>
              <a:gd name="T99" fmla="*/ 2287 h 3159"/>
              <a:gd name="T100" fmla="*/ 2733 w 3375"/>
              <a:gd name="T101" fmla="*/ 2737 h 3159"/>
              <a:gd name="T102" fmla="*/ 2574 w 3375"/>
              <a:gd name="T103" fmla="*/ 2633 h 3159"/>
              <a:gd name="T104" fmla="*/ 2907 w 3375"/>
              <a:gd name="T105" fmla="*/ 2260 h 3159"/>
              <a:gd name="T106" fmla="*/ 3132 w 3375"/>
              <a:gd name="T107" fmla="*/ 1742 h 3159"/>
              <a:gd name="T108" fmla="*/ 3057 w 3375"/>
              <a:gd name="T109" fmla="*/ 1016 h 3159"/>
              <a:gd name="T110" fmla="*/ 2716 w 3375"/>
              <a:gd name="T111" fmla="*/ 540 h 3159"/>
              <a:gd name="T112" fmla="*/ 2197 w 3375"/>
              <a:gd name="T113" fmla="*/ 264 h 3159"/>
              <a:gd name="T114" fmla="*/ 1463 w 3375"/>
              <a:gd name="T115" fmla="*/ 288 h 3159"/>
              <a:gd name="T116" fmla="*/ 964 w 3375"/>
              <a:gd name="T117" fmla="*/ 598 h 3159"/>
              <a:gd name="T118" fmla="*/ 640 w 3375"/>
              <a:gd name="T119" fmla="*/ 641 h 3159"/>
              <a:gd name="T120" fmla="*/ 1090 w 3375"/>
              <a:gd name="T121" fmla="*/ 220 h 3159"/>
              <a:gd name="T122" fmla="*/ 1683 w 3375"/>
              <a:gd name="T123" fmla="*/ 12 h 3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75" h="3159">
                <a:moveTo>
                  <a:pt x="2246" y="1178"/>
                </a:moveTo>
                <a:lnTo>
                  <a:pt x="2246" y="1180"/>
                </a:lnTo>
                <a:lnTo>
                  <a:pt x="2243" y="1186"/>
                </a:lnTo>
                <a:lnTo>
                  <a:pt x="2240" y="1197"/>
                </a:lnTo>
                <a:lnTo>
                  <a:pt x="2235" y="1208"/>
                </a:lnTo>
                <a:lnTo>
                  <a:pt x="2229" y="1222"/>
                </a:lnTo>
                <a:lnTo>
                  <a:pt x="2221" y="1236"/>
                </a:lnTo>
                <a:lnTo>
                  <a:pt x="2214" y="1251"/>
                </a:lnTo>
                <a:lnTo>
                  <a:pt x="2206" y="1264"/>
                </a:lnTo>
                <a:lnTo>
                  <a:pt x="2079" y="1456"/>
                </a:lnTo>
                <a:lnTo>
                  <a:pt x="2079" y="1458"/>
                </a:lnTo>
                <a:lnTo>
                  <a:pt x="2242" y="1458"/>
                </a:lnTo>
                <a:lnTo>
                  <a:pt x="2242" y="1271"/>
                </a:lnTo>
                <a:lnTo>
                  <a:pt x="2242" y="1252"/>
                </a:lnTo>
                <a:lnTo>
                  <a:pt x="2243" y="1233"/>
                </a:lnTo>
                <a:lnTo>
                  <a:pt x="2245" y="1216"/>
                </a:lnTo>
                <a:lnTo>
                  <a:pt x="2246" y="1201"/>
                </a:lnTo>
                <a:lnTo>
                  <a:pt x="2247" y="1188"/>
                </a:lnTo>
                <a:lnTo>
                  <a:pt x="2248" y="1181"/>
                </a:lnTo>
                <a:lnTo>
                  <a:pt x="2249" y="1178"/>
                </a:lnTo>
                <a:lnTo>
                  <a:pt x="2246" y="1178"/>
                </a:lnTo>
                <a:close/>
                <a:moveTo>
                  <a:pt x="2194" y="995"/>
                </a:moveTo>
                <a:lnTo>
                  <a:pt x="2443" y="995"/>
                </a:lnTo>
                <a:lnTo>
                  <a:pt x="2443" y="1458"/>
                </a:lnTo>
                <a:lnTo>
                  <a:pt x="2543" y="1458"/>
                </a:lnTo>
                <a:lnTo>
                  <a:pt x="2543" y="1627"/>
                </a:lnTo>
                <a:lnTo>
                  <a:pt x="2443" y="1627"/>
                </a:lnTo>
                <a:lnTo>
                  <a:pt x="2443" y="1830"/>
                </a:lnTo>
                <a:lnTo>
                  <a:pt x="2242" y="1830"/>
                </a:lnTo>
                <a:lnTo>
                  <a:pt x="2242" y="1627"/>
                </a:lnTo>
                <a:lnTo>
                  <a:pt x="1872" y="1627"/>
                </a:lnTo>
                <a:lnTo>
                  <a:pt x="1872" y="1503"/>
                </a:lnTo>
                <a:lnTo>
                  <a:pt x="2194" y="995"/>
                </a:lnTo>
                <a:close/>
                <a:moveTo>
                  <a:pt x="1489" y="981"/>
                </a:moveTo>
                <a:lnTo>
                  <a:pt x="1518" y="982"/>
                </a:lnTo>
                <a:lnTo>
                  <a:pt x="1547" y="986"/>
                </a:lnTo>
                <a:lnTo>
                  <a:pt x="1576" y="992"/>
                </a:lnTo>
                <a:lnTo>
                  <a:pt x="1605" y="1000"/>
                </a:lnTo>
                <a:lnTo>
                  <a:pt x="1632" y="1011"/>
                </a:lnTo>
                <a:lnTo>
                  <a:pt x="1658" y="1026"/>
                </a:lnTo>
                <a:lnTo>
                  <a:pt x="1682" y="1042"/>
                </a:lnTo>
                <a:lnTo>
                  <a:pt x="1704" y="1062"/>
                </a:lnTo>
                <a:lnTo>
                  <a:pt x="1724" y="1083"/>
                </a:lnTo>
                <a:lnTo>
                  <a:pt x="1741" y="1109"/>
                </a:lnTo>
                <a:lnTo>
                  <a:pt x="1755" y="1136"/>
                </a:lnTo>
                <a:lnTo>
                  <a:pt x="1765" y="1167"/>
                </a:lnTo>
                <a:lnTo>
                  <a:pt x="1771" y="1200"/>
                </a:lnTo>
                <a:lnTo>
                  <a:pt x="1773" y="1236"/>
                </a:lnTo>
                <a:lnTo>
                  <a:pt x="1771" y="1272"/>
                </a:lnTo>
                <a:lnTo>
                  <a:pt x="1765" y="1305"/>
                </a:lnTo>
                <a:lnTo>
                  <a:pt x="1755" y="1336"/>
                </a:lnTo>
                <a:lnTo>
                  <a:pt x="1742" y="1364"/>
                </a:lnTo>
                <a:lnTo>
                  <a:pt x="1725" y="1390"/>
                </a:lnTo>
                <a:lnTo>
                  <a:pt x="1707" y="1414"/>
                </a:lnTo>
                <a:lnTo>
                  <a:pt x="1686" y="1437"/>
                </a:lnTo>
                <a:lnTo>
                  <a:pt x="1664" y="1457"/>
                </a:lnTo>
                <a:lnTo>
                  <a:pt x="1640" y="1477"/>
                </a:lnTo>
                <a:lnTo>
                  <a:pt x="1617" y="1494"/>
                </a:lnTo>
                <a:lnTo>
                  <a:pt x="1592" y="1510"/>
                </a:lnTo>
                <a:lnTo>
                  <a:pt x="1569" y="1527"/>
                </a:lnTo>
                <a:lnTo>
                  <a:pt x="1545" y="1542"/>
                </a:lnTo>
                <a:lnTo>
                  <a:pt x="1523" y="1556"/>
                </a:lnTo>
                <a:lnTo>
                  <a:pt x="1501" y="1570"/>
                </a:lnTo>
                <a:lnTo>
                  <a:pt x="1483" y="1584"/>
                </a:lnTo>
                <a:lnTo>
                  <a:pt x="1466" y="1597"/>
                </a:lnTo>
                <a:lnTo>
                  <a:pt x="1452" y="1611"/>
                </a:lnTo>
                <a:lnTo>
                  <a:pt x="1441" y="1625"/>
                </a:lnTo>
                <a:lnTo>
                  <a:pt x="1435" y="1639"/>
                </a:lnTo>
                <a:lnTo>
                  <a:pt x="1432" y="1655"/>
                </a:lnTo>
                <a:lnTo>
                  <a:pt x="1787" y="1655"/>
                </a:lnTo>
                <a:lnTo>
                  <a:pt x="1787" y="1830"/>
                </a:lnTo>
                <a:lnTo>
                  <a:pt x="1209" y="1830"/>
                </a:lnTo>
                <a:lnTo>
                  <a:pt x="1204" y="1798"/>
                </a:lnTo>
                <a:lnTo>
                  <a:pt x="1201" y="1768"/>
                </a:lnTo>
                <a:lnTo>
                  <a:pt x="1199" y="1740"/>
                </a:lnTo>
                <a:lnTo>
                  <a:pt x="1202" y="1699"/>
                </a:lnTo>
                <a:lnTo>
                  <a:pt x="1208" y="1662"/>
                </a:lnTo>
                <a:lnTo>
                  <a:pt x="1217" y="1627"/>
                </a:lnTo>
                <a:lnTo>
                  <a:pt x="1230" y="1594"/>
                </a:lnTo>
                <a:lnTo>
                  <a:pt x="1247" y="1565"/>
                </a:lnTo>
                <a:lnTo>
                  <a:pt x="1265" y="1537"/>
                </a:lnTo>
                <a:lnTo>
                  <a:pt x="1286" y="1513"/>
                </a:lnTo>
                <a:lnTo>
                  <a:pt x="1307" y="1489"/>
                </a:lnTo>
                <a:lnTo>
                  <a:pt x="1331" y="1466"/>
                </a:lnTo>
                <a:lnTo>
                  <a:pt x="1355" y="1446"/>
                </a:lnTo>
                <a:lnTo>
                  <a:pt x="1380" y="1428"/>
                </a:lnTo>
                <a:lnTo>
                  <a:pt x="1404" y="1409"/>
                </a:lnTo>
                <a:lnTo>
                  <a:pt x="1428" y="1393"/>
                </a:lnTo>
                <a:lnTo>
                  <a:pt x="1451" y="1377"/>
                </a:lnTo>
                <a:lnTo>
                  <a:pt x="1474" y="1361"/>
                </a:lnTo>
                <a:lnTo>
                  <a:pt x="1494" y="1347"/>
                </a:lnTo>
                <a:lnTo>
                  <a:pt x="1513" y="1332"/>
                </a:lnTo>
                <a:lnTo>
                  <a:pt x="1528" y="1317"/>
                </a:lnTo>
                <a:lnTo>
                  <a:pt x="1541" y="1303"/>
                </a:lnTo>
                <a:lnTo>
                  <a:pt x="1551" y="1288"/>
                </a:lnTo>
                <a:lnTo>
                  <a:pt x="1558" y="1272"/>
                </a:lnTo>
                <a:lnTo>
                  <a:pt x="1560" y="1256"/>
                </a:lnTo>
                <a:lnTo>
                  <a:pt x="1558" y="1236"/>
                </a:lnTo>
                <a:lnTo>
                  <a:pt x="1551" y="1219"/>
                </a:lnTo>
                <a:lnTo>
                  <a:pt x="1542" y="1205"/>
                </a:lnTo>
                <a:lnTo>
                  <a:pt x="1531" y="1192"/>
                </a:lnTo>
                <a:lnTo>
                  <a:pt x="1518" y="1184"/>
                </a:lnTo>
                <a:lnTo>
                  <a:pt x="1502" y="1178"/>
                </a:lnTo>
                <a:lnTo>
                  <a:pt x="1486" y="1175"/>
                </a:lnTo>
                <a:lnTo>
                  <a:pt x="1470" y="1173"/>
                </a:lnTo>
                <a:lnTo>
                  <a:pt x="1447" y="1176"/>
                </a:lnTo>
                <a:lnTo>
                  <a:pt x="1427" y="1182"/>
                </a:lnTo>
                <a:lnTo>
                  <a:pt x="1408" y="1192"/>
                </a:lnTo>
                <a:lnTo>
                  <a:pt x="1392" y="1205"/>
                </a:lnTo>
                <a:lnTo>
                  <a:pt x="1379" y="1218"/>
                </a:lnTo>
                <a:lnTo>
                  <a:pt x="1366" y="1231"/>
                </a:lnTo>
                <a:lnTo>
                  <a:pt x="1358" y="1243"/>
                </a:lnTo>
                <a:lnTo>
                  <a:pt x="1351" y="1253"/>
                </a:lnTo>
                <a:lnTo>
                  <a:pt x="1348" y="1260"/>
                </a:lnTo>
                <a:lnTo>
                  <a:pt x="1346" y="1262"/>
                </a:lnTo>
                <a:lnTo>
                  <a:pt x="1195" y="1161"/>
                </a:lnTo>
                <a:lnTo>
                  <a:pt x="1196" y="1159"/>
                </a:lnTo>
                <a:lnTo>
                  <a:pt x="1199" y="1153"/>
                </a:lnTo>
                <a:lnTo>
                  <a:pt x="1203" y="1144"/>
                </a:lnTo>
                <a:lnTo>
                  <a:pt x="1210" y="1132"/>
                </a:lnTo>
                <a:lnTo>
                  <a:pt x="1219" y="1119"/>
                </a:lnTo>
                <a:lnTo>
                  <a:pt x="1230" y="1103"/>
                </a:lnTo>
                <a:lnTo>
                  <a:pt x="1244" y="1087"/>
                </a:lnTo>
                <a:lnTo>
                  <a:pt x="1260" y="1071"/>
                </a:lnTo>
                <a:lnTo>
                  <a:pt x="1278" y="1054"/>
                </a:lnTo>
                <a:lnTo>
                  <a:pt x="1300" y="1038"/>
                </a:lnTo>
                <a:lnTo>
                  <a:pt x="1324" y="1023"/>
                </a:lnTo>
                <a:lnTo>
                  <a:pt x="1351" y="1008"/>
                </a:lnTo>
                <a:lnTo>
                  <a:pt x="1381" y="997"/>
                </a:lnTo>
                <a:lnTo>
                  <a:pt x="1413" y="989"/>
                </a:lnTo>
                <a:lnTo>
                  <a:pt x="1449" y="983"/>
                </a:lnTo>
                <a:lnTo>
                  <a:pt x="1489" y="981"/>
                </a:lnTo>
                <a:close/>
                <a:moveTo>
                  <a:pt x="422" y="734"/>
                </a:moveTo>
                <a:lnTo>
                  <a:pt x="452" y="738"/>
                </a:lnTo>
                <a:lnTo>
                  <a:pt x="482" y="746"/>
                </a:lnTo>
                <a:lnTo>
                  <a:pt x="513" y="758"/>
                </a:lnTo>
                <a:lnTo>
                  <a:pt x="545" y="775"/>
                </a:lnTo>
                <a:lnTo>
                  <a:pt x="578" y="799"/>
                </a:lnTo>
                <a:lnTo>
                  <a:pt x="612" y="827"/>
                </a:lnTo>
                <a:lnTo>
                  <a:pt x="646" y="863"/>
                </a:lnTo>
                <a:lnTo>
                  <a:pt x="682" y="905"/>
                </a:lnTo>
                <a:lnTo>
                  <a:pt x="716" y="948"/>
                </a:lnTo>
                <a:lnTo>
                  <a:pt x="746" y="990"/>
                </a:lnTo>
                <a:lnTo>
                  <a:pt x="771" y="1028"/>
                </a:lnTo>
                <a:lnTo>
                  <a:pt x="792" y="1065"/>
                </a:lnTo>
                <a:lnTo>
                  <a:pt x="809" y="1098"/>
                </a:lnTo>
                <a:lnTo>
                  <a:pt x="822" y="1130"/>
                </a:lnTo>
                <a:lnTo>
                  <a:pt x="833" y="1161"/>
                </a:lnTo>
                <a:lnTo>
                  <a:pt x="839" y="1188"/>
                </a:lnTo>
                <a:lnTo>
                  <a:pt x="842" y="1215"/>
                </a:lnTo>
                <a:lnTo>
                  <a:pt x="843" y="1240"/>
                </a:lnTo>
                <a:lnTo>
                  <a:pt x="841" y="1264"/>
                </a:lnTo>
                <a:lnTo>
                  <a:pt x="836" y="1288"/>
                </a:lnTo>
                <a:lnTo>
                  <a:pt x="827" y="1309"/>
                </a:lnTo>
                <a:lnTo>
                  <a:pt x="818" y="1329"/>
                </a:lnTo>
                <a:lnTo>
                  <a:pt x="807" y="1350"/>
                </a:lnTo>
                <a:lnTo>
                  <a:pt x="794" y="1369"/>
                </a:lnTo>
                <a:lnTo>
                  <a:pt x="778" y="1389"/>
                </a:lnTo>
                <a:lnTo>
                  <a:pt x="762" y="1408"/>
                </a:lnTo>
                <a:lnTo>
                  <a:pt x="745" y="1428"/>
                </a:lnTo>
                <a:lnTo>
                  <a:pt x="726" y="1446"/>
                </a:lnTo>
                <a:lnTo>
                  <a:pt x="707" y="1465"/>
                </a:lnTo>
                <a:lnTo>
                  <a:pt x="687" y="1485"/>
                </a:lnTo>
                <a:lnTo>
                  <a:pt x="667" y="1505"/>
                </a:lnTo>
                <a:lnTo>
                  <a:pt x="653" y="1523"/>
                </a:lnTo>
                <a:lnTo>
                  <a:pt x="643" y="1543"/>
                </a:lnTo>
                <a:lnTo>
                  <a:pt x="639" y="1566"/>
                </a:lnTo>
                <a:lnTo>
                  <a:pt x="639" y="1590"/>
                </a:lnTo>
                <a:lnTo>
                  <a:pt x="643" y="1616"/>
                </a:lnTo>
                <a:lnTo>
                  <a:pt x="650" y="1644"/>
                </a:lnTo>
                <a:lnTo>
                  <a:pt x="662" y="1674"/>
                </a:lnTo>
                <a:lnTo>
                  <a:pt x="677" y="1705"/>
                </a:lnTo>
                <a:lnTo>
                  <a:pt x="694" y="1737"/>
                </a:lnTo>
                <a:lnTo>
                  <a:pt x="715" y="1770"/>
                </a:lnTo>
                <a:lnTo>
                  <a:pt x="738" y="1805"/>
                </a:lnTo>
                <a:lnTo>
                  <a:pt x="764" y="1840"/>
                </a:lnTo>
                <a:lnTo>
                  <a:pt x="793" y="1876"/>
                </a:lnTo>
                <a:lnTo>
                  <a:pt x="822" y="1912"/>
                </a:lnTo>
                <a:lnTo>
                  <a:pt x="853" y="1949"/>
                </a:lnTo>
                <a:lnTo>
                  <a:pt x="887" y="1986"/>
                </a:lnTo>
                <a:lnTo>
                  <a:pt x="920" y="2023"/>
                </a:lnTo>
                <a:lnTo>
                  <a:pt x="955" y="2061"/>
                </a:lnTo>
                <a:lnTo>
                  <a:pt x="990" y="2096"/>
                </a:lnTo>
                <a:lnTo>
                  <a:pt x="1026" y="2133"/>
                </a:lnTo>
                <a:lnTo>
                  <a:pt x="1063" y="2169"/>
                </a:lnTo>
                <a:lnTo>
                  <a:pt x="1099" y="2205"/>
                </a:lnTo>
                <a:lnTo>
                  <a:pt x="1136" y="2240"/>
                </a:lnTo>
                <a:lnTo>
                  <a:pt x="1173" y="2273"/>
                </a:lnTo>
                <a:lnTo>
                  <a:pt x="1210" y="2306"/>
                </a:lnTo>
                <a:lnTo>
                  <a:pt x="1247" y="2338"/>
                </a:lnTo>
                <a:lnTo>
                  <a:pt x="1284" y="2367"/>
                </a:lnTo>
                <a:lnTo>
                  <a:pt x="1319" y="2395"/>
                </a:lnTo>
                <a:lnTo>
                  <a:pt x="1354" y="2421"/>
                </a:lnTo>
                <a:lnTo>
                  <a:pt x="1389" y="2444"/>
                </a:lnTo>
                <a:lnTo>
                  <a:pt x="1423" y="2465"/>
                </a:lnTo>
                <a:lnTo>
                  <a:pt x="1454" y="2483"/>
                </a:lnTo>
                <a:lnTo>
                  <a:pt x="1486" y="2497"/>
                </a:lnTo>
                <a:lnTo>
                  <a:pt x="1516" y="2509"/>
                </a:lnTo>
                <a:lnTo>
                  <a:pt x="1543" y="2517"/>
                </a:lnTo>
                <a:lnTo>
                  <a:pt x="1570" y="2521"/>
                </a:lnTo>
                <a:lnTo>
                  <a:pt x="1593" y="2520"/>
                </a:lnTo>
                <a:lnTo>
                  <a:pt x="1616" y="2516"/>
                </a:lnTo>
                <a:lnTo>
                  <a:pt x="1636" y="2506"/>
                </a:lnTo>
                <a:lnTo>
                  <a:pt x="1654" y="2492"/>
                </a:lnTo>
                <a:lnTo>
                  <a:pt x="1674" y="2472"/>
                </a:lnTo>
                <a:lnTo>
                  <a:pt x="1694" y="2452"/>
                </a:lnTo>
                <a:lnTo>
                  <a:pt x="1713" y="2433"/>
                </a:lnTo>
                <a:lnTo>
                  <a:pt x="1733" y="2414"/>
                </a:lnTo>
                <a:lnTo>
                  <a:pt x="1751" y="2397"/>
                </a:lnTo>
                <a:lnTo>
                  <a:pt x="1770" y="2381"/>
                </a:lnTo>
                <a:lnTo>
                  <a:pt x="1790" y="2365"/>
                </a:lnTo>
                <a:lnTo>
                  <a:pt x="1809" y="2352"/>
                </a:lnTo>
                <a:lnTo>
                  <a:pt x="1830" y="2341"/>
                </a:lnTo>
                <a:lnTo>
                  <a:pt x="1850" y="2332"/>
                </a:lnTo>
                <a:lnTo>
                  <a:pt x="1873" y="2324"/>
                </a:lnTo>
                <a:lnTo>
                  <a:pt x="1895" y="2319"/>
                </a:lnTo>
                <a:lnTo>
                  <a:pt x="1919" y="2316"/>
                </a:lnTo>
                <a:lnTo>
                  <a:pt x="1944" y="2317"/>
                </a:lnTo>
                <a:lnTo>
                  <a:pt x="1971" y="2320"/>
                </a:lnTo>
                <a:lnTo>
                  <a:pt x="1999" y="2326"/>
                </a:lnTo>
                <a:lnTo>
                  <a:pt x="2029" y="2337"/>
                </a:lnTo>
                <a:lnTo>
                  <a:pt x="2061" y="2350"/>
                </a:lnTo>
                <a:lnTo>
                  <a:pt x="2095" y="2367"/>
                </a:lnTo>
                <a:lnTo>
                  <a:pt x="2131" y="2388"/>
                </a:lnTo>
                <a:lnTo>
                  <a:pt x="2170" y="2413"/>
                </a:lnTo>
                <a:lnTo>
                  <a:pt x="2211" y="2443"/>
                </a:lnTo>
                <a:lnTo>
                  <a:pt x="2255" y="2477"/>
                </a:lnTo>
                <a:lnTo>
                  <a:pt x="2297" y="2513"/>
                </a:lnTo>
                <a:lnTo>
                  <a:pt x="2332" y="2547"/>
                </a:lnTo>
                <a:lnTo>
                  <a:pt x="2360" y="2581"/>
                </a:lnTo>
                <a:lnTo>
                  <a:pt x="2384" y="2614"/>
                </a:lnTo>
                <a:lnTo>
                  <a:pt x="2401" y="2647"/>
                </a:lnTo>
                <a:lnTo>
                  <a:pt x="2414" y="2677"/>
                </a:lnTo>
                <a:lnTo>
                  <a:pt x="2422" y="2707"/>
                </a:lnTo>
                <a:lnTo>
                  <a:pt x="2425" y="2737"/>
                </a:lnTo>
                <a:lnTo>
                  <a:pt x="2424" y="2765"/>
                </a:lnTo>
                <a:lnTo>
                  <a:pt x="2419" y="2793"/>
                </a:lnTo>
                <a:lnTo>
                  <a:pt x="2412" y="2819"/>
                </a:lnTo>
                <a:lnTo>
                  <a:pt x="2400" y="2846"/>
                </a:lnTo>
                <a:lnTo>
                  <a:pt x="2387" y="2872"/>
                </a:lnTo>
                <a:lnTo>
                  <a:pt x="2371" y="2896"/>
                </a:lnTo>
                <a:lnTo>
                  <a:pt x="2352" y="2920"/>
                </a:lnTo>
                <a:lnTo>
                  <a:pt x="2333" y="2943"/>
                </a:lnTo>
                <a:lnTo>
                  <a:pt x="2312" y="2967"/>
                </a:lnTo>
                <a:lnTo>
                  <a:pt x="2291" y="2989"/>
                </a:lnTo>
                <a:lnTo>
                  <a:pt x="2269" y="3011"/>
                </a:lnTo>
                <a:lnTo>
                  <a:pt x="2247" y="3032"/>
                </a:lnTo>
                <a:lnTo>
                  <a:pt x="2224" y="3054"/>
                </a:lnTo>
                <a:lnTo>
                  <a:pt x="2203" y="3074"/>
                </a:lnTo>
                <a:lnTo>
                  <a:pt x="2183" y="3093"/>
                </a:lnTo>
                <a:lnTo>
                  <a:pt x="2160" y="3113"/>
                </a:lnTo>
                <a:lnTo>
                  <a:pt x="2131" y="3129"/>
                </a:lnTo>
                <a:lnTo>
                  <a:pt x="2100" y="3142"/>
                </a:lnTo>
                <a:lnTo>
                  <a:pt x="2064" y="3151"/>
                </a:lnTo>
                <a:lnTo>
                  <a:pt x="2024" y="3157"/>
                </a:lnTo>
                <a:lnTo>
                  <a:pt x="1980" y="3159"/>
                </a:lnTo>
                <a:lnTo>
                  <a:pt x="1933" y="3158"/>
                </a:lnTo>
                <a:lnTo>
                  <a:pt x="1883" y="3153"/>
                </a:lnTo>
                <a:lnTo>
                  <a:pt x="1830" y="3144"/>
                </a:lnTo>
                <a:lnTo>
                  <a:pt x="1773" y="3131"/>
                </a:lnTo>
                <a:lnTo>
                  <a:pt x="1714" y="3115"/>
                </a:lnTo>
                <a:lnTo>
                  <a:pt x="1652" y="3094"/>
                </a:lnTo>
                <a:lnTo>
                  <a:pt x="1588" y="3071"/>
                </a:lnTo>
                <a:lnTo>
                  <a:pt x="1522" y="3042"/>
                </a:lnTo>
                <a:lnTo>
                  <a:pt x="1453" y="3011"/>
                </a:lnTo>
                <a:lnTo>
                  <a:pt x="1384" y="2974"/>
                </a:lnTo>
                <a:lnTo>
                  <a:pt x="1312" y="2934"/>
                </a:lnTo>
                <a:lnTo>
                  <a:pt x="1240" y="2889"/>
                </a:lnTo>
                <a:lnTo>
                  <a:pt x="1165" y="2841"/>
                </a:lnTo>
                <a:lnTo>
                  <a:pt x="1089" y="2788"/>
                </a:lnTo>
                <a:lnTo>
                  <a:pt x="1014" y="2729"/>
                </a:lnTo>
                <a:lnTo>
                  <a:pt x="937" y="2668"/>
                </a:lnTo>
                <a:lnTo>
                  <a:pt x="859" y="2602"/>
                </a:lnTo>
                <a:lnTo>
                  <a:pt x="781" y="2531"/>
                </a:lnTo>
                <a:lnTo>
                  <a:pt x="704" y="2455"/>
                </a:lnTo>
                <a:lnTo>
                  <a:pt x="629" y="2378"/>
                </a:lnTo>
                <a:lnTo>
                  <a:pt x="557" y="2300"/>
                </a:lnTo>
                <a:lnTo>
                  <a:pt x="491" y="2222"/>
                </a:lnTo>
                <a:lnTo>
                  <a:pt x="430" y="2145"/>
                </a:lnTo>
                <a:lnTo>
                  <a:pt x="372" y="2070"/>
                </a:lnTo>
                <a:lnTo>
                  <a:pt x="319" y="1994"/>
                </a:lnTo>
                <a:lnTo>
                  <a:pt x="270" y="1921"/>
                </a:lnTo>
                <a:lnTo>
                  <a:pt x="225" y="1847"/>
                </a:lnTo>
                <a:lnTo>
                  <a:pt x="185" y="1775"/>
                </a:lnTo>
                <a:lnTo>
                  <a:pt x="148" y="1706"/>
                </a:lnTo>
                <a:lnTo>
                  <a:pt x="117" y="1637"/>
                </a:lnTo>
                <a:lnTo>
                  <a:pt x="89" y="1571"/>
                </a:lnTo>
                <a:lnTo>
                  <a:pt x="64" y="1507"/>
                </a:lnTo>
                <a:lnTo>
                  <a:pt x="44" y="1446"/>
                </a:lnTo>
                <a:lnTo>
                  <a:pt x="28" y="1387"/>
                </a:lnTo>
                <a:lnTo>
                  <a:pt x="15" y="1330"/>
                </a:lnTo>
                <a:lnTo>
                  <a:pt x="6" y="1276"/>
                </a:lnTo>
                <a:lnTo>
                  <a:pt x="1" y="1226"/>
                </a:lnTo>
                <a:lnTo>
                  <a:pt x="0" y="1179"/>
                </a:lnTo>
                <a:lnTo>
                  <a:pt x="2" y="1135"/>
                </a:lnTo>
                <a:lnTo>
                  <a:pt x="8" y="1095"/>
                </a:lnTo>
                <a:lnTo>
                  <a:pt x="17" y="1059"/>
                </a:lnTo>
                <a:lnTo>
                  <a:pt x="30" y="1028"/>
                </a:lnTo>
                <a:lnTo>
                  <a:pt x="46" y="1000"/>
                </a:lnTo>
                <a:lnTo>
                  <a:pt x="65" y="977"/>
                </a:lnTo>
                <a:lnTo>
                  <a:pt x="86" y="956"/>
                </a:lnTo>
                <a:lnTo>
                  <a:pt x="106" y="935"/>
                </a:lnTo>
                <a:lnTo>
                  <a:pt x="127" y="912"/>
                </a:lnTo>
                <a:lnTo>
                  <a:pt x="148" y="891"/>
                </a:lnTo>
                <a:lnTo>
                  <a:pt x="171" y="868"/>
                </a:lnTo>
                <a:lnTo>
                  <a:pt x="192" y="847"/>
                </a:lnTo>
                <a:lnTo>
                  <a:pt x="216" y="826"/>
                </a:lnTo>
                <a:lnTo>
                  <a:pt x="239" y="807"/>
                </a:lnTo>
                <a:lnTo>
                  <a:pt x="263" y="789"/>
                </a:lnTo>
                <a:lnTo>
                  <a:pt x="288" y="773"/>
                </a:lnTo>
                <a:lnTo>
                  <a:pt x="314" y="759"/>
                </a:lnTo>
                <a:lnTo>
                  <a:pt x="340" y="749"/>
                </a:lnTo>
                <a:lnTo>
                  <a:pt x="367" y="740"/>
                </a:lnTo>
                <a:lnTo>
                  <a:pt x="395" y="735"/>
                </a:lnTo>
                <a:lnTo>
                  <a:pt x="422" y="734"/>
                </a:lnTo>
                <a:close/>
                <a:moveTo>
                  <a:pt x="1872" y="0"/>
                </a:moveTo>
                <a:lnTo>
                  <a:pt x="1970" y="4"/>
                </a:lnTo>
                <a:lnTo>
                  <a:pt x="2067" y="13"/>
                </a:lnTo>
                <a:lnTo>
                  <a:pt x="2162" y="29"/>
                </a:lnTo>
                <a:lnTo>
                  <a:pt x="2255" y="50"/>
                </a:lnTo>
                <a:lnTo>
                  <a:pt x="2346" y="77"/>
                </a:lnTo>
                <a:lnTo>
                  <a:pt x="2434" y="110"/>
                </a:lnTo>
                <a:lnTo>
                  <a:pt x="2520" y="147"/>
                </a:lnTo>
                <a:lnTo>
                  <a:pt x="2603" y="190"/>
                </a:lnTo>
                <a:lnTo>
                  <a:pt x="2683" y="238"/>
                </a:lnTo>
                <a:lnTo>
                  <a:pt x="2758" y="291"/>
                </a:lnTo>
                <a:lnTo>
                  <a:pt x="2832" y="348"/>
                </a:lnTo>
                <a:lnTo>
                  <a:pt x="2900" y="409"/>
                </a:lnTo>
                <a:lnTo>
                  <a:pt x="2966" y="475"/>
                </a:lnTo>
                <a:lnTo>
                  <a:pt x="3027" y="544"/>
                </a:lnTo>
                <a:lnTo>
                  <a:pt x="3085" y="617"/>
                </a:lnTo>
                <a:lnTo>
                  <a:pt x="3137" y="693"/>
                </a:lnTo>
                <a:lnTo>
                  <a:pt x="3185" y="773"/>
                </a:lnTo>
                <a:lnTo>
                  <a:pt x="3228" y="855"/>
                </a:lnTo>
                <a:lnTo>
                  <a:pt x="3266" y="941"/>
                </a:lnTo>
                <a:lnTo>
                  <a:pt x="3298" y="1030"/>
                </a:lnTo>
                <a:lnTo>
                  <a:pt x="3325" y="1120"/>
                </a:lnTo>
                <a:lnTo>
                  <a:pt x="3346" y="1213"/>
                </a:lnTo>
                <a:lnTo>
                  <a:pt x="3363" y="1308"/>
                </a:lnTo>
                <a:lnTo>
                  <a:pt x="3372" y="1405"/>
                </a:lnTo>
                <a:lnTo>
                  <a:pt x="3375" y="1504"/>
                </a:lnTo>
                <a:lnTo>
                  <a:pt x="3372" y="1598"/>
                </a:lnTo>
                <a:lnTo>
                  <a:pt x="3364" y="1692"/>
                </a:lnTo>
                <a:lnTo>
                  <a:pt x="3349" y="1783"/>
                </a:lnTo>
                <a:lnTo>
                  <a:pt x="3329" y="1873"/>
                </a:lnTo>
                <a:lnTo>
                  <a:pt x="3304" y="1960"/>
                </a:lnTo>
                <a:lnTo>
                  <a:pt x="3274" y="2046"/>
                </a:lnTo>
                <a:lnTo>
                  <a:pt x="3239" y="2129"/>
                </a:lnTo>
                <a:lnTo>
                  <a:pt x="3199" y="2209"/>
                </a:lnTo>
                <a:lnTo>
                  <a:pt x="3155" y="2287"/>
                </a:lnTo>
                <a:lnTo>
                  <a:pt x="3106" y="2361"/>
                </a:lnTo>
                <a:lnTo>
                  <a:pt x="3054" y="2433"/>
                </a:lnTo>
                <a:lnTo>
                  <a:pt x="2997" y="2500"/>
                </a:lnTo>
                <a:lnTo>
                  <a:pt x="2936" y="2565"/>
                </a:lnTo>
                <a:lnTo>
                  <a:pt x="2872" y="2626"/>
                </a:lnTo>
                <a:lnTo>
                  <a:pt x="2803" y="2683"/>
                </a:lnTo>
                <a:lnTo>
                  <a:pt x="2733" y="2737"/>
                </a:lnTo>
                <a:lnTo>
                  <a:pt x="2658" y="2785"/>
                </a:lnTo>
                <a:lnTo>
                  <a:pt x="2580" y="2830"/>
                </a:lnTo>
                <a:lnTo>
                  <a:pt x="2586" y="2797"/>
                </a:lnTo>
                <a:lnTo>
                  <a:pt x="2590" y="2763"/>
                </a:lnTo>
                <a:lnTo>
                  <a:pt x="2591" y="2728"/>
                </a:lnTo>
                <a:lnTo>
                  <a:pt x="2585" y="2680"/>
                </a:lnTo>
                <a:lnTo>
                  <a:pt x="2574" y="2633"/>
                </a:lnTo>
                <a:lnTo>
                  <a:pt x="2557" y="2587"/>
                </a:lnTo>
                <a:lnTo>
                  <a:pt x="2623" y="2541"/>
                </a:lnTo>
                <a:lnTo>
                  <a:pt x="2687" y="2492"/>
                </a:lnTo>
                <a:lnTo>
                  <a:pt x="2747" y="2440"/>
                </a:lnTo>
                <a:lnTo>
                  <a:pt x="2803" y="2383"/>
                </a:lnTo>
                <a:lnTo>
                  <a:pt x="2856" y="2323"/>
                </a:lnTo>
                <a:lnTo>
                  <a:pt x="2907" y="2260"/>
                </a:lnTo>
                <a:lnTo>
                  <a:pt x="2952" y="2194"/>
                </a:lnTo>
                <a:lnTo>
                  <a:pt x="2994" y="2124"/>
                </a:lnTo>
                <a:lnTo>
                  <a:pt x="3030" y="2052"/>
                </a:lnTo>
                <a:lnTo>
                  <a:pt x="3063" y="1978"/>
                </a:lnTo>
                <a:lnTo>
                  <a:pt x="3091" y="1901"/>
                </a:lnTo>
                <a:lnTo>
                  <a:pt x="3114" y="1822"/>
                </a:lnTo>
                <a:lnTo>
                  <a:pt x="3132" y="1742"/>
                </a:lnTo>
                <a:lnTo>
                  <a:pt x="3145" y="1659"/>
                </a:lnTo>
                <a:lnTo>
                  <a:pt x="2883" y="1504"/>
                </a:lnTo>
                <a:lnTo>
                  <a:pt x="3145" y="1350"/>
                </a:lnTo>
                <a:lnTo>
                  <a:pt x="3132" y="1263"/>
                </a:lnTo>
                <a:lnTo>
                  <a:pt x="3112" y="1178"/>
                </a:lnTo>
                <a:lnTo>
                  <a:pt x="3088" y="1096"/>
                </a:lnTo>
                <a:lnTo>
                  <a:pt x="3057" y="1016"/>
                </a:lnTo>
                <a:lnTo>
                  <a:pt x="3022" y="939"/>
                </a:lnTo>
                <a:lnTo>
                  <a:pt x="2982" y="864"/>
                </a:lnTo>
                <a:lnTo>
                  <a:pt x="2937" y="793"/>
                </a:lnTo>
                <a:lnTo>
                  <a:pt x="2888" y="724"/>
                </a:lnTo>
                <a:lnTo>
                  <a:pt x="2835" y="659"/>
                </a:lnTo>
                <a:lnTo>
                  <a:pt x="2778" y="597"/>
                </a:lnTo>
                <a:lnTo>
                  <a:pt x="2716" y="540"/>
                </a:lnTo>
                <a:lnTo>
                  <a:pt x="2652" y="487"/>
                </a:lnTo>
                <a:lnTo>
                  <a:pt x="2583" y="438"/>
                </a:lnTo>
                <a:lnTo>
                  <a:pt x="2512" y="393"/>
                </a:lnTo>
                <a:lnTo>
                  <a:pt x="2437" y="353"/>
                </a:lnTo>
                <a:lnTo>
                  <a:pt x="2359" y="318"/>
                </a:lnTo>
                <a:lnTo>
                  <a:pt x="2280" y="288"/>
                </a:lnTo>
                <a:lnTo>
                  <a:pt x="2197" y="264"/>
                </a:lnTo>
                <a:lnTo>
                  <a:pt x="2112" y="244"/>
                </a:lnTo>
                <a:lnTo>
                  <a:pt x="2025" y="231"/>
                </a:lnTo>
                <a:lnTo>
                  <a:pt x="1872" y="492"/>
                </a:lnTo>
                <a:lnTo>
                  <a:pt x="1717" y="231"/>
                </a:lnTo>
                <a:lnTo>
                  <a:pt x="1630" y="244"/>
                </a:lnTo>
                <a:lnTo>
                  <a:pt x="1545" y="264"/>
                </a:lnTo>
                <a:lnTo>
                  <a:pt x="1463" y="288"/>
                </a:lnTo>
                <a:lnTo>
                  <a:pt x="1383" y="318"/>
                </a:lnTo>
                <a:lnTo>
                  <a:pt x="1305" y="354"/>
                </a:lnTo>
                <a:lnTo>
                  <a:pt x="1230" y="394"/>
                </a:lnTo>
                <a:lnTo>
                  <a:pt x="1159" y="439"/>
                </a:lnTo>
                <a:lnTo>
                  <a:pt x="1091" y="488"/>
                </a:lnTo>
                <a:lnTo>
                  <a:pt x="1026" y="541"/>
                </a:lnTo>
                <a:lnTo>
                  <a:pt x="964" y="598"/>
                </a:lnTo>
                <a:lnTo>
                  <a:pt x="907" y="660"/>
                </a:lnTo>
                <a:lnTo>
                  <a:pt x="854" y="725"/>
                </a:lnTo>
                <a:lnTo>
                  <a:pt x="805" y="794"/>
                </a:lnTo>
                <a:lnTo>
                  <a:pt x="765" y="748"/>
                </a:lnTo>
                <a:lnTo>
                  <a:pt x="724" y="707"/>
                </a:lnTo>
                <a:lnTo>
                  <a:pt x="682" y="672"/>
                </a:lnTo>
                <a:lnTo>
                  <a:pt x="640" y="641"/>
                </a:lnTo>
                <a:lnTo>
                  <a:pt x="693" y="571"/>
                </a:lnTo>
                <a:lnTo>
                  <a:pt x="751" y="503"/>
                </a:lnTo>
                <a:lnTo>
                  <a:pt x="812" y="439"/>
                </a:lnTo>
                <a:lnTo>
                  <a:pt x="876" y="378"/>
                </a:lnTo>
                <a:lnTo>
                  <a:pt x="944" y="321"/>
                </a:lnTo>
                <a:lnTo>
                  <a:pt x="1016" y="268"/>
                </a:lnTo>
                <a:lnTo>
                  <a:pt x="1090" y="220"/>
                </a:lnTo>
                <a:lnTo>
                  <a:pt x="1167" y="176"/>
                </a:lnTo>
                <a:lnTo>
                  <a:pt x="1248" y="136"/>
                </a:lnTo>
                <a:lnTo>
                  <a:pt x="1331" y="101"/>
                </a:lnTo>
                <a:lnTo>
                  <a:pt x="1415" y="71"/>
                </a:lnTo>
                <a:lnTo>
                  <a:pt x="1502" y="46"/>
                </a:lnTo>
                <a:lnTo>
                  <a:pt x="1592" y="27"/>
                </a:lnTo>
                <a:lnTo>
                  <a:pt x="1683" y="12"/>
                </a:lnTo>
                <a:lnTo>
                  <a:pt x="1776" y="3"/>
                </a:lnTo>
                <a:lnTo>
                  <a:pt x="18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5F19A-E0CF-7868-E2A6-656A9F272C60}"/>
              </a:ext>
            </a:extLst>
          </p:cNvPr>
          <p:cNvSpPr txBox="1"/>
          <p:nvPr/>
        </p:nvSpPr>
        <p:spPr>
          <a:xfrm>
            <a:off x="279069" y="219694"/>
            <a:ext cx="5308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方正姚体" panose="02010601030101010101" pitchFamily="2" charset="-122"/>
                <a:ea typeface="方正姚体" panose="02010601030101010101" pitchFamily="2" charset="-122"/>
              </a:rPr>
              <a:t>Cli</a:t>
            </a:r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接口和功能验证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——Cluster</a:t>
            </a:r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集群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93FF8BA-DBED-5C88-372E-5FD2C70F7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114" y="967330"/>
            <a:ext cx="6827322" cy="52630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0447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13">
            <a:extLst>
              <a:ext uri="{FF2B5EF4-FFF2-40B4-BE49-F238E27FC236}">
                <a16:creationId xmlns:a16="http://schemas.microsoft.com/office/drawing/2014/main" id="{557A0266-60B5-4C29-A6BE-C44A3A5212AA}"/>
              </a:ext>
            </a:extLst>
          </p:cNvPr>
          <p:cNvSpPr>
            <a:spLocks noEditPoints="1"/>
          </p:cNvSpPr>
          <p:nvPr/>
        </p:nvSpPr>
        <p:spPr bwMode="auto">
          <a:xfrm>
            <a:off x="2325673" y="2096855"/>
            <a:ext cx="282041" cy="263991"/>
          </a:xfrm>
          <a:custGeom>
            <a:avLst/>
            <a:gdLst>
              <a:gd name="T0" fmla="*/ 2221 w 3375"/>
              <a:gd name="T1" fmla="*/ 1236 h 3159"/>
              <a:gd name="T2" fmla="*/ 2242 w 3375"/>
              <a:gd name="T3" fmla="*/ 1252 h 3159"/>
              <a:gd name="T4" fmla="*/ 2246 w 3375"/>
              <a:gd name="T5" fmla="*/ 1178 h 3159"/>
              <a:gd name="T6" fmla="*/ 2443 w 3375"/>
              <a:gd name="T7" fmla="*/ 1830 h 3159"/>
              <a:gd name="T8" fmla="*/ 1518 w 3375"/>
              <a:gd name="T9" fmla="*/ 982 h 3159"/>
              <a:gd name="T10" fmla="*/ 1704 w 3375"/>
              <a:gd name="T11" fmla="*/ 1062 h 3159"/>
              <a:gd name="T12" fmla="*/ 1771 w 3375"/>
              <a:gd name="T13" fmla="*/ 1272 h 3159"/>
              <a:gd name="T14" fmla="*/ 1664 w 3375"/>
              <a:gd name="T15" fmla="*/ 1457 h 3159"/>
              <a:gd name="T16" fmla="*/ 1501 w 3375"/>
              <a:gd name="T17" fmla="*/ 1570 h 3159"/>
              <a:gd name="T18" fmla="*/ 1787 w 3375"/>
              <a:gd name="T19" fmla="*/ 1655 h 3159"/>
              <a:gd name="T20" fmla="*/ 1208 w 3375"/>
              <a:gd name="T21" fmla="*/ 1662 h 3159"/>
              <a:gd name="T22" fmla="*/ 1331 w 3375"/>
              <a:gd name="T23" fmla="*/ 1466 h 3159"/>
              <a:gd name="T24" fmla="*/ 1494 w 3375"/>
              <a:gd name="T25" fmla="*/ 1347 h 3159"/>
              <a:gd name="T26" fmla="*/ 1558 w 3375"/>
              <a:gd name="T27" fmla="*/ 1236 h 3159"/>
              <a:gd name="T28" fmla="*/ 1470 w 3375"/>
              <a:gd name="T29" fmla="*/ 1173 h 3159"/>
              <a:gd name="T30" fmla="*/ 1358 w 3375"/>
              <a:gd name="T31" fmla="*/ 1243 h 3159"/>
              <a:gd name="T32" fmla="*/ 1203 w 3375"/>
              <a:gd name="T33" fmla="*/ 1144 h 3159"/>
              <a:gd name="T34" fmla="*/ 1300 w 3375"/>
              <a:gd name="T35" fmla="*/ 1038 h 3159"/>
              <a:gd name="T36" fmla="*/ 422 w 3375"/>
              <a:gd name="T37" fmla="*/ 734 h 3159"/>
              <a:gd name="T38" fmla="*/ 646 w 3375"/>
              <a:gd name="T39" fmla="*/ 863 h 3159"/>
              <a:gd name="T40" fmla="*/ 822 w 3375"/>
              <a:gd name="T41" fmla="*/ 1130 h 3159"/>
              <a:gd name="T42" fmla="*/ 827 w 3375"/>
              <a:gd name="T43" fmla="*/ 1309 h 3159"/>
              <a:gd name="T44" fmla="*/ 726 w 3375"/>
              <a:gd name="T45" fmla="*/ 1446 h 3159"/>
              <a:gd name="T46" fmla="*/ 639 w 3375"/>
              <a:gd name="T47" fmla="*/ 1590 h 3159"/>
              <a:gd name="T48" fmla="*/ 738 w 3375"/>
              <a:gd name="T49" fmla="*/ 1805 h 3159"/>
              <a:gd name="T50" fmla="*/ 955 w 3375"/>
              <a:gd name="T51" fmla="*/ 2061 h 3159"/>
              <a:gd name="T52" fmla="*/ 1210 w 3375"/>
              <a:gd name="T53" fmla="*/ 2306 h 3159"/>
              <a:gd name="T54" fmla="*/ 1454 w 3375"/>
              <a:gd name="T55" fmla="*/ 2483 h 3159"/>
              <a:gd name="T56" fmla="*/ 1636 w 3375"/>
              <a:gd name="T57" fmla="*/ 2506 h 3159"/>
              <a:gd name="T58" fmla="*/ 1770 w 3375"/>
              <a:gd name="T59" fmla="*/ 2381 h 3159"/>
              <a:gd name="T60" fmla="*/ 1919 w 3375"/>
              <a:gd name="T61" fmla="*/ 2316 h 3159"/>
              <a:gd name="T62" fmla="*/ 2131 w 3375"/>
              <a:gd name="T63" fmla="*/ 2388 h 3159"/>
              <a:gd name="T64" fmla="*/ 2384 w 3375"/>
              <a:gd name="T65" fmla="*/ 2614 h 3159"/>
              <a:gd name="T66" fmla="*/ 2412 w 3375"/>
              <a:gd name="T67" fmla="*/ 2819 h 3159"/>
              <a:gd name="T68" fmla="*/ 2291 w 3375"/>
              <a:gd name="T69" fmla="*/ 2989 h 3159"/>
              <a:gd name="T70" fmla="*/ 2131 w 3375"/>
              <a:gd name="T71" fmla="*/ 3129 h 3159"/>
              <a:gd name="T72" fmla="*/ 1830 w 3375"/>
              <a:gd name="T73" fmla="*/ 3144 h 3159"/>
              <a:gd name="T74" fmla="*/ 1384 w 3375"/>
              <a:gd name="T75" fmla="*/ 2974 h 3159"/>
              <a:gd name="T76" fmla="*/ 859 w 3375"/>
              <a:gd name="T77" fmla="*/ 2602 h 3159"/>
              <a:gd name="T78" fmla="*/ 372 w 3375"/>
              <a:gd name="T79" fmla="*/ 2070 h 3159"/>
              <a:gd name="T80" fmla="*/ 89 w 3375"/>
              <a:gd name="T81" fmla="*/ 1571 h 3159"/>
              <a:gd name="T82" fmla="*/ 0 w 3375"/>
              <a:gd name="T83" fmla="*/ 1179 h 3159"/>
              <a:gd name="T84" fmla="*/ 86 w 3375"/>
              <a:gd name="T85" fmla="*/ 956 h 3159"/>
              <a:gd name="T86" fmla="*/ 239 w 3375"/>
              <a:gd name="T87" fmla="*/ 807 h 3159"/>
              <a:gd name="T88" fmla="*/ 422 w 3375"/>
              <a:gd name="T89" fmla="*/ 734 h 3159"/>
              <a:gd name="T90" fmla="*/ 2434 w 3375"/>
              <a:gd name="T91" fmla="*/ 110 h 3159"/>
              <a:gd name="T92" fmla="*/ 2966 w 3375"/>
              <a:gd name="T93" fmla="*/ 475 h 3159"/>
              <a:gd name="T94" fmla="*/ 3298 w 3375"/>
              <a:gd name="T95" fmla="*/ 1030 h 3159"/>
              <a:gd name="T96" fmla="*/ 3364 w 3375"/>
              <a:gd name="T97" fmla="*/ 1692 h 3159"/>
              <a:gd name="T98" fmla="*/ 3155 w 3375"/>
              <a:gd name="T99" fmla="*/ 2287 h 3159"/>
              <a:gd name="T100" fmla="*/ 2733 w 3375"/>
              <a:gd name="T101" fmla="*/ 2737 h 3159"/>
              <a:gd name="T102" fmla="*/ 2574 w 3375"/>
              <a:gd name="T103" fmla="*/ 2633 h 3159"/>
              <a:gd name="T104" fmla="*/ 2907 w 3375"/>
              <a:gd name="T105" fmla="*/ 2260 h 3159"/>
              <a:gd name="T106" fmla="*/ 3132 w 3375"/>
              <a:gd name="T107" fmla="*/ 1742 h 3159"/>
              <a:gd name="T108" fmla="*/ 3057 w 3375"/>
              <a:gd name="T109" fmla="*/ 1016 h 3159"/>
              <a:gd name="T110" fmla="*/ 2716 w 3375"/>
              <a:gd name="T111" fmla="*/ 540 h 3159"/>
              <a:gd name="T112" fmla="*/ 2197 w 3375"/>
              <a:gd name="T113" fmla="*/ 264 h 3159"/>
              <a:gd name="T114" fmla="*/ 1463 w 3375"/>
              <a:gd name="T115" fmla="*/ 288 h 3159"/>
              <a:gd name="T116" fmla="*/ 964 w 3375"/>
              <a:gd name="T117" fmla="*/ 598 h 3159"/>
              <a:gd name="T118" fmla="*/ 640 w 3375"/>
              <a:gd name="T119" fmla="*/ 641 h 3159"/>
              <a:gd name="T120" fmla="*/ 1090 w 3375"/>
              <a:gd name="T121" fmla="*/ 220 h 3159"/>
              <a:gd name="T122" fmla="*/ 1683 w 3375"/>
              <a:gd name="T123" fmla="*/ 12 h 3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75" h="3159">
                <a:moveTo>
                  <a:pt x="2246" y="1178"/>
                </a:moveTo>
                <a:lnTo>
                  <a:pt x="2246" y="1180"/>
                </a:lnTo>
                <a:lnTo>
                  <a:pt x="2243" y="1186"/>
                </a:lnTo>
                <a:lnTo>
                  <a:pt x="2240" y="1197"/>
                </a:lnTo>
                <a:lnTo>
                  <a:pt x="2235" y="1208"/>
                </a:lnTo>
                <a:lnTo>
                  <a:pt x="2229" y="1222"/>
                </a:lnTo>
                <a:lnTo>
                  <a:pt x="2221" y="1236"/>
                </a:lnTo>
                <a:lnTo>
                  <a:pt x="2214" y="1251"/>
                </a:lnTo>
                <a:lnTo>
                  <a:pt x="2206" y="1264"/>
                </a:lnTo>
                <a:lnTo>
                  <a:pt x="2079" y="1456"/>
                </a:lnTo>
                <a:lnTo>
                  <a:pt x="2079" y="1458"/>
                </a:lnTo>
                <a:lnTo>
                  <a:pt x="2242" y="1458"/>
                </a:lnTo>
                <a:lnTo>
                  <a:pt x="2242" y="1271"/>
                </a:lnTo>
                <a:lnTo>
                  <a:pt x="2242" y="1252"/>
                </a:lnTo>
                <a:lnTo>
                  <a:pt x="2243" y="1233"/>
                </a:lnTo>
                <a:lnTo>
                  <a:pt x="2245" y="1216"/>
                </a:lnTo>
                <a:lnTo>
                  <a:pt x="2246" y="1201"/>
                </a:lnTo>
                <a:lnTo>
                  <a:pt x="2247" y="1188"/>
                </a:lnTo>
                <a:lnTo>
                  <a:pt x="2248" y="1181"/>
                </a:lnTo>
                <a:lnTo>
                  <a:pt x="2249" y="1178"/>
                </a:lnTo>
                <a:lnTo>
                  <a:pt x="2246" y="1178"/>
                </a:lnTo>
                <a:close/>
                <a:moveTo>
                  <a:pt x="2194" y="995"/>
                </a:moveTo>
                <a:lnTo>
                  <a:pt x="2443" y="995"/>
                </a:lnTo>
                <a:lnTo>
                  <a:pt x="2443" y="1458"/>
                </a:lnTo>
                <a:lnTo>
                  <a:pt x="2543" y="1458"/>
                </a:lnTo>
                <a:lnTo>
                  <a:pt x="2543" y="1627"/>
                </a:lnTo>
                <a:lnTo>
                  <a:pt x="2443" y="1627"/>
                </a:lnTo>
                <a:lnTo>
                  <a:pt x="2443" y="1830"/>
                </a:lnTo>
                <a:lnTo>
                  <a:pt x="2242" y="1830"/>
                </a:lnTo>
                <a:lnTo>
                  <a:pt x="2242" y="1627"/>
                </a:lnTo>
                <a:lnTo>
                  <a:pt x="1872" y="1627"/>
                </a:lnTo>
                <a:lnTo>
                  <a:pt x="1872" y="1503"/>
                </a:lnTo>
                <a:lnTo>
                  <a:pt x="2194" y="995"/>
                </a:lnTo>
                <a:close/>
                <a:moveTo>
                  <a:pt x="1489" y="981"/>
                </a:moveTo>
                <a:lnTo>
                  <a:pt x="1518" y="982"/>
                </a:lnTo>
                <a:lnTo>
                  <a:pt x="1547" y="986"/>
                </a:lnTo>
                <a:lnTo>
                  <a:pt x="1576" y="992"/>
                </a:lnTo>
                <a:lnTo>
                  <a:pt x="1605" y="1000"/>
                </a:lnTo>
                <a:lnTo>
                  <a:pt x="1632" y="1011"/>
                </a:lnTo>
                <a:lnTo>
                  <a:pt x="1658" y="1026"/>
                </a:lnTo>
                <a:lnTo>
                  <a:pt x="1682" y="1042"/>
                </a:lnTo>
                <a:lnTo>
                  <a:pt x="1704" y="1062"/>
                </a:lnTo>
                <a:lnTo>
                  <a:pt x="1724" y="1083"/>
                </a:lnTo>
                <a:lnTo>
                  <a:pt x="1741" y="1109"/>
                </a:lnTo>
                <a:lnTo>
                  <a:pt x="1755" y="1136"/>
                </a:lnTo>
                <a:lnTo>
                  <a:pt x="1765" y="1167"/>
                </a:lnTo>
                <a:lnTo>
                  <a:pt x="1771" y="1200"/>
                </a:lnTo>
                <a:lnTo>
                  <a:pt x="1773" y="1236"/>
                </a:lnTo>
                <a:lnTo>
                  <a:pt x="1771" y="1272"/>
                </a:lnTo>
                <a:lnTo>
                  <a:pt x="1765" y="1305"/>
                </a:lnTo>
                <a:lnTo>
                  <a:pt x="1755" y="1336"/>
                </a:lnTo>
                <a:lnTo>
                  <a:pt x="1742" y="1364"/>
                </a:lnTo>
                <a:lnTo>
                  <a:pt x="1725" y="1390"/>
                </a:lnTo>
                <a:lnTo>
                  <a:pt x="1707" y="1414"/>
                </a:lnTo>
                <a:lnTo>
                  <a:pt x="1686" y="1437"/>
                </a:lnTo>
                <a:lnTo>
                  <a:pt x="1664" y="1457"/>
                </a:lnTo>
                <a:lnTo>
                  <a:pt x="1640" y="1477"/>
                </a:lnTo>
                <a:lnTo>
                  <a:pt x="1617" y="1494"/>
                </a:lnTo>
                <a:lnTo>
                  <a:pt x="1592" y="1510"/>
                </a:lnTo>
                <a:lnTo>
                  <a:pt x="1569" y="1527"/>
                </a:lnTo>
                <a:lnTo>
                  <a:pt x="1545" y="1542"/>
                </a:lnTo>
                <a:lnTo>
                  <a:pt x="1523" y="1556"/>
                </a:lnTo>
                <a:lnTo>
                  <a:pt x="1501" y="1570"/>
                </a:lnTo>
                <a:lnTo>
                  <a:pt x="1483" y="1584"/>
                </a:lnTo>
                <a:lnTo>
                  <a:pt x="1466" y="1597"/>
                </a:lnTo>
                <a:lnTo>
                  <a:pt x="1452" y="1611"/>
                </a:lnTo>
                <a:lnTo>
                  <a:pt x="1441" y="1625"/>
                </a:lnTo>
                <a:lnTo>
                  <a:pt x="1435" y="1639"/>
                </a:lnTo>
                <a:lnTo>
                  <a:pt x="1432" y="1655"/>
                </a:lnTo>
                <a:lnTo>
                  <a:pt x="1787" y="1655"/>
                </a:lnTo>
                <a:lnTo>
                  <a:pt x="1787" y="1830"/>
                </a:lnTo>
                <a:lnTo>
                  <a:pt x="1209" y="1830"/>
                </a:lnTo>
                <a:lnTo>
                  <a:pt x="1204" y="1798"/>
                </a:lnTo>
                <a:lnTo>
                  <a:pt x="1201" y="1768"/>
                </a:lnTo>
                <a:lnTo>
                  <a:pt x="1199" y="1740"/>
                </a:lnTo>
                <a:lnTo>
                  <a:pt x="1202" y="1699"/>
                </a:lnTo>
                <a:lnTo>
                  <a:pt x="1208" y="1662"/>
                </a:lnTo>
                <a:lnTo>
                  <a:pt x="1217" y="1627"/>
                </a:lnTo>
                <a:lnTo>
                  <a:pt x="1230" y="1594"/>
                </a:lnTo>
                <a:lnTo>
                  <a:pt x="1247" y="1565"/>
                </a:lnTo>
                <a:lnTo>
                  <a:pt x="1265" y="1537"/>
                </a:lnTo>
                <a:lnTo>
                  <a:pt x="1286" y="1513"/>
                </a:lnTo>
                <a:lnTo>
                  <a:pt x="1307" y="1489"/>
                </a:lnTo>
                <a:lnTo>
                  <a:pt x="1331" y="1466"/>
                </a:lnTo>
                <a:lnTo>
                  <a:pt x="1355" y="1446"/>
                </a:lnTo>
                <a:lnTo>
                  <a:pt x="1380" y="1428"/>
                </a:lnTo>
                <a:lnTo>
                  <a:pt x="1404" y="1409"/>
                </a:lnTo>
                <a:lnTo>
                  <a:pt x="1428" y="1393"/>
                </a:lnTo>
                <a:lnTo>
                  <a:pt x="1451" y="1377"/>
                </a:lnTo>
                <a:lnTo>
                  <a:pt x="1474" y="1361"/>
                </a:lnTo>
                <a:lnTo>
                  <a:pt x="1494" y="1347"/>
                </a:lnTo>
                <a:lnTo>
                  <a:pt x="1513" y="1332"/>
                </a:lnTo>
                <a:lnTo>
                  <a:pt x="1528" y="1317"/>
                </a:lnTo>
                <a:lnTo>
                  <a:pt x="1541" y="1303"/>
                </a:lnTo>
                <a:lnTo>
                  <a:pt x="1551" y="1288"/>
                </a:lnTo>
                <a:lnTo>
                  <a:pt x="1558" y="1272"/>
                </a:lnTo>
                <a:lnTo>
                  <a:pt x="1560" y="1256"/>
                </a:lnTo>
                <a:lnTo>
                  <a:pt x="1558" y="1236"/>
                </a:lnTo>
                <a:lnTo>
                  <a:pt x="1551" y="1219"/>
                </a:lnTo>
                <a:lnTo>
                  <a:pt x="1542" y="1205"/>
                </a:lnTo>
                <a:lnTo>
                  <a:pt x="1531" y="1192"/>
                </a:lnTo>
                <a:lnTo>
                  <a:pt x="1518" y="1184"/>
                </a:lnTo>
                <a:lnTo>
                  <a:pt x="1502" y="1178"/>
                </a:lnTo>
                <a:lnTo>
                  <a:pt x="1486" y="1175"/>
                </a:lnTo>
                <a:lnTo>
                  <a:pt x="1470" y="1173"/>
                </a:lnTo>
                <a:lnTo>
                  <a:pt x="1447" y="1176"/>
                </a:lnTo>
                <a:lnTo>
                  <a:pt x="1427" y="1182"/>
                </a:lnTo>
                <a:lnTo>
                  <a:pt x="1408" y="1192"/>
                </a:lnTo>
                <a:lnTo>
                  <a:pt x="1392" y="1205"/>
                </a:lnTo>
                <a:lnTo>
                  <a:pt x="1379" y="1218"/>
                </a:lnTo>
                <a:lnTo>
                  <a:pt x="1366" y="1231"/>
                </a:lnTo>
                <a:lnTo>
                  <a:pt x="1358" y="1243"/>
                </a:lnTo>
                <a:lnTo>
                  <a:pt x="1351" y="1253"/>
                </a:lnTo>
                <a:lnTo>
                  <a:pt x="1348" y="1260"/>
                </a:lnTo>
                <a:lnTo>
                  <a:pt x="1346" y="1262"/>
                </a:lnTo>
                <a:lnTo>
                  <a:pt x="1195" y="1161"/>
                </a:lnTo>
                <a:lnTo>
                  <a:pt x="1196" y="1159"/>
                </a:lnTo>
                <a:lnTo>
                  <a:pt x="1199" y="1153"/>
                </a:lnTo>
                <a:lnTo>
                  <a:pt x="1203" y="1144"/>
                </a:lnTo>
                <a:lnTo>
                  <a:pt x="1210" y="1132"/>
                </a:lnTo>
                <a:lnTo>
                  <a:pt x="1219" y="1119"/>
                </a:lnTo>
                <a:lnTo>
                  <a:pt x="1230" y="1103"/>
                </a:lnTo>
                <a:lnTo>
                  <a:pt x="1244" y="1087"/>
                </a:lnTo>
                <a:lnTo>
                  <a:pt x="1260" y="1071"/>
                </a:lnTo>
                <a:lnTo>
                  <a:pt x="1278" y="1054"/>
                </a:lnTo>
                <a:lnTo>
                  <a:pt x="1300" y="1038"/>
                </a:lnTo>
                <a:lnTo>
                  <a:pt x="1324" y="1023"/>
                </a:lnTo>
                <a:lnTo>
                  <a:pt x="1351" y="1008"/>
                </a:lnTo>
                <a:lnTo>
                  <a:pt x="1381" y="997"/>
                </a:lnTo>
                <a:lnTo>
                  <a:pt x="1413" y="989"/>
                </a:lnTo>
                <a:lnTo>
                  <a:pt x="1449" y="983"/>
                </a:lnTo>
                <a:lnTo>
                  <a:pt x="1489" y="981"/>
                </a:lnTo>
                <a:close/>
                <a:moveTo>
                  <a:pt x="422" y="734"/>
                </a:moveTo>
                <a:lnTo>
                  <a:pt x="452" y="738"/>
                </a:lnTo>
                <a:lnTo>
                  <a:pt x="482" y="746"/>
                </a:lnTo>
                <a:lnTo>
                  <a:pt x="513" y="758"/>
                </a:lnTo>
                <a:lnTo>
                  <a:pt x="545" y="775"/>
                </a:lnTo>
                <a:lnTo>
                  <a:pt x="578" y="799"/>
                </a:lnTo>
                <a:lnTo>
                  <a:pt x="612" y="827"/>
                </a:lnTo>
                <a:lnTo>
                  <a:pt x="646" y="863"/>
                </a:lnTo>
                <a:lnTo>
                  <a:pt x="682" y="905"/>
                </a:lnTo>
                <a:lnTo>
                  <a:pt x="716" y="948"/>
                </a:lnTo>
                <a:lnTo>
                  <a:pt x="746" y="990"/>
                </a:lnTo>
                <a:lnTo>
                  <a:pt x="771" y="1028"/>
                </a:lnTo>
                <a:lnTo>
                  <a:pt x="792" y="1065"/>
                </a:lnTo>
                <a:lnTo>
                  <a:pt x="809" y="1098"/>
                </a:lnTo>
                <a:lnTo>
                  <a:pt x="822" y="1130"/>
                </a:lnTo>
                <a:lnTo>
                  <a:pt x="833" y="1161"/>
                </a:lnTo>
                <a:lnTo>
                  <a:pt x="839" y="1188"/>
                </a:lnTo>
                <a:lnTo>
                  <a:pt x="842" y="1215"/>
                </a:lnTo>
                <a:lnTo>
                  <a:pt x="843" y="1240"/>
                </a:lnTo>
                <a:lnTo>
                  <a:pt x="841" y="1264"/>
                </a:lnTo>
                <a:lnTo>
                  <a:pt x="836" y="1288"/>
                </a:lnTo>
                <a:lnTo>
                  <a:pt x="827" y="1309"/>
                </a:lnTo>
                <a:lnTo>
                  <a:pt x="818" y="1329"/>
                </a:lnTo>
                <a:lnTo>
                  <a:pt x="807" y="1350"/>
                </a:lnTo>
                <a:lnTo>
                  <a:pt x="794" y="1369"/>
                </a:lnTo>
                <a:lnTo>
                  <a:pt x="778" y="1389"/>
                </a:lnTo>
                <a:lnTo>
                  <a:pt x="762" y="1408"/>
                </a:lnTo>
                <a:lnTo>
                  <a:pt x="745" y="1428"/>
                </a:lnTo>
                <a:lnTo>
                  <a:pt x="726" y="1446"/>
                </a:lnTo>
                <a:lnTo>
                  <a:pt x="707" y="1465"/>
                </a:lnTo>
                <a:lnTo>
                  <a:pt x="687" y="1485"/>
                </a:lnTo>
                <a:lnTo>
                  <a:pt x="667" y="1505"/>
                </a:lnTo>
                <a:lnTo>
                  <a:pt x="653" y="1523"/>
                </a:lnTo>
                <a:lnTo>
                  <a:pt x="643" y="1543"/>
                </a:lnTo>
                <a:lnTo>
                  <a:pt x="639" y="1566"/>
                </a:lnTo>
                <a:lnTo>
                  <a:pt x="639" y="1590"/>
                </a:lnTo>
                <a:lnTo>
                  <a:pt x="643" y="1616"/>
                </a:lnTo>
                <a:lnTo>
                  <a:pt x="650" y="1644"/>
                </a:lnTo>
                <a:lnTo>
                  <a:pt x="662" y="1674"/>
                </a:lnTo>
                <a:lnTo>
                  <a:pt x="677" y="1705"/>
                </a:lnTo>
                <a:lnTo>
                  <a:pt x="694" y="1737"/>
                </a:lnTo>
                <a:lnTo>
                  <a:pt x="715" y="1770"/>
                </a:lnTo>
                <a:lnTo>
                  <a:pt x="738" y="1805"/>
                </a:lnTo>
                <a:lnTo>
                  <a:pt x="764" y="1840"/>
                </a:lnTo>
                <a:lnTo>
                  <a:pt x="793" y="1876"/>
                </a:lnTo>
                <a:lnTo>
                  <a:pt x="822" y="1912"/>
                </a:lnTo>
                <a:lnTo>
                  <a:pt x="853" y="1949"/>
                </a:lnTo>
                <a:lnTo>
                  <a:pt x="887" y="1986"/>
                </a:lnTo>
                <a:lnTo>
                  <a:pt x="920" y="2023"/>
                </a:lnTo>
                <a:lnTo>
                  <a:pt x="955" y="2061"/>
                </a:lnTo>
                <a:lnTo>
                  <a:pt x="990" y="2096"/>
                </a:lnTo>
                <a:lnTo>
                  <a:pt x="1026" y="2133"/>
                </a:lnTo>
                <a:lnTo>
                  <a:pt x="1063" y="2169"/>
                </a:lnTo>
                <a:lnTo>
                  <a:pt x="1099" y="2205"/>
                </a:lnTo>
                <a:lnTo>
                  <a:pt x="1136" y="2240"/>
                </a:lnTo>
                <a:lnTo>
                  <a:pt x="1173" y="2273"/>
                </a:lnTo>
                <a:lnTo>
                  <a:pt x="1210" y="2306"/>
                </a:lnTo>
                <a:lnTo>
                  <a:pt x="1247" y="2338"/>
                </a:lnTo>
                <a:lnTo>
                  <a:pt x="1284" y="2367"/>
                </a:lnTo>
                <a:lnTo>
                  <a:pt x="1319" y="2395"/>
                </a:lnTo>
                <a:lnTo>
                  <a:pt x="1354" y="2421"/>
                </a:lnTo>
                <a:lnTo>
                  <a:pt x="1389" y="2444"/>
                </a:lnTo>
                <a:lnTo>
                  <a:pt x="1423" y="2465"/>
                </a:lnTo>
                <a:lnTo>
                  <a:pt x="1454" y="2483"/>
                </a:lnTo>
                <a:lnTo>
                  <a:pt x="1486" y="2497"/>
                </a:lnTo>
                <a:lnTo>
                  <a:pt x="1516" y="2509"/>
                </a:lnTo>
                <a:lnTo>
                  <a:pt x="1543" y="2517"/>
                </a:lnTo>
                <a:lnTo>
                  <a:pt x="1570" y="2521"/>
                </a:lnTo>
                <a:lnTo>
                  <a:pt x="1593" y="2520"/>
                </a:lnTo>
                <a:lnTo>
                  <a:pt x="1616" y="2516"/>
                </a:lnTo>
                <a:lnTo>
                  <a:pt x="1636" y="2506"/>
                </a:lnTo>
                <a:lnTo>
                  <a:pt x="1654" y="2492"/>
                </a:lnTo>
                <a:lnTo>
                  <a:pt x="1674" y="2472"/>
                </a:lnTo>
                <a:lnTo>
                  <a:pt x="1694" y="2452"/>
                </a:lnTo>
                <a:lnTo>
                  <a:pt x="1713" y="2433"/>
                </a:lnTo>
                <a:lnTo>
                  <a:pt x="1733" y="2414"/>
                </a:lnTo>
                <a:lnTo>
                  <a:pt x="1751" y="2397"/>
                </a:lnTo>
                <a:lnTo>
                  <a:pt x="1770" y="2381"/>
                </a:lnTo>
                <a:lnTo>
                  <a:pt x="1790" y="2365"/>
                </a:lnTo>
                <a:lnTo>
                  <a:pt x="1809" y="2352"/>
                </a:lnTo>
                <a:lnTo>
                  <a:pt x="1830" y="2341"/>
                </a:lnTo>
                <a:lnTo>
                  <a:pt x="1850" y="2332"/>
                </a:lnTo>
                <a:lnTo>
                  <a:pt x="1873" y="2324"/>
                </a:lnTo>
                <a:lnTo>
                  <a:pt x="1895" y="2319"/>
                </a:lnTo>
                <a:lnTo>
                  <a:pt x="1919" y="2316"/>
                </a:lnTo>
                <a:lnTo>
                  <a:pt x="1944" y="2317"/>
                </a:lnTo>
                <a:lnTo>
                  <a:pt x="1971" y="2320"/>
                </a:lnTo>
                <a:lnTo>
                  <a:pt x="1999" y="2326"/>
                </a:lnTo>
                <a:lnTo>
                  <a:pt x="2029" y="2337"/>
                </a:lnTo>
                <a:lnTo>
                  <a:pt x="2061" y="2350"/>
                </a:lnTo>
                <a:lnTo>
                  <a:pt x="2095" y="2367"/>
                </a:lnTo>
                <a:lnTo>
                  <a:pt x="2131" y="2388"/>
                </a:lnTo>
                <a:lnTo>
                  <a:pt x="2170" y="2413"/>
                </a:lnTo>
                <a:lnTo>
                  <a:pt x="2211" y="2443"/>
                </a:lnTo>
                <a:lnTo>
                  <a:pt x="2255" y="2477"/>
                </a:lnTo>
                <a:lnTo>
                  <a:pt x="2297" y="2513"/>
                </a:lnTo>
                <a:lnTo>
                  <a:pt x="2332" y="2547"/>
                </a:lnTo>
                <a:lnTo>
                  <a:pt x="2360" y="2581"/>
                </a:lnTo>
                <a:lnTo>
                  <a:pt x="2384" y="2614"/>
                </a:lnTo>
                <a:lnTo>
                  <a:pt x="2401" y="2647"/>
                </a:lnTo>
                <a:lnTo>
                  <a:pt x="2414" y="2677"/>
                </a:lnTo>
                <a:lnTo>
                  <a:pt x="2422" y="2707"/>
                </a:lnTo>
                <a:lnTo>
                  <a:pt x="2425" y="2737"/>
                </a:lnTo>
                <a:lnTo>
                  <a:pt x="2424" y="2765"/>
                </a:lnTo>
                <a:lnTo>
                  <a:pt x="2419" y="2793"/>
                </a:lnTo>
                <a:lnTo>
                  <a:pt x="2412" y="2819"/>
                </a:lnTo>
                <a:lnTo>
                  <a:pt x="2400" y="2846"/>
                </a:lnTo>
                <a:lnTo>
                  <a:pt x="2387" y="2872"/>
                </a:lnTo>
                <a:lnTo>
                  <a:pt x="2371" y="2896"/>
                </a:lnTo>
                <a:lnTo>
                  <a:pt x="2352" y="2920"/>
                </a:lnTo>
                <a:lnTo>
                  <a:pt x="2333" y="2943"/>
                </a:lnTo>
                <a:lnTo>
                  <a:pt x="2312" y="2967"/>
                </a:lnTo>
                <a:lnTo>
                  <a:pt x="2291" y="2989"/>
                </a:lnTo>
                <a:lnTo>
                  <a:pt x="2269" y="3011"/>
                </a:lnTo>
                <a:lnTo>
                  <a:pt x="2247" y="3032"/>
                </a:lnTo>
                <a:lnTo>
                  <a:pt x="2224" y="3054"/>
                </a:lnTo>
                <a:lnTo>
                  <a:pt x="2203" y="3074"/>
                </a:lnTo>
                <a:lnTo>
                  <a:pt x="2183" y="3093"/>
                </a:lnTo>
                <a:lnTo>
                  <a:pt x="2160" y="3113"/>
                </a:lnTo>
                <a:lnTo>
                  <a:pt x="2131" y="3129"/>
                </a:lnTo>
                <a:lnTo>
                  <a:pt x="2100" y="3142"/>
                </a:lnTo>
                <a:lnTo>
                  <a:pt x="2064" y="3151"/>
                </a:lnTo>
                <a:lnTo>
                  <a:pt x="2024" y="3157"/>
                </a:lnTo>
                <a:lnTo>
                  <a:pt x="1980" y="3159"/>
                </a:lnTo>
                <a:lnTo>
                  <a:pt x="1933" y="3158"/>
                </a:lnTo>
                <a:lnTo>
                  <a:pt x="1883" y="3153"/>
                </a:lnTo>
                <a:lnTo>
                  <a:pt x="1830" y="3144"/>
                </a:lnTo>
                <a:lnTo>
                  <a:pt x="1773" y="3131"/>
                </a:lnTo>
                <a:lnTo>
                  <a:pt x="1714" y="3115"/>
                </a:lnTo>
                <a:lnTo>
                  <a:pt x="1652" y="3094"/>
                </a:lnTo>
                <a:lnTo>
                  <a:pt x="1588" y="3071"/>
                </a:lnTo>
                <a:lnTo>
                  <a:pt x="1522" y="3042"/>
                </a:lnTo>
                <a:lnTo>
                  <a:pt x="1453" y="3011"/>
                </a:lnTo>
                <a:lnTo>
                  <a:pt x="1384" y="2974"/>
                </a:lnTo>
                <a:lnTo>
                  <a:pt x="1312" y="2934"/>
                </a:lnTo>
                <a:lnTo>
                  <a:pt x="1240" y="2889"/>
                </a:lnTo>
                <a:lnTo>
                  <a:pt x="1165" y="2841"/>
                </a:lnTo>
                <a:lnTo>
                  <a:pt x="1089" y="2788"/>
                </a:lnTo>
                <a:lnTo>
                  <a:pt x="1014" y="2729"/>
                </a:lnTo>
                <a:lnTo>
                  <a:pt x="937" y="2668"/>
                </a:lnTo>
                <a:lnTo>
                  <a:pt x="859" y="2602"/>
                </a:lnTo>
                <a:lnTo>
                  <a:pt x="781" y="2531"/>
                </a:lnTo>
                <a:lnTo>
                  <a:pt x="704" y="2455"/>
                </a:lnTo>
                <a:lnTo>
                  <a:pt x="629" y="2378"/>
                </a:lnTo>
                <a:lnTo>
                  <a:pt x="557" y="2300"/>
                </a:lnTo>
                <a:lnTo>
                  <a:pt x="491" y="2222"/>
                </a:lnTo>
                <a:lnTo>
                  <a:pt x="430" y="2145"/>
                </a:lnTo>
                <a:lnTo>
                  <a:pt x="372" y="2070"/>
                </a:lnTo>
                <a:lnTo>
                  <a:pt x="319" y="1994"/>
                </a:lnTo>
                <a:lnTo>
                  <a:pt x="270" y="1921"/>
                </a:lnTo>
                <a:lnTo>
                  <a:pt x="225" y="1847"/>
                </a:lnTo>
                <a:lnTo>
                  <a:pt x="185" y="1775"/>
                </a:lnTo>
                <a:lnTo>
                  <a:pt x="148" y="1706"/>
                </a:lnTo>
                <a:lnTo>
                  <a:pt x="117" y="1637"/>
                </a:lnTo>
                <a:lnTo>
                  <a:pt x="89" y="1571"/>
                </a:lnTo>
                <a:lnTo>
                  <a:pt x="64" y="1507"/>
                </a:lnTo>
                <a:lnTo>
                  <a:pt x="44" y="1446"/>
                </a:lnTo>
                <a:lnTo>
                  <a:pt x="28" y="1387"/>
                </a:lnTo>
                <a:lnTo>
                  <a:pt x="15" y="1330"/>
                </a:lnTo>
                <a:lnTo>
                  <a:pt x="6" y="1276"/>
                </a:lnTo>
                <a:lnTo>
                  <a:pt x="1" y="1226"/>
                </a:lnTo>
                <a:lnTo>
                  <a:pt x="0" y="1179"/>
                </a:lnTo>
                <a:lnTo>
                  <a:pt x="2" y="1135"/>
                </a:lnTo>
                <a:lnTo>
                  <a:pt x="8" y="1095"/>
                </a:lnTo>
                <a:lnTo>
                  <a:pt x="17" y="1059"/>
                </a:lnTo>
                <a:lnTo>
                  <a:pt x="30" y="1028"/>
                </a:lnTo>
                <a:lnTo>
                  <a:pt x="46" y="1000"/>
                </a:lnTo>
                <a:lnTo>
                  <a:pt x="65" y="977"/>
                </a:lnTo>
                <a:lnTo>
                  <a:pt x="86" y="956"/>
                </a:lnTo>
                <a:lnTo>
                  <a:pt x="106" y="935"/>
                </a:lnTo>
                <a:lnTo>
                  <a:pt x="127" y="912"/>
                </a:lnTo>
                <a:lnTo>
                  <a:pt x="148" y="891"/>
                </a:lnTo>
                <a:lnTo>
                  <a:pt x="171" y="868"/>
                </a:lnTo>
                <a:lnTo>
                  <a:pt x="192" y="847"/>
                </a:lnTo>
                <a:lnTo>
                  <a:pt x="216" y="826"/>
                </a:lnTo>
                <a:lnTo>
                  <a:pt x="239" y="807"/>
                </a:lnTo>
                <a:lnTo>
                  <a:pt x="263" y="789"/>
                </a:lnTo>
                <a:lnTo>
                  <a:pt x="288" y="773"/>
                </a:lnTo>
                <a:lnTo>
                  <a:pt x="314" y="759"/>
                </a:lnTo>
                <a:lnTo>
                  <a:pt x="340" y="749"/>
                </a:lnTo>
                <a:lnTo>
                  <a:pt x="367" y="740"/>
                </a:lnTo>
                <a:lnTo>
                  <a:pt x="395" y="735"/>
                </a:lnTo>
                <a:lnTo>
                  <a:pt x="422" y="734"/>
                </a:lnTo>
                <a:close/>
                <a:moveTo>
                  <a:pt x="1872" y="0"/>
                </a:moveTo>
                <a:lnTo>
                  <a:pt x="1970" y="4"/>
                </a:lnTo>
                <a:lnTo>
                  <a:pt x="2067" y="13"/>
                </a:lnTo>
                <a:lnTo>
                  <a:pt x="2162" y="29"/>
                </a:lnTo>
                <a:lnTo>
                  <a:pt x="2255" y="50"/>
                </a:lnTo>
                <a:lnTo>
                  <a:pt x="2346" y="77"/>
                </a:lnTo>
                <a:lnTo>
                  <a:pt x="2434" y="110"/>
                </a:lnTo>
                <a:lnTo>
                  <a:pt x="2520" y="147"/>
                </a:lnTo>
                <a:lnTo>
                  <a:pt x="2603" y="190"/>
                </a:lnTo>
                <a:lnTo>
                  <a:pt x="2683" y="238"/>
                </a:lnTo>
                <a:lnTo>
                  <a:pt x="2758" y="291"/>
                </a:lnTo>
                <a:lnTo>
                  <a:pt x="2832" y="348"/>
                </a:lnTo>
                <a:lnTo>
                  <a:pt x="2900" y="409"/>
                </a:lnTo>
                <a:lnTo>
                  <a:pt x="2966" y="475"/>
                </a:lnTo>
                <a:lnTo>
                  <a:pt x="3027" y="544"/>
                </a:lnTo>
                <a:lnTo>
                  <a:pt x="3085" y="617"/>
                </a:lnTo>
                <a:lnTo>
                  <a:pt x="3137" y="693"/>
                </a:lnTo>
                <a:lnTo>
                  <a:pt x="3185" y="773"/>
                </a:lnTo>
                <a:lnTo>
                  <a:pt x="3228" y="855"/>
                </a:lnTo>
                <a:lnTo>
                  <a:pt x="3266" y="941"/>
                </a:lnTo>
                <a:lnTo>
                  <a:pt x="3298" y="1030"/>
                </a:lnTo>
                <a:lnTo>
                  <a:pt x="3325" y="1120"/>
                </a:lnTo>
                <a:lnTo>
                  <a:pt x="3346" y="1213"/>
                </a:lnTo>
                <a:lnTo>
                  <a:pt x="3363" y="1308"/>
                </a:lnTo>
                <a:lnTo>
                  <a:pt x="3372" y="1405"/>
                </a:lnTo>
                <a:lnTo>
                  <a:pt x="3375" y="1504"/>
                </a:lnTo>
                <a:lnTo>
                  <a:pt x="3372" y="1598"/>
                </a:lnTo>
                <a:lnTo>
                  <a:pt x="3364" y="1692"/>
                </a:lnTo>
                <a:lnTo>
                  <a:pt x="3349" y="1783"/>
                </a:lnTo>
                <a:lnTo>
                  <a:pt x="3329" y="1873"/>
                </a:lnTo>
                <a:lnTo>
                  <a:pt x="3304" y="1960"/>
                </a:lnTo>
                <a:lnTo>
                  <a:pt x="3274" y="2046"/>
                </a:lnTo>
                <a:lnTo>
                  <a:pt x="3239" y="2129"/>
                </a:lnTo>
                <a:lnTo>
                  <a:pt x="3199" y="2209"/>
                </a:lnTo>
                <a:lnTo>
                  <a:pt x="3155" y="2287"/>
                </a:lnTo>
                <a:lnTo>
                  <a:pt x="3106" y="2361"/>
                </a:lnTo>
                <a:lnTo>
                  <a:pt x="3054" y="2433"/>
                </a:lnTo>
                <a:lnTo>
                  <a:pt x="2997" y="2500"/>
                </a:lnTo>
                <a:lnTo>
                  <a:pt x="2936" y="2565"/>
                </a:lnTo>
                <a:lnTo>
                  <a:pt x="2872" y="2626"/>
                </a:lnTo>
                <a:lnTo>
                  <a:pt x="2803" y="2683"/>
                </a:lnTo>
                <a:lnTo>
                  <a:pt x="2733" y="2737"/>
                </a:lnTo>
                <a:lnTo>
                  <a:pt x="2658" y="2785"/>
                </a:lnTo>
                <a:lnTo>
                  <a:pt x="2580" y="2830"/>
                </a:lnTo>
                <a:lnTo>
                  <a:pt x="2586" y="2797"/>
                </a:lnTo>
                <a:lnTo>
                  <a:pt x="2590" y="2763"/>
                </a:lnTo>
                <a:lnTo>
                  <a:pt x="2591" y="2728"/>
                </a:lnTo>
                <a:lnTo>
                  <a:pt x="2585" y="2680"/>
                </a:lnTo>
                <a:lnTo>
                  <a:pt x="2574" y="2633"/>
                </a:lnTo>
                <a:lnTo>
                  <a:pt x="2557" y="2587"/>
                </a:lnTo>
                <a:lnTo>
                  <a:pt x="2623" y="2541"/>
                </a:lnTo>
                <a:lnTo>
                  <a:pt x="2687" y="2492"/>
                </a:lnTo>
                <a:lnTo>
                  <a:pt x="2747" y="2440"/>
                </a:lnTo>
                <a:lnTo>
                  <a:pt x="2803" y="2383"/>
                </a:lnTo>
                <a:lnTo>
                  <a:pt x="2856" y="2323"/>
                </a:lnTo>
                <a:lnTo>
                  <a:pt x="2907" y="2260"/>
                </a:lnTo>
                <a:lnTo>
                  <a:pt x="2952" y="2194"/>
                </a:lnTo>
                <a:lnTo>
                  <a:pt x="2994" y="2124"/>
                </a:lnTo>
                <a:lnTo>
                  <a:pt x="3030" y="2052"/>
                </a:lnTo>
                <a:lnTo>
                  <a:pt x="3063" y="1978"/>
                </a:lnTo>
                <a:lnTo>
                  <a:pt x="3091" y="1901"/>
                </a:lnTo>
                <a:lnTo>
                  <a:pt x="3114" y="1822"/>
                </a:lnTo>
                <a:lnTo>
                  <a:pt x="3132" y="1742"/>
                </a:lnTo>
                <a:lnTo>
                  <a:pt x="3145" y="1659"/>
                </a:lnTo>
                <a:lnTo>
                  <a:pt x="2883" y="1504"/>
                </a:lnTo>
                <a:lnTo>
                  <a:pt x="3145" y="1350"/>
                </a:lnTo>
                <a:lnTo>
                  <a:pt x="3132" y="1263"/>
                </a:lnTo>
                <a:lnTo>
                  <a:pt x="3112" y="1178"/>
                </a:lnTo>
                <a:lnTo>
                  <a:pt x="3088" y="1096"/>
                </a:lnTo>
                <a:lnTo>
                  <a:pt x="3057" y="1016"/>
                </a:lnTo>
                <a:lnTo>
                  <a:pt x="3022" y="939"/>
                </a:lnTo>
                <a:lnTo>
                  <a:pt x="2982" y="864"/>
                </a:lnTo>
                <a:lnTo>
                  <a:pt x="2937" y="793"/>
                </a:lnTo>
                <a:lnTo>
                  <a:pt x="2888" y="724"/>
                </a:lnTo>
                <a:lnTo>
                  <a:pt x="2835" y="659"/>
                </a:lnTo>
                <a:lnTo>
                  <a:pt x="2778" y="597"/>
                </a:lnTo>
                <a:lnTo>
                  <a:pt x="2716" y="540"/>
                </a:lnTo>
                <a:lnTo>
                  <a:pt x="2652" y="487"/>
                </a:lnTo>
                <a:lnTo>
                  <a:pt x="2583" y="438"/>
                </a:lnTo>
                <a:lnTo>
                  <a:pt x="2512" y="393"/>
                </a:lnTo>
                <a:lnTo>
                  <a:pt x="2437" y="353"/>
                </a:lnTo>
                <a:lnTo>
                  <a:pt x="2359" y="318"/>
                </a:lnTo>
                <a:lnTo>
                  <a:pt x="2280" y="288"/>
                </a:lnTo>
                <a:lnTo>
                  <a:pt x="2197" y="264"/>
                </a:lnTo>
                <a:lnTo>
                  <a:pt x="2112" y="244"/>
                </a:lnTo>
                <a:lnTo>
                  <a:pt x="2025" y="231"/>
                </a:lnTo>
                <a:lnTo>
                  <a:pt x="1872" y="492"/>
                </a:lnTo>
                <a:lnTo>
                  <a:pt x="1717" y="231"/>
                </a:lnTo>
                <a:lnTo>
                  <a:pt x="1630" y="244"/>
                </a:lnTo>
                <a:lnTo>
                  <a:pt x="1545" y="264"/>
                </a:lnTo>
                <a:lnTo>
                  <a:pt x="1463" y="288"/>
                </a:lnTo>
                <a:lnTo>
                  <a:pt x="1383" y="318"/>
                </a:lnTo>
                <a:lnTo>
                  <a:pt x="1305" y="354"/>
                </a:lnTo>
                <a:lnTo>
                  <a:pt x="1230" y="394"/>
                </a:lnTo>
                <a:lnTo>
                  <a:pt x="1159" y="439"/>
                </a:lnTo>
                <a:lnTo>
                  <a:pt x="1091" y="488"/>
                </a:lnTo>
                <a:lnTo>
                  <a:pt x="1026" y="541"/>
                </a:lnTo>
                <a:lnTo>
                  <a:pt x="964" y="598"/>
                </a:lnTo>
                <a:lnTo>
                  <a:pt x="907" y="660"/>
                </a:lnTo>
                <a:lnTo>
                  <a:pt x="854" y="725"/>
                </a:lnTo>
                <a:lnTo>
                  <a:pt x="805" y="794"/>
                </a:lnTo>
                <a:lnTo>
                  <a:pt x="765" y="748"/>
                </a:lnTo>
                <a:lnTo>
                  <a:pt x="724" y="707"/>
                </a:lnTo>
                <a:lnTo>
                  <a:pt x="682" y="672"/>
                </a:lnTo>
                <a:lnTo>
                  <a:pt x="640" y="641"/>
                </a:lnTo>
                <a:lnTo>
                  <a:pt x="693" y="571"/>
                </a:lnTo>
                <a:lnTo>
                  <a:pt x="751" y="503"/>
                </a:lnTo>
                <a:lnTo>
                  <a:pt x="812" y="439"/>
                </a:lnTo>
                <a:lnTo>
                  <a:pt x="876" y="378"/>
                </a:lnTo>
                <a:lnTo>
                  <a:pt x="944" y="321"/>
                </a:lnTo>
                <a:lnTo>
                  <a:pt x="1016" y="268"/>
                </a:lnTo>
                <a:lnTo>
                  <a:pt x="1090" y="220"/>
                </a:lnTo>
                <a:lnTo>
                  <a:pt x="1167" y="176"/>
                </a:lnTo>
                <a:lnTo>
                  <a:pt x="1248" y="136"/>
                </a:lnTo>
                <a:lnTo>
                  <a:pt x="1331" y="101"/>
                </a:lnTo>
                <a:lnTo>
                  <a:pt x="1415" y="71"/>
                </a:lnTo>
                <a:lnTo>
                  <a:pt x="1502" y="46"/>
                </a:lnTo>
                <a:lnTo>
                  <a:pt x="1592" y="27"/>
                </a:lnTo>
                <a:lnTo>
                  <a:pt x="1683" y="12"/>
                </a:lnTo>
                <a:lnTo>
                  <a:pt x="1776" y="3"/>
                </a:lnTo>
                <a:lnTo>
                  <a:pt x="18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5F19A-E0CF-7868-E2A6-656A9F272C60}"/>
              </a:ext>
            </a:extLst>
          </p:cNvPr>
          <p:cNvSpPr txBox="1"/>
          <p:nvPr/>
        </p:nvSpPr>
        <p:spPr>
          <a:xfrm>
            <a:off x="279069" y="219694"/>
            <a:ext cx="5308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方正姚体" panose="02010601030101010101" pitchFamily="2" charset="-122"/>
                <a:ea typeface="方正姚体" panose="02010601030101010101" pitchFamily="2" charset="-122"/>
              </a:rPr>
              <a:t>Cli</a:t>
            </a:r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接口和功能验证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——Cluster</a:t>
            </a:r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集群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2AF6ED-FD1E-A795-8B0C-EC30C4703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29" y="1149153"/>
            <a:ext cx="4022423" cy="4741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61C925B-8B40-2744-D4F3-CA5210271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096" y="1149153"/>
            <a:ext cx="4353171" cy="4741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1342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13">
            <a:extLst>
              <a:ext uri="{FF2B5EF4-FFF2-40B4-BE49-F238E27FC236}">
                <a16:creationId xmlns:a16="http://schemas.microsoft.com/office/drawing/2014/main" id="{557A0266-60B5-4C29-A6BE-C44A3A5212AA}"/>
              </a:ext>
            </a:extLst>
          </p:cNvPr>
          <p:cNvSpPr>
            <a:spLocks noEditPoints="1"/>
          </p:cNvSpPr>
          <p:nvPr/>
        </p:nvSpPr>
        <p:spPr bwMode="auto">
          <a:xfrm>
            <a:off x="2325673" y="2096855"/>
            <a:ext cx="282041" cy="263991"/>
          </a:xfrm>
          <a:custGeom>
            <a:avLst/>
            <a:gdLst>
              <a:gd name="T0" fmla="*/ 2221 w 3375"/>
              <a:gd name="T1" fmla="*/ 1236 h 3159"/>
              <a:gd name="T2" fmla="*/ 2242 w 3375"/>
              <a:gd name="T3" fmla="*/ 1252 h 3159"/>
              <a:gd name="T4" fmla="*/ 2246 w 3375"/>
              <a:gd name="T5" fmla="*/ 1178 h 3159"/>
              <a:gd name="T6" fmla="*/ 2443 w 3375"/>
              <a:gd name="T7" fmla="*/ 1830 h 3159"/>
              <a:gd name="T8" fmla="*/ 1518 w 3375"/>
              <a:gd name="T9" fmla="*/ 982 h 3159"/>
              <a:gd name="T10" fmla="*/ 1704 w 3375"/>
              <a:gd name="T11" fmla="*/ 1062 h 3159"/>
              <a:gd name="T12" fmla="*/ 1771 w 3375"/>
              <a:gd name="T13" fmla="*/ 1272 h 3159"/>
              <a:gd name="T14" fmla="*/ 1664 w 3375"/>
              <a:gd name="T15" fmla="*/ 1457 h 3159"/>
              <a:gd name="T16" fmla="*/ 1501 w 3375"/>
              <a:gd name="T17" fmla="*/ 1570 h 3159"/>
              <a:gd name="T18" fmla="*/ 1787 w 3375"/>
              <a:gd name="T19" fmla="*/ 1655 h 3159"/>
              <a:gd name="T20" fmla="*/ 1208 w 3375"/>
              <a:gd name="T21" fmla="*/ 1662 h 3159"/>
              <a:gd name="T22" fmla="*/ 1331 w 3375"/>
              <a:gd name="T23" fmla="*/ 1466 h 3159"/>
              <a:gd name="T24" fmla="*/ 1494 w 3375"/>
              <a:gd name="T25" fmla="*/ 1347 h 3159"/>
              <a:gd name="T26" fmla="*/ 1558 w 3375"/>
              <a:gd name="T27" fmla="*/ 1236 h 3159"/>
              <a:gd name="T28" fmla="*/ 1470 w 3375"/>
              <a:gd name="T29" fmla="*/ 1173 h 3159"/>
              <a:gd name="T30" fmla="*/ 1358 w 3375"/>
              <a:gd name="T31" fmla="*/ 1243 h 3159"/>
              <a:gd name="T32" fmla="*/ 1203 w 3375"/>
              <a:gd name="T33" fmla="*/ 1144 h 3159"/>
              <a:gd name="T34" fmla="*/ 1300 w 3375"/>
              <a:gd name="T35" fmla="*/ 1038 h 3159"/>
              <a:gd name="T36" fmla="*/ 422 w 3375"/>
              <a:gd name="T37" fmla="*/ 734 h 3159"/>
              <a:gd name="T38" fmla="*/ 646 w 3375"/>
              <a:gd name="T39" fmla="*/ 863 h 3159"/>
              <a:gd name="T40" fmla="*/ 822 w 3375"/>
              <a:gd name="T41" fmla="*/ 1130 h 3159"/>
              <a:gd name="T42" fmla="*/ 827 w 3375"/>
              <a:gd name="T43" fmla="*/ 1309 h 3159"/>
              <a:gd name="T44" fmla="*/ 726 w 3375"/>
              <a:gd name="T45" fmla="*/ 1446 h 3159"/>
              <a:gd name="T46" fmla="*/ 639 w 3375"/>
              <a:gd name="T47" fmla="*/ 1590 h 3159"/>
              <a:gd name="T48" fmla="*/ 738 w 3375"/>
              <a:gd name="T49" fmla="*/ 1805 h 3159"/>
              <a:gd name="T50" fmla="*/ 955 w 3375"/>
              <a:gd name="T51" fmla="*/ 2061 h 3159"/>
              <a:gd name="T52" fmla="*/ 1210 w 3375"/>
              <a:gd name="T53" fmla="*/ 2306 h 3159"/>
              <a:gd name="T54" fmla="*/ 1454 w 3375"/>
              <a:gd name="T55" fmla="*/ 2483 h 3159"/>
              <a:gd name="T56" fmla="*/ 1636 w 3375"/>
              <a:gd name="T57" fmla="*/ 2506 h 3159"/>
              <a:gd name="T58" fmla="*/ 1770 w 3375"/>
              <a:gd name="T59" fmla="*/ 2381 h 3159"/>
              <a:gd name="T60" fmla="*/ 1919 w 3375"/>
              <a:gd name="T61" fmla="*/ 2316 h 3159"/>
              <a:gd name="T62" fmla="*/ 2131 w 3375"/>
              <a:gd name="T63" fmla="*/ 2388 h 3159"/>
              <a:gd name="T64" fmla="*/ 2384 w 3375"/>
              <a:gd name="T65" fmla="*/ 2614 h 3159"/>
              <a:gd name="T66" fmla="*/ 2412 w 3375"/>
              <a:gd name="T67" fmla="*/ 2819 h 3159"/>
              <a:gd name="T68" fmla="*/ 2291 w 3375"/>
              <a:gd name="T69" fmla="*/ 2989 h 3159"/>
              <a:gd name="T70" fmla="*/ 2131 w 3375"/>
              <a:gd name="T71" fmla="*/ 3129 h 3159"/>
              <a:gd name="T72" fmla="*/ 1830 w 3375"/>
              <a:gd name="T73" fmla="*/ 3144 h 3159"/>
              <a:gd name="T74" fmla="*/ 1384 w 3375"/>
              <a:gd name="T75" fmla="*/ 2974 h 3159"/>
              <a:gd name="T76" fmla="*/ 859 w 3375"/>
              <a:gd name="T77" fmla="*/ 2602 h 3159"/>
              <a:gd name="T78" fmla="*/ 372 w 3375"/>
              <a:gd name="T79" fmla="*/ 2070 h 3159"/>
              <a:gd name="T80" fmla="*/ 89 w 3375"/>
              <a:gd name="T81" fmla="*/ 1571 h 3159"/>
              <a:gd name="T82" fmla="*/ 0 w 3375"/>
              <a:gd name="T83" fmla="*/ 1179 h 3159"/>
              <a:gd name="T84" fmla="*/ 86 w 3375"/>
              <a:gd name="T85" fmla="*/ 956 h 3159"/>
              <a:gd name="T86" fmla="*/ 239 w 3375"/>
              <a:gd name="T87" fmla="*/ 807 h 3159"/>
              <a:gd name="T88" fmla="*/ 422 w 3375"/>
              <a:gd name="T89" fmla="*/ 734 h 3159"/>
              <a:gd name="T90" fmla="*/ 2434 w 3375"/>
              <a:gd name="T91" fmla="*/ 110 h 3159"/>
              <a:gd name="T92" fmla="*/ 2966 w 3375"/>
              <a:gd name="T93" fmla="*/ 475 h 3159"/>
              <a:gd name="T94" fmla="*/ 3298 w 3375"/>
              <a:gd name="T95" fmla="*/ 1030 h 3159"/>
              <a:gd name="T96" fmla="*/ 3364 w 3375"/>
              <a:gd name="T97" fmla="*/ 1692 h 3159"/>
              <a:gd name="T98" fmla="*/ 3155 w 3375"/>
              <a:gd name="T99" fmla="*/ 2287 h 3159"/>
              <a:gd name="T100" fmla="*/ 2733 w 3375"/>
              <a:gd name="T101" fmla="*/ 2737 h 3159"/>
              <a:gd name="T102" fmla="*/ 2574 w 3375"/>
              <a:gd name="T103" fmla="*/ 2633 h 3159"/>
              <a:gd name="T104" fmla="*/ 2907 w 3375"/>
              <a:gd name="T105" fmla="*/ 2260 h 3159"/>
              <a:gd name="T106" fmla="*/ 3132 w 3375"/>
              <a:gd name="T107" fmla="*/ 1742 h 3159"/>
              <a:gd name="T108" fmla="*/ 3057 w 3375"/>
              <a:gd name="T109" fmla="*/ 1016 h 3159"/>
              <a:gd name="T110" fmla="*/ 2716 w 3375"/>
              <a:gd name="T111" fmla="*/ 540 h 3159"/>
              <a:gd name="T112" fmla="*/ 2197 w 3375"/>
              <a:gd name="T113" fmla="*/ 264 h 3159"/>
              <a:gd name="T114" fmla="*/ 1463 w 3375"/>
              <a:gd name="T115" fmla="*/ 288 h 3159"/>
              <a:gd name="T116" fmla="*/ 964 w 3375"/>
              <a:gd name="T117" fmla="*/ 598 h 3159"/>
              <a:gd name="T118" fmla="*/ 640 w 3375"/>
              <a:gd name="T119" fmla="*/ 641 h 3159"/>
              <a:gd name="T120" fmla="*/ 1090 w 3375"/>
              <a:gd name="T121" fmla="*/ 220 h 3159"/>
              <a:gd name="T122" fmla="*/ 1683 w 3375"/>
              <a:gd name="T123" fmla="*/ 12 h 3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75" h="3159">
                <a:moveTo>
                  <a:pt x="2246" y="1178"/>
                </a:moveTo>
                <a:lnTo>
                  <a:pt x="2246" y="1180"/>
                </a:lnTo>
                <a:lnTo>
                  <a:pt x="2243" y="1186"/>
                </a:lnTo>
                <a:lnTo>
                  <a:pt x="2240" y="1197"/>
                </a:lnTo>
                <a:lnTo>
                  <a:pt x="2235" y="1208"/>
                </a:lnTo>
                <a:lnTo>
                  <a:pt x="2229" y="1222"/>
                </a:lnTo>
                <a:lnTo>
                  <a:pt x="2221" y="1236"/>
                </a:lnTo>
                <a:lnTo>
                  <a:pt x="2214" y="1251"/>
                </a:lnTo>
                <a:lnTo>
                  <a:pt x="2206" y="1264"/>
                </a:lnTo>
                <a:lnTo>
                  <a:pt x="2079" y="1456"/>
                </a:lnTo>
                <a:lnTo>
                  <a:pt x="2079" y="1458"/>
                </a:lnTo>
                <a:lnTo>
                  <a:pt x="2242" y="1458"/>
                </a:lnTo>
                <a:lnTo>
                  <a:pt x="2242" y="1271"/>
                </a:lnTo>
                <a:lnTo>
                  <a:pt x="2242" y="1252"/>
                </a:lnTo>
                <a:lnTo>
                  <a:pt x="2243" y="1233"/>
                </a:lnTo>
                <a:lnTo>
                  <a:pt x="2245" y="1216"/>
                </a:lnTo>
                <a:lnTo>
                  <a:pt x="2246" y="1201"/>
                </a:lnTo>
                <a:lnTo>
                  <a:pt x="2247" y="1188"/>
                </a:lnTo>
                <a:lnTo>
                  <a:pt x="2248" y="1181"/>
                </a:lnTo>
                <a:lnTo>
                  <a:pt x="2249" y="1178"/>
                </a:lnTo>
                <a:lnTo>
                  <a:pt x="2246" y="1178"/>
                </a:lnTo>
                <a:close/>
                <a:moveTo>
                  <a:pt x="2194" y="995"/>
                </a:moveTo>
                <a:lnTo>
                  <a:pt x="2443" y="995"/>
                </a:lnTo>
                <a:lnTo>
                  <a:pt x="2443" y="1458"/>
                </a:lnTo>
                <a:lnTo>
                  <a:pt x="2543" y="1458"/>
                </a:lnTo>
                <a:lnTo>
                  <a:pt x="2543" y="1627"/>
                </a:lnTo>
                <a:lnTo>
                  <a:pt x="2443" y="1627"/>
                </a:lnTo>
                <a:lnTo>
                  <a:pt x="2443" y="1830"/>
                </a:lnTo>
                <a:lnTo>
                  <a:pt x="2242" y="1830"/>
                </a:lnTo>
                <a:lnTo>
                  <a:pt x="2242" y="1627"/>
                </a:lnTo>
                <a:lnTo>
                  <a:pt x="1872" y="1627"/>
                </a:lnTo>
                <a:lnTo>
                  <a:pt x="1872" y="1503"/>
                </a:lnTo>
                <a:lnTo>
                  <a:pt x="2194" y="995"/>
                </a:lnTo>
                <a:close/>
                <a:moveTo>
                  <a:pt x="1489" y="981"/>
                </a:moveTo>
                <a:lnTo>
                  <a:pt x="1518" y="982"/>
                </a:lnTo>
                <a:lnTo>
                  <a:pt x="1547" y="986"/>
                </a:lnTo>
                <a:lnTo>
                  <a:pt x="1576" y="992"/>
                </a:lnTo>
                <a:lnTo>
                  <a:pt x="1605" y="1000"/>
                </a:lnTo>
                <a:lnTo>
                  <a:pt x="1632" y="1011"/>
                </a:lnTo>
                <a:lnTo>
                  <a:pt x="1658" y="1026"/>
                </a:lnTo>
                <a:lnTo>
                  <a:pt x="1682" y="1042"/>
                </a:lnTo>
                <a:lnTo>
                  <a:pt x="1704" y="1062"/>
                </a:lnTo>
                <a:lnTo>
                  <a:pt x="1724" y="1083"/>
                </a:lnTo>
                <a:lnTo>
                  <a:pt x="1741" y="1109"/>
                </a:lnTo>
                <a:lnTo>
                  <a:pt x="1755" y="1136"/>
                </a:lnTo>
                <a:lnTo>
                  <a:pt x="1765" y="1167"/>
                </a:lnTo>
                <a:lnTo>
                  <a:pt x="1771" y="1200"/>
                </a:lnTo>
                <a:lnTo>
                  <a:pt x="1773" y="1236"/>
                </a:lnTo>
                <a:lnTo>
                  <a:pt x="1771" y="1272"/>
                </a:lnTo>
                <a:lnTo>
                  <a:pt x="1765" y="1305"/>
                </a:lnTo>
                <a:lnTo>
                  <a:pt x="1755" y="1336"/>
                </a:lnTo>
                <a:lnTo>
                  <a:pt x="1742" y="1364"/>
                </a:lnTo>
                <a:lnTo>
                  <a:pt x="1725" y="1390"/>
                </a:lnTo>
                <a:lnTo>
                  <a:pt x="1707" y="1414"/>
                </a:lnTo>
                <a:lnTo>
                  <a:pt x="1686" y="1437"/>
                </a:lnTo>
                <a:lnTo>
                  <a:pt x="1664" y="1457"/>
                </a:lnTo>
                <a:lnTo>
                  <a:pt x="1640" y="1477"/>
                </a:lnTo>
                <a:lnTo>
                  <a:pt x="1617" y="1494"/>
                </a:lnTo>
                <a:lnTo>
                  <a:pt x="1592" y="1510"/>
                </a:lnTo>
                <a:lnTo>
                  <a:pt x="1569" y="1527"/>
                </a:lnTo>
                <a:lnTo>
                  <a:pt x="1545" y="1542"/>
                </a:lnTo>
                <a:lnTo>
                  <a:pt x="1523" y="1556"/>
                </a:lnTo>
                <a:lnTo>
                  <a:pt x="1501" y="1570"/>
                </a:lnTo>
                <a:lnTo>
                  <a:pt x="1483" y="1584"/>
                </a:lnTo>
                <a:lnTo>
                  <a:pt x="1466" y="1597"/>
                </a:lnTo>
                <a:lnTo>
                  <a:pt x="1452" y="1611"/>
                </a:lnTo>
                <a:lnTo>
                  <a:pt x="1441" y="1625"/>
                </a:lnTo>
                <a:lnTo>
                  <a:pt x="1435" y="1639"/>
                </a:lnTo>
                <a:lnTo>
                  <a:pt x="1432" y="1655"/>
                </a:lnTo>
                <a:lnTo>
                  <a:pt x="1787" y="1655"/>
                </a:lnTo>
                <a:lnTo>
                  <a:pt x="1787" y="1830"/>
                </a:lnTo>
                <a:lnTo>
                  <a:pt x="1209" y="1830"/>
                </a:lnTo>
                <a:lnTo>
                  <a:pt x="1204" y="1798"/>
                </a:lnTo>
                <a:lnTo>
                  <a:pt x="1201" y="1768"/>
                </a:lnTo>
                <a:lnTo>
                  <a:pt x="1199" y="1740"/>
                </a:lnTo>
                <a:lnTo>
                  <a:pt x="1202" y="1699"/>
                </a:lnTo>
                <a:lnTo>
                  <a:pt x="1208" y="1662"/>
                </a:lnTo>
                <a:lnTo>
                  <a:pt x="1217" y="1627"/>
                </a:lnTo>
                <a:lnTo>
                  <a:pt x="1230" y="1594"/>
                </a:lnTo>
                <a:lnTo>
                  <a:pt x="1247" y="1565"/>
                </a:lnTo>
                <a:lnTo>
                  <a:pt x="1265" y="1537"/>
                </a:lnTo>
                <a:lnTo>
                  <a:pt x="1286" y="1513"/>
                </a:lnTo>
                <a:lnTo>
                  <a:pt x="1307" y="1489"/>
                </a:lnTo>
                <a:lnTo>
                  <a:pt x="1331" y="1466"/>
                </a:lnTo>
                <a:lnTo>
                  <a:pt x="1355" y="1446"/>
                </a:lnTo>
                <a:lnTo>
                  <a:pt x="1380" y="1428"/>
                </a:lnTo>
                <a:lnTo>
                  <a:pt x="1404" y="1409"/>
                </a:lnTo>
                <a:lnTo>
                  <a:pt x="1428" y="1393"/>
                </a:lnTo>
                <a:lnTo>
                  <a:pt x="1451" y="1377"/>
                </a:lnTo>
                <a:lnTo>
                  <a:pt x="1474" y="1361"/>
                </a:lnTo>
                <a:lnTo>
                  <a:pt x="1494" y="1347"/>
                </a:lnTo>
                <a:lnTo>
                  <a:pt x="1513" y="1332"/>
                </a:lnTo>
                <a:lnTo>
                  <a:pt x="1528" y="1317"/>
                </a:lnTo>
                <a:lnTo>
                  <a:pt x="1541" y="1303"/>
                </a:lnTo>
                <a:lnTo>
                  <a:pt x="1551" y="1288"/>
                </a:lnTo>
                <a:lnTo>
                  <a:pt x="1558" y="1272"/>
                </a:lnTo>
                <a:lnTo>
                  <a:pt x="1560" y="1256"/>
                </a:lnTo>
                <a:lnTo>
                  <a:pt x="1558" y="1236"/>
                </a:lnTo>
                <a:lnTo>
                  <a:pt x="1551" y="1219"/>
                </a:lnTo>
                <a:lnTo>
                  <a:pt x="1542" y="1205"/>
                </a:lnTo>
                <a:lnTo>
                  <a:pt x="1531" y="1192"/>
                </a:lnTo>
                <a:lnTo>
                  <a:pt x="1518" y="1184"/>
                </a:lnTo>
                <a:lnTo>
                  <a:pt x="1502" y="1178"/>
                </a:lnTo>
                <a:lnTo>
                  <a:pt x="1486" y="1175"/>
                </a:lnTo>
                <a:lnTo>
                  <a:pt x="1470" y="1173"/>
                </a:lnTo>
                <a:lnTo>
                  <a:pt x="1447" y="1176"/>
                </a:lnTo>
                <a:lnTo>
                  <a:pt x="1427" y="1182"/>
                </a:lnTo>
                <a:lnTo>
                  <a:pt x="1408" y="1192"/>
                </a:lnTo>
                <a:lnTo>
                  <a:pt x="1392" y="1205"/>
                </a:lnTo>
                <a:lnTo>
                  <a:pt x="1379" y="1218"/>
                </a:lnTo>
                <a:lnTo>
                  <a:pt x="1366" y="1231"/>
                </a:lnTo>
                <a:lnTo>
                  <a:pt x="1358" y="1243"/>
                </a:lnTo>
                <a:lnTo>
                  <a:pt x="1351" y="1253"/>
                </a:lnTo>
                <a:lnTo>
                  <a:pt x="1348" y="1260"/>
                </a:lnTo>
                <a:lnTo>
                  <a:pt x="1346" y="1262"/>
                </a:lnTo>
                <a:lnTo>
                  <a:pt x="1195" y="1161"/>
                </a:lnTo>
                <a:lnTo>
                  <a:pt x="1196" y="1159"/>
                </a:lnTo>
                <a:lnTo>
                  <a:pt x="1199" y="1153"/>
                </a:lnTo>
                <a:lnTo>
                  <a:pt x="1203" y="1144"/>
                </a:lnTo>
                <a:lnTo>
                  <a:pt x="1210" y="1132"/>
                </a:lnTo>
                <a:lnTo>
                  <a:pt x="1219" y="1119"/>
                </a:lnTo>
                <a:lnTo>
                  <a:pt x="1230" y="1103"/>
                </a:lnTo>
                <a:lnTo>
                  <a:pt x="1244" y="1087"/>
                </a:lnTo>
                <a:lnTo>
                  <a:pt x="1260" y="1071"/>
                </a:lnTo>
                <a:lnTo>
                  <a:pt x="1278" y="1054"/>
                </a:lnTo>
                <a:lnTo>
                  <a:pt x="1300" y="1038"/>
                </a:lnTo>
                <a:lnTo>
                  <a:pt x="1324" y="1023"/>
                </a:lnTo>
                <a:lnTo>
                  <a:pt x="1351" y="1008"/>
                </a:lnTo>
                <a:lnTo>
                  <a:pt x="1381" y="997"/>
                </a:lnTo>
                <a:lnTo>
                  <a:pt x="1413" y="989"/>
                </a:lnTo>
                <a:lnTo>
                  <a:pt x="1449" y="983"/>
                </a:lnTo>
                <a:lnTo>
                  <a:pt x="1489" y="981"/>
                </a:lnTo>
                <a:close/>
                <a:moveTo>
                  <a:pt x="422" y="734"/>
                </a:moveTo>
                <a:lnTo>
                  <a:pt x="452" y="738"/>
                </a:lnTo>
                <a:lnTo>
                  <a:pt x="482" y="746"/>
                </a:lnTo>
                <a:lnTo>
                  <a:pt x="513" y="758"/>
                </a:lnTo>
                <a:lnTo>
                  <a:pt x="545" y="775"/>
                </a:lnTo>
                <a:lnTo>
                  <a:pt x="578" y="799"/>
                </a:lnTo>
                <a:lnTo>
                  <a:pt x="612" y="827"/>
                </a:lnTo>
                <a:lnTo>
                  <a:pt x="646" y="863"/>
                </a:lnTo>
                <a:lnTo>
                  <a:pt x="682" y="905"/>
                </a:lnTo>
                <a:lnTo>
                  <a:pt x="716" y="948"/>
                </a:lnTo>
                <a:lnTo>
                  <a:pt x="746" y="990"/>
                </a:lnTo>
                <a:lnTo>
                  <a:pt x="771" y="1028"/>
                </a:lnTo>
                <a:lnTo>
                  <a:pt x="792" y="1065"/>
                </a:lnTo>
                <a:lnTo>
                  <a:pt x="809" y="1098"/>
                </a:lnTo>
                <a:lnTo>
                  <a:pt x="822" y="1130"/>
                </a:lnTo>
                <a:lnTo>
                  <a:pt x="833" y="1161"/>
                </a:lnTo>
                <a:lnTo>
                  <a:pt x="839" y="1188"/>
                </a:lnTo>
                <a:lnTo>
                  <a:pt x="842" y="1215"/>
                </a:lnTo>
                <a:lnTo>
                  <a:pt x="843" y="1240"/>
                </a:lnTo>
                <a:lnTo>
                  <a:pt x="841" y="1264"/>
                </a:lnTo>
                <a:lnTo>
                  <a:pt x="836" y="1288"/>
                </a:lnTo>
                <a:lnTo>
                  <a:pt x="827" y="1309"/>
                </a:lnTo>
                <a:lnTo>
                  <a:pt x="818" y="1329"/>
                </a:lnTo>
                <a:lnTo>
                  <a:pt x="807" y="1350"/>
                </a:lnTo>
                <a:lnTo>
                  <a:pt x="794" y="1369"/>
                </a:lnTo>
                <a:lnTo>
                  <a:pt x="778" y="1389"/>
                </a:lnTo>
                <a:lnTo>
                  <a:pt x="762" y="1408"/>
                </a:lnTo>
                <a:lnTo>
                  <a:pt x="745" y="1428"/>
                </a:lnTo>
                <a:lnTo>
                  <a:pt x="726" y="1446"/>
                </a:lnTo>
                <a:lnTo>
                  <a:pt x="707" y="1465"/>
                </a:lnTo>
                <a:lnTo>
                  <a:pt x="687" y="1485"/>
                </a:lnTo>
                <a:lnTo>
                  <a:pt x="667" y="1505"/>
                </a:lnTo>
                <a:lnTo>
                  <a:pt x="653" y="1523"/>
                </a:lnTo>
                <a:lnTo>
                  <a:pt x="643" y="1543"/>
                </a:lnTo>
                <a:lnTo>
                  <a:pt x="639" y="1566"/>
                </a:lnTo>
                <a:lnTo>
                  <a:pt x="639" y="1590"/>
                </a:lnTo>
                <a:lnTo>
                  <a:pt x="643" y="1616"/>
                </a:lnTo>
                <a:lnTo>
                  <a:pt x="650" y="1644"/>
                </a:lnTo>
                <a:lnTo>
                  <a:pt x="662" y="1674"/>
                </a:lnTo>
                <a:lnTo>
                  <a:pt x="677" y="1705"/>
                </a:lnTo>
                <a:lnTo>
                  <a:pt x="694" y="1737"/>
                </a:lnTo>
                <a:lnTo>
                  <a:pt x="715" y="1770"/>
                </a:lnTo>
                <a:lnTo>
                  <a:pt x="738" y="1805"/>
                </a:lnTo>
                <a:lnTo>
                  <a:pt x="764" y="1840"/>
                </a:lnTo>
                <a:lnTo>
                  <a:pt x="793" y="1876"/>
                </a:lnTo>
                <a:lnTo>
                  <a:pt x="822" y="1912"/>
                </a:lnTo>
                <a:lnTo>
                  <a:pt x="853" y="1949"/>
                </a:lnTo>
                <a:lnTo>
                  <a:pt x="887" y="1986"/>
                </a:lnTo>
                <a:lnTo>
                  <a:pt x="920" y="2023"/>
                </a:lnTo>
                <a:lnTo>
                  <a:pt x="955" y="2061"/>
                </a:lnTo>
                <a:lnTo>
                  <a:pt x="990" y="2096"/>
                </a:lnTo>
                <a:lnTo>
                  <a:pt x="1026" y="2133"/>
                </a:lnTo>
                <a:lnTo>
                  <a:pt x="1063" y="2169"/>
                </a:lnTo>
                <a:lnTo>
                  <a:pt x="1099" y="2205"/>
                </a:lnTo>
                <a:lnTo>
                  <a:pt x="1136" y="2240"/>
                </a:lnTo>
                <a:lnTo>
                  <a:pt x="1173" y="2273"/>
                </a:lnTo>
                <a:lnTo>
                  <a:pt x="1210" y="2306"/>
                </a:lnTo>
                <a:lnTo>
                  <a:pt x="1247" y="2338"/>
                </a:lnTo>
                <a:lnTo>
                  <a:pt x="1284" y="2367"/>
                </a:lnTo>
                <a:lnTo>
                  <a:pt x="1319" y="2395"/>
                </a:lnTo>
                <a:lnTo>
                  <a:pt x="1354" y="2421"/>
                </a:lnTo>
                <a:lnTo>
                  <a:pt x="1389" y="2444"/>
                </a:lnTo>
                <a:lnTo>
                  <a:pt x="1423" y="2465"/>
                </a:lnTo>
                <a:lnTo>
                  <a:pt x="1454" y="2483"/>
                </a:lnTo>
                <a:lnTo>
                  <a:pt x="1486" y="2497"/>
                </a:lnTo>
                <a:lnTo>
                  <a:pt x="1516" y="2509"/>
                </a:lnTo>
                <a:lnTo>
                  <a:pt x="1543" y="2517"/>
                </a:lnTo>
                <a:lnTo>
                  <a:pt x="1570" y="2521"/>
                </a:lnTo>
                <a:lnTo>
                  <a:pt x="1593" y="2520"/>
                </a:lnTo>
                <a:lnTo>
                  <a:pt x="1616" y="2516"/>
                </a:lnTo>
                <a:lnTo>
                  <a:pt x="1636" y="2506"/>
                </a:lnTo>
                <a:lnTo>
                  <a:pt x="1654" y="2492"/>
                </a:lnTo>
                <a:lnTo>
                  <a:pt x="1674" y="2472"/>
                </a:lnTo>
                <a:lnTo>
                  <a:pt x="1694" y="2452"/>
                </a:lnTo>
                <a:lnTo>
                  <a:pt x="1713" y="2433"/>
                </a:lnTo>
                <a:lnTo>
                  <a:pt x="1733" y="2414"/>
                </a:lnTo>
                <a:lnTo>
                  <a:pt x="1751" y="2397"/>
                </a:lnTo>
                <a:lnTo>
                  <a:pt x="1770" y="2381"/>
                </a:lnTo>
                <a:lnTo>
                  <a:pt x="1790" y="2365"/>
                </a:lnTo>
                <a:lnTo>
                  <a:pt x="1809" y="2352"/>
                </a:lnTo>
                <a:lnTo>
                  <a:pt x="1830" y="2341"/>
                </a:lnTo>
                <a:lnTo>
                  <a:pt x="1850" y="2332"/>
                </a:lnTo>
                <a:lnTo>
                  <a:pt x="1873" y="2324"/>
                </a:lnTo>
                <a:lnTo>
                  <a:pt x="1895" y="2319"/>
                </a:lnTo>
                <a:lnTo>
                  <a:pt x="1919" y="2316"/>
                </a:lnTo>
                <a:lnTo>
                  <a:pt x="1944" y="2317"/>
                </a:lnTo>
                <a:lnTo>
                  <a:pt x="1971" y="2320"/>
                </a:lnTo>
                <a:lnTo>
                  <a:pt x="1999" y="2326"/>
                </a:lnTo>
                <a:lnTo>
                  <a:pt x="2029" y="2337"/>
                </a:lnTo>
                <a:lnTo>
                  <a:pt x="2061" y="2350"/>
                </a:lnTo>
                <a:lnTo>
                  <a:pt x="2095" y="2367"/>
                </a:lnTo>
                <a:lnTo>
                  <a:pt x="2131" y="2388"/>
                </a:lnTo>
                <a:lnTo>
                  <a:pt x="2170" y="2413"/>
                </a:lnTo>
                <a:lnTo>
                  <a:pt x="2211" y="2443"/>
                </a:lnTo>
                <a:lnTo>
                  <a:pt x="2255" y="2477"/>
                </a:lnTo>
                <a:lnTo>
                  <a:pt x="2297" y="2513"/>
                </a:lnTo>
                <a:lnTo>
                  <a:pt x="2332" y="2547"/>
                </a:lnTo>
                <a:lnTo>
                  <a:pt x="2360" y="2581"/>
                </a:lnTo>
                <a:lnTo>
                  <a:pt x="2384" y="2614"/>
                </a:lnTo>
                <a:lnTo>
                  <a:pt x="2401" y="2647"/>
                </a:lnTo>
                <a:lnTo>
                  <a:pt x="2414" y="2677"/>
                </a:lnTo>
                <a:lnTo>
                  <a:pt x="2422" y="2707"/>
                </a:lnTo>
                <a:lnTo>
                  <a:pt x="2425" y="2737"/>
                </a:lnTo>
                <a:lnTo>
                  <a:pt x="2424" y="2765"/>
                </a:lnTo>
                <a:lnTo>
                  <a:pt x="2419" y="2793"/>
                </a:lnTo>
                <a:lnTo>
                  <a:pt x="2412" y="2819"/>
                </a:lnTo>
                <a:lnTo>
                  <a:pt x="2400" y="2846"/>
                </a:lnTo>
                <a:lnTo>
                  <a:pt x="2387" y="2872"/>
                </a:lnTo>
                <a:lnTo>
                  <a:pt x="2371" y="2896"/>
                </a:lnTo>
                <a:lnTo>
                  <a:pt x="2352" y="2920"/>
                </a:lnTo>
                <a:lnTo>
                  <a:pt x="2333" y="2943"/>
                </a:lnTo>
                <a:lnTo>
                  <a:pt x="2312" y="2967"/>
                </a:lnTo>
                <a:lnTo>
                  <a:pt x="2291" y="2989"/>
                </a:lnTo>
                <a:lnTo>
                  <a:pt x="2269" y="3011"/>
                </a:lnTo>
                <a:lnTo>
                  <a:pt x="2247" y="3032"/>
                </a:lnTo>
                <a:lnTo>
                  <a:pt x="2224" y="3054"/>
                </a:lnTo>
                <a:lnTo>
                  <a:pt x="2203" y="3074"/>
                </a:lnTo>
                <a:lnTo>
                  <a:pt x="2183" y="3093"/>
                </a:lnTo>
                <a:lnTo>
                  <a:pt x="2160" y="3113"/>
                </a:lnTo>
                <a:lnTo>
                  <a:pt x="2131" y="3129"/>
                </a:lnTo>
                <a:lnTo>
                  <a:pt x="2100" y="3142"/>
                </a:lnTo>
                <a:lnTo>
                  <a:pt x="2064" y="3151"/>
                </a:lnTo>
                <a:lnTo>
                  <a:pt x="2024" y="3157"/>
                </a:lnTo>
                <a:lnTo>
                  <a:pt x="1980" y="3159"/>
                </a:lnTo>
                <a:lnTo>
                  <a:pt x="1933" y="3158"/>
                </a:lnTo>
                <a:lnTo>
                  <a:pt x="1883" y="3153"/>
                </a:lnTo>
                <a:lnTo>
                  <a:pt x="1830" y="3144"/>
                </a:lnTo>
                <a:lnTo>
                  <a:pt x="1773" y="3131"/>
                </a:lnTo>
                <a:lnTo>
                  <a:pt x="1714" y="3115"/>
                </a:lnTo>
                <a:lnTo>
                  <a:pt x="1652" y="3094"/>
                </a:lnTo>
                <a:lnTo>
                  <a:pt x="1588" y="3071"/>
                </a:lnTo>
                <a:lnTo>
                  <a:pt x="1522" y="3042"/>
                </a:lnTo>
                <a:lnTo>
                  <a:pt x="1453" y="3011"/>
                </a:lnTo>
                <a:lnTo>
                  <a:pt x="1384" y="2974"/>
                </a:lnTo>
                <a:lnTo>
                  <a:pt x="1312" y="2934"/>
                </a:lnTo>
                <a:lnTo>
                  <a:pt x="1240" y="2889"/>
                </a:lnTo>
                <a:lnTo>
                  <a:pt x="1165" y="2841"/>
                </a:lnTo>
                <a:lnTo>
                  <a:pt x="1089" y="2788"/>
                </a:lnTo>
                <a:lnTo>
                  <a:pt x="1014" y="2729"/>
                </a:lnTo>
                <a:lnTo>
                  <a:pt x="937" y="2668"/>
                </a:lnTo>
                <a:lnTo>
                  <a:pt x="859" y="2602"/>
                </a:lnTo>
                <a:lnTo>
                  <a:pt x="781" y="2531"/>
                </a:lnTo>
                <a:lnTo>
                  <a:pt x="704" y="2455"/>
                </a:lnTo>
                <a:lnTo>
                  <a:pt x="629" y="2378"/>
                </a:lnTo>
                <a:lnTo>
                  <a:pt x="557" y="2300"/>
                </a:lnTo>
                <a:lnTo>
                  <a:pt x="491" y="2222"/>
                </a:lnTo>
                <a:lnTo>
                  <a:pt x="430" y="2145"/>
                </a:lnTo>
                <a:lnTo>
                  <a:pt x="372" y="2070"/>
                </a:lnTo>
                <a:lnTo>
                  <a:pt x="319" y="1994"/>
                </a:lnTo>
                <a:lnTo>
                  <a:pt x="270" y="1921"/>
                </a:lnTo>
                <a:lnTo>
                  <a:pt x="225" y="1847"/>
                </a:lnTo>
                <a:lnTo>
                  <a:pt x="185" y="1775"/>
                </a:lnTo>
                <a:lnTo>
                  <a:pt x="148" y="1706"/>
                </a:lnTo>
                <a:lnTo>
                  <a:pt x="117" y="1637"/>
                </a:lnTo>
                <a:lnTo>
                  <a:pt x="89" y="1571"/>
                </a:lnTo>
                <a:lnTo>
                  <a:pt x="64" y="1507"/>
                </a:lnTo>
                <a:lnTo>
                  <a:pt x="44" y="1446"/>
                </a:lnTo>
                <a:lnTo>
                  <a:pt x="28" y="1387"/>
                </a:lnTo>
                <a:lnTo>
                  <a:pt x="15" y="1330"/>
                </a:lnTo>
                <a:lnTo>
                  <a:pt x="6" y="1276"/>
                </a:lnTo>
                <a:lnTo>
                  <a:pt x="1" y="1226"/>
                </a:lnTo>
                <a:lnTo>
                  <a:pt x="0" y="1179"/>
                </a:lnTo>
                <a:lnTo>
                  <a:pt x="2" y="1135"/>
                </a:lnTo>
                <a:lnTo>
                  <a:pt x="8" y="1095"/>
                </a:lnTo>
                <a:lnTo>
                  <a:pt x="17" y="1059"/>
                </a:lnTo>
                <a:lnTo>
                  <a:pt x="30" y="1028"/>
                </a:lnTo>
                <a:lnTo>
                  <a:pt x="46" y="1000"/>
                </a:lnTo>
                <a:lnTo>
                  <a:pt x="65" y="977"/>
                </a:lnTo>
                <a:lnTo>
                  <a:pt x="86" y="956"/>
                </a:lnTo>
                <a:lnTo>
                  <a:pt x="106" y="935"/>
                </a:lnTo>
                <a:lnTo>
                  <a:pt x="127" y="912"/>
                </a:lnTo>
                <a:lnTo>
                  <a:pt x="148" y="891"/>
                </a:lnTo>
                <a:lnTo>
                  <a:pt x="171" y="868"/>
                </a:lnTo>
                <a:lnTo>
                  <a:pt x="192" y="847"/>
                </a:lnTo>
                <a:lnTo>
                  <a:pt x="216" y="826"/>
                </a:lnTo>
                <a:lnTo>
                  <a:pt x="239" y="807"/>
                </a:lnTo>
                <a:lnTo>
                  <a:pt x="263" y="789"/>
                </a:lnTo>
                <a:lnTo>
                  <a:pt x="288" y="773"/>
                </a:lnTo>
                <a:lnTo>
                  <a:pt x="314" y="759"/>
                </a:lnTo>
                <a:lnTo>
                  <a:pt x="340" y="749"/>
                </a:lnTo>
                <a:lnTo>
                  <a:pt x="367" y="740"/>
                </a:lnTo>
                <a:lnTo>
                  <a:pt x="395" y="735"/>
                </a:lnTo>
                <a:lnTo>
                  <a:pt x="422" y="734"/>
                </a:lnTo>
                <a:close/>
                <a:moveTo>
                  <a:pt x="1872" y="0"/>
                </a:moveTo>
                <a:lnTo>
                  <a:pt x="1970" y="4"/>
                </a:lnTo>
                <a:lnTo>
                  <a:pt x="2067" y="13"/>
                </a:lnTo>
                <a:lnTo>
                  <a:pt x="2162" y="29"/>
                </a:lnTo>
                <a:lnTo>
                  <a:pt x="2255" y="50"/>
                </a:lnTo>
                <a:lnTo>
                  <a:pt x="2346" y="77"/>
                </a:lnTo>
                <a:lnTo>
                  <a:pt x="2434" y="110"/>
                </a:lnTo>
                <a:lnTo>
                  <a:pt x="2520" y="147"/>
                </a:lnTo>
                <a:lnTo>
                  <a:pt x="2603" y="190"/>
                </a:lnTo>
                <a:lnTo>
                  <a:pt x="2683" y="238"/>
                </a:lnTo>
                <a:lnTo>
                  <a:pt x="2758" y="291"/>
                </a:lnTo>
                <a:lnTo>
                  <a:pt x="2832" y="348"/>
                </a:lnTo>
                <a:lnTo>
                  <a:pt x="2900" y="409"/>
                </a:lnTo>
                <a:lnTo>
                  <a:pt x="2966" y="475"/>
                </a:lnTo>
                <a:lnTo>
                  <a:pt x="3027" y="544"/>
                </a:lnTo>
                <a:lnTo>
                  <a:pt x="3085" y="617"/>
                </a:lnTo>
                <a:lnTo>
                  <a:pt x="3137" y="693"/>
                </a:lnTo>
                <a:lnTo>
                  <a:pt x="3185" y="773"/>
                </a:lnTo>
                <a:lnTo>
                  <a:pt x="3228" y="855"/>
                </a:lnTo>
                <a:lnTo>
                  <a:pt x="3266" y="941"/>
                </a:lnTo>
                <a:lnTo>
                  <a:pt x="3298" y="1030"/>
                </a:lnTo>
                <a:lnTo>
                  <a:pt x="3325" y="1120"/>
                </a:lnTo>
                <a:lnTo>
                  <a:pt x="3346" y="1213"/>
                </a:lnTo>
                <a:lnTo>
                  <a:pt x="3363" y="1308"/>
                </a:lnTo>
                <a:lnTo>
                  <a:pt x="3372" y="1405"/>
                </a:lnTo>
                <a:lnTo>
                  <a:pt x="3375" y="1504"/>
                </a:lnTo>
                <a:lnTo>
                  <a:pt x="3372" y="1598"/>
                </a:lnTo>
                <a:lnTo>
                  <a:pt x="3364" y="1692"/>
                </a:lnTo>
                <a:lnTo>
                  <a:pt x="3349" y="1783"/>
                </a:lnTo>
                <a:lnTo>
                  <a:pt x="3329" y="1873"/>
                </a:lnTo>
                <a:lnTo>
                  <a:pt x="3304" y="1960"/>
                </a:lnTo>
                <a:lnTo>
                  <a:pt x="3274" y="2046"/>
                </a:lnTo>
                <a:lnTo>
                  <a:pt x="3239" y="2129"/>
                </a:lnTo>
                <a:lnTo>
                  <a:pt x="3199" y="2209"/>
                </a:lnTo>
                <a:lnTo>
                  <a:pt x="3155" y="2287"/>
                </a:lnTo>
                <a:lnTo>
                  <a:pt x="3106" y="2361"/>
                </a:lnTo>
                <a:lnTo>
                  <a:pt x="3054" y="2433"/>
                </a:lnTo>
                <a:lnTo>
                  <a:pt x="2997" y="2500"/>
                </a:lnTo>
                <a:lnTo>
                  <a:pt x="2936" y="2565"/>
                </a:lnTo>
                <a:lnTo>
                  <a:pt x="2872" y="2626"/>
                </a:lnTo>
                <a:lnTo>
                  <a:pt x="2803" y="2683"/>
                </a:lnTo>
                <a:lnTo>
                  <a:pt x="2733" y="2737"/>
                </a:lnTo>
                <a:lnTo>
                  <a:pt x="2658" y="2785"/>
                </a:lnTo>
                <a:lnTo>
                  <a:pt x="2580" y="2830"/>
                </a:lnTo>
                <a:lnTo>
                  <a:pt x="2586" y="2797"/>
                </a:lnTo>
                <a:lnTo>
                  <a:pt x="2590" y="2763"/>
                </a:lnTo>
                <a:lnTo>
                  <a:pt x="2591" y="2728"/>
                </a:lnTo>
                <a:lnTo>
                  <a:pt x="2585" y="2680"/>
                </a:lnTo>
                <a:lnTo>
                  <a:pt x="2574" y="2633"/>
                </a:lnTo>
                <a:lnTo>
                  <a:pt x="2557" y="2587"/>
                </a:lnTo>
                <a:lnTo>
                  <a:pt x="2623" y="2541"/>
                </a:lnTo>
                <a:lnTo>
                  <a:pt x="2687" y="2492"/>
                </a:lnTo>
                <a:lnTo>
                  <a:pt x="2747" y="2440"/>
                </a:lnTo>
                <a:lnTo>
                  <a:pt x="2803" y="2383"/>
                </a:lnTo>
                <a:lnTo>
                  <a:pt x="2856" y="2323"/>
                </a:lnTo>
                <a:lnTo>
                  <a:pt x="2907" y="2260"/>
                </a:lnTo>
                <a:lnTo>
                  <a:pt x="2952" y="2194"/>
                </a:lnTo>
                <a:lnTo>
                  <a:pt x="2994" y="2124"/>
                </a:lnTo>
                <a:lnTo>
                  <a:pt x="3030" y="2052"/>
                </a:lnTo>
                <a:lnTo>
                  <a:pt x="3063" y="1978"/>
                </a:lnTo>
                <a:lnTo>
                  <a:pt x="3091" y="1901"/>
                </a:lnTo>
                <a:lnTo>
                  <a:pt x="3114" y="1822"/>
                </a:lnTo>
                <a:lnTo>
                  <a:pt x="3132" y="1742"/>
                </a:lnTo>
                <a:lnTo>
                  <a:pt x="3145" y="1659"/>
                </a:lnTo>
                <a:lnTo>
                  <a:pt x="2883" y="1504"/>
                </a:lnTo>
                <a:lnTo>
                  <a:pt x="3145" y="1350"/>
                </a:lnTo>
                <a:lnTo>
                  <a:pt x="3132" y="1263"/>
                </a:lnTo>
                <a:lnTo>
                  <a:pt x="3112" y="1178"/>
                </a:lnTo>
                <a:lnTo>
                  <a:pt x="3088" y="1096"/>
                </a:lnTo>
                <a:lnTo>
                  <a:pt x="3057" y="1016"/>
                </a:lnTo>
                <a:lnTo>
                  <a:pt x="3022" y="939"/>
                </a:lnTo>
                <a:lnTo>
                  <a:pt x="2982" y="864"/>
                </a:lnTo>
                <a:lnTo>
                  <a:pt x="2937" y="793"/>
                </a:lnTo>
                <a:lnTo>
                  <a:pt x="2888" y="724"/>
                </a:lnTo>
                <a:lnTo>
                  <a:pt x="2835" y="659"/>
                </a:lnTo>
                <a:lnTo>
                  <a:pt x="2778" y="597"/>
                </a:lnTo>
                <a:lnTo>
                  <a:pt x="2716" y="540"/>
                </a:lnTo>
                <a:lnTo>
                  <a:pt x="2652" y="487"/>
                </a:lnTo>
                <a:lnTo>
                  <a:pt x="2583" y="438"/>
                </a:lnTo>
                <a:lnTo>
                  <a:pt x="2512" y="393"/>
                </a:lnTo>
                <a:lnTo>
                  <a:pt x="2437" y="353"/>
                </a:lnTo>
                <a:lnTo>
                  <a:pt x="2359" y="318"/>
                </a:lnTo>
                <a:lnTo>
                  <a:pt x="2280" y="288"/>
                </a:lnTo>
                <a:lnTo>
                  <a:pt x="2197" y="264"/>
                </a:lnTo>
                <a:lnTo>
                  <a:pt x="2112" y="244"/>
                </a:lnTo>
                <a:lnTo>
                  <a:pt x="2025" y="231"/>
                </a:lnTo>
                <a:lnTo>
                  <a:pt x="1872" y="492"/>
                </a:lnTo>
                <a:lnTo>
                  <a:pt x="1717" y="231"/>
                </a:lnTo>
                <a:lnTo>
                  <a:pt x="1630" y="244"/>
                </a:lnTo>
                <a:lnTo>
                  <a:pt x="1545" y="264"/>
                </a:lnTo>
                <a:lnTo>
                  <a:pt x="1463" y="288"/>
                </a:lnTo>
                <a:lnTo>
                  <a:pt x="1383" y="318"/>
                </a:lnTo>
                <a:lnTo>
                  <a:pt x="1305" y="354"/>
                </a:lnTo>
                <a:lnTo>
                  <a:pt x="1230" y="394"/>
                </a:lnTo>
                <a:lnTo>
                  <a:pt x="1159" y="439"/>
                </a:lnTo>
                <a:lnTo>
                  <a:pt x="1091" y="488"/>
                </a:lnTo>
                <a:lnTo>
                  <a:pt x="1026" y="541"/>
                </a:lnTo>
                <a:lnTo>
                  <a:pt x="964" y="598"/>
                </a:lnTo>
                <a:lnTo>
                  <a:pt x="907" y="660"/>
                </a:lnTo>
                <a:lnTo>
                  <a:pt x="854" y="725"/>
                </a:lnTo>
                <a:lnTo>
                  <a:pt x="805" y="794"/>
                </a:lnTo>
                <a:lnTo>
                  <a:pt x="765" y="748"/>
                </a:lnTo>
                <a:lnTo>
                  <a:pt x="724" y="707"/>
                </a:lnTo>
                <a:lnTo>
                  <a:pt x="682" y="672"/>
                </a:lnTo>
                <a:lnTo>
                  <a:pt x="640" y="641"/>
                </a:lnTo>
                <a:lnTo>
                  <a:pt x="693" y="571"/>
                </a:lnTo>
                <a:lnTo>
                  <a:pt x="751" y="503"/>
                </a:lnTo>
                <a:lnTo>
                  <a:pt x="812" y="439"/>
                </a:lnTo>
                <a:lnTo>
                  <a:pt x="876" y="378"/>
                </a:lnTo>
                <a:lnTo>
                  <a:pt x="944" y="321"/>
                </a:lnTo>
                <a:lnTo>
                  <a:pt x="1016" y="268"/>
                </a:lnTo>
                <a:lnTo>
                  <a:pt x="1090" y="220"/>
                </a:lnTo>
                <a:lnTo>
                  <a:pt x="1167" y="176"/>
                </a:lnTo>
                <a:lnTo>
                  <a:pt x="1248" y="136"/>
                </a:lnTo>
                <a:lnTo>
                  <a:pt x="1331" y="101"/>
                </a:lnTo>
                <a:lnTo>
                  <a:pt x="1415" y="71"/>
                </a:lnTo>
                <a:lnTo>
                  <a:pt x="1502" y="46"/>
                </a:lnTo>
                <a:lnTo>
                  <a:pt x="1592" y="27"/>
                </a:lnTo>
                <a:lnTo>
                  <a:pt x="1683" y="12"/>
                </a:lnTo>
                <a:lnTo>
                  <a:pt x="1776" y="3"/>
                </a:lnTo>
                <a:lnTo>
                  <a:pt x="18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5F19A-E0CF-7868-E2A6-656A9F272C60}"/>
              </a:ext>
            </a:extLst>
          </p:cNvPr>
          <p:cNvSpPr txBox="1"/>
          <p:nvPr/>
        </p:nvSpPr>
        <p:spPr>
          <a:xfrm>
            <a:off x="279069" y="219694"/>
            <a:ext cx="5308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额外实现：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Graceful Exit</a:t>
            </a:r>
            <a:endParaRPr lang="zh-CN" altLang="en-US" sz="2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2DCAAF-98AF-3D90-A0A2-511BC6E16071}"/>
              </a:ext>
            </a:extLst>
          </p:cNvPr>
          <p:cNvSpPr txBox="1"/>
          <p:nvPr/>
        </p:nvSpPr>
        <p:spPr>
          <a:xfrm>
            <a:off x="2112323" y="4684141"/>
            <a:ext cx="2869375" cy="1499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因为</a:t>
            </a:r>
            <a:r>
              <a:rPr kumimoji="1" lang="en-US" altLang="zh-CN" sz="1600" dirty="0" err="1"/>
              <a:t>volo</a:t>
            </a:r>
            <a:r>
              <a:rPr kumimoji="1" lang="zh-CN" altLang="en-US" sz="1600" dirty="0"/>
              <a:t>本身已经有一定的</a:t>
            </a:r>
            <a:r>
              <a:rPr kumimoji="1" lang="en-US" altLang="zh-CN" sz="1600" dirty="0"/>
              <a:t>graceful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exit</a:t>
            </a:r>
            <a:r>
              <a:rPr kumimoji="1" lang="zh-CN" altLang="en-US" sz="1600" dirty="0"/>
              <a:t> 我们需要应对的是异步的</a:t>
            </a:r>
            <a:r>
              <a:rPr kumimoji="1" lang="en-US" altLang="zh-CN" sz="1600" dirty="0"/>
              <a:t>AOF</a:t>
            </a:r>
            <a:r>
              <a:rPr kumimoji="1" lang="zh-CN" altLang="en-US" sz="1600" dirty="0"/>
              <a:t>的执行问题</a:t>
            </a:r>
            <a:endParaRPr kumimoji="1" lang="en-US" altLang="zh-CN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5B4642-927E-E676-5FB4-01D561586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453" y="1657468"/>
            <a:ext cx="9686314" cy="21604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3FC91A60-72F5-2347-8060-351868D6D325}"/>
              </a:ext>
            </a:extLst>
          </p:cNvPr>
          <p:cNvSpPr/>
          <p:nvPr/>
        </p:nvSpPr>
        <p:spPr>
          <a:xfrm>
            <a:off x="570953" y="4732317"/>
            <a:ext cx="1143000" cy="1143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Group 173">
            <a:extLst>
              <a:ext uri="{FF2B5EF4-FFF2-40B4-BE49-F238E27FC236}">
                <a16:creationId xmlns:a16="http://schemas.microsoft.com/office/drawing/2014/main" id="{53F41008-C7BC-3ABB-9A75-CEAA66044E6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32562" y="5173737"/>
            <a:ext cx="219783" cy="260161"/>
            <a:chOff x="3009" y="456"/>
            <a:chExt cx="1339" cy="1585"/>
          </a:xfrm>
          <a:solidFill>
            <a:schemeClr val="bg1"/>
          </a:solidFill>
        </p:grpSpPr>
        <p:sp>
          <p:nvSpPr>
            <p:cNvPr id="9" name="Freeform 175">
              <a:extLst>
                <a:ext uri="{FF2B5EF4-FFF2-40B4-BE49-F238E27FC236}">
                  <a16:creationId xmlns:a16="http://schemas.microsoft.com/office/drawing/2014/main" id="{904F3652-15CA-0530-BBA3-61CAEF21E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4" y="456"/>
              <a:ext cx="708" cy="941"/>
            </a:xfrm>
            <a:custGeom>
              <a:avLst/>
              <a:gdLst>
                <a:gd name="T0" fmla="*/ 1202 w 2123"/>
                <a:gd name="T1" fmla="*/ 7 h 2821"/>
                <a:gd name="T2" fmla="*/ 1371 w 2123"/>
                <a:gd name="T3" fmla="*/ 48 h 2821"/>
                <a:gd name="T4" fmla="*/ 1509 w 2123"/>
                <a:gd name="T5" fmla="*/ 113 h 2821"/>
                <a:gd name="T6" fmla="*/ 1633 w 2123"/>
                <a:gd name="T7" fmla="*/ 198 h 2821"/>
                <a:gd name="T8" fmla="*/ 1712 w 2123"/>
                <a:gd name="T9" fmla="*/ 278 h 2821"/>
                <a:gd name="T10" fmla="*/ 1751 w 2123"/>
                <a:gd name="T11" fmla="*/ 331 h 2821"/>
                <a:gd name="T12" fmla="*/ 1760 w 2123"/>
                <a:gd name="T13" fmla="*/ 344 h 2821"/>
                <a:gd name="T14" fmla="*/ 1783 w 2123"/>
                <a:gd name="T15" fmla="*/ 349 h 2821"/>
                <a:gd name="T16" fmla="*/ 1825 w 2123"/>
                <a:gd name="T17" fmla="*/ 363 h 2821"/>
                <a:gd name="T18" fmla="*/ 1880 w 2123"/>
                <a:gd name="T19" fmla="*/ 395 h 2821"/>
                <a:gd name="T20" fmla="*/ 1939 w 2123"/>
                <a:gd name="T21" fmla="*/ 451 h 2821"/>
                <a:gd name="T22" fmla="*/ 1993 w 2123"/>
                <a:gd name="T23" fmla="*/ 537 h 2821"/>
                <a:gd name="T24" fmla="*/ 2036 w 2123"/>
                <a:gd name="T25" fmla="*/ 658 h 2821"/>
                <a:gd name="T26" fmla="*/ 2060 w 2123"/>
                <a:gd name="T27" fmla="*/ 825 h 2821"/>
                <a:gd name="T28" fmla="*/ 2055 w 2123"/>
                <a:gd name="T29" fmla="*/ 1039 h 2821"/>
                <a:gd name="T30" fmla="*/ 2017 w 2123"/>
                <a:gd name="T31" fmla="*/ 1277 h 2821"/>
                <a:gd name="T32" fmla="*/ 2029 w 2123"/>
                <a:gd name="T33" fmla="*/ 1345 h 2821"/>
                <a:gd name="T34" fmla="*/ 2073 w 2123"/>
                <a:gd name="T35" fmla="*/ 1360 h 2821"/>
                <a:gd name="T36" fmla="*/ 2107 w 2123"/>
                <a:gd name="T37" fmla="*/ 1402 h 2821"/>
                <a:gd name="T38" fmla="*/ 2123 w 2123"/>
                <a:gd name="T39" fmla="*/ 1480 h 2821"/>
                <a:gd name="T40" fmla="*/ 2112 w 2123"/>
                <a:gd name="T41" fmla="*/ 1600 h 2821"/>
                <a:gd name="T42" fmla="*/ 2065 w 2123"/>
                <a:gd name="T43" fmla="*/ 1775 h 2821"/>
                <a:gd name="T44" fmla="*/ 2009 w 2123"/>
                <a:gd name="T45" fmla="*/ 1918 h 2821"/>
                <a:gd name="T46" fmla="*/ 1955 w 2123"/>
                <a:gd name="T47" fmla="*/ 1993 h 2821"/>
                <a:gd name="T48" fmla="*/ 1909 w 2123"/>
                <a:gd name="T49" fmla="*/ 2016 h 2821"/>
                <a:gd name="T50" fmla="*/ 1857 w 2123"/>
                <a:gd name="T51" fmla="*/ 2203 h 2821"/>
                <a:gd name="T52" fmla="*/ 1757 w 2123"/>
                <a:gd name="T53" fmla="*/ 2394 h 2821"/>
                <a:gd name="T54" fmla="*/ 1615 w 2123"/>
                <a:gd name="T55" fmla="*/ 2570 h 2821"/>
                <a:gd name="T56" fmla="*/ 1431 w 2123"/>
                <a:gd name="T57" fmla="*/ 2714 h 2821"/>
                <a:gd name="T58" fmla="*/ 1213 w 2123"/>
                <a:gd name="T59" fmla="*/ 2803 h 2821"/>
                <a:gd name="T60" fmla="*/ 984 w 2123"/>
                <a:gd name="T61" fmla="*/ 2816 h 2821"/>
                <a:gd name="T62" fmla="*/ 760 w 2123"/>
                <a:gd name="T63" fmla="*/ 2751 h 2821"/>
                <a:gd name="T64" fmla="*/ 563 w 2123"/>
                <a:gd name="T65" fmla="*/ 2624 h 2821"/>
                <a:gd name="T66" fmla="*/ 406 w 2123"/>
                <a:gd name="T67" fmla="*/ 2458 h 2821"/>
                <a:gd name="T68" fmla="*/ 293 w 2123"/>
                <a:gd name="T69" fmla="*/ 2268 h 2821"/>
                <a:gd name="T70" fmla="*/ 226 w 2123"/>
                <a:gd name="T71" fmla="*/ 2077 h 2821"/>
                <a:gd name="T72" fmla="*/ 184 w 2123"/>
                <a:gd name="T73" fmla="*/ 2005 h 2821"/>
                <a:gd name="T74" fmla="*/ 134 w 2123"/>
                <a:gd name="T75" fmla="*/ 1950 h 2821"/>
                <a:gd name="T76" fmla="*/ 77 w 2123"/>
                <a:gd name="T77" fmla="*/ 1831 h 2821"/>
                <a:gd name="T78" fmla="*/ 22 w 2123"/>
                <a:gd name="T79" fmla="*/ 1652 h 2821"/>
                <a:gd name="T80" fmla="*/ 0 w 2123"/>
                <a:gd name="T81" fmla="*/ 1515 h 2821"/>
                <a:gd name="T82" fmla="*/ 9 w 2123"/>
                <a:gd name="T83" fmla="*/ 1425 h 2821"/>
                <a:gd name="T84" fmla="*/ 37 w 2123"/>
                <a:gd name="T85" fmla="*/ 1371 h 2821"/>
                <a:gd name="T86" fmla="*/ 79 w 2123"/>
                <a:gd name="T87" fmla="*/ 1348 h 2821"/>
                <a:gd name="T88" fmla="*/ 126 w 2123"/>
                <a:gd name="T89" fmla="*/ 1345 h 2821"/>
                <a:gd name="T90" fmla="*/ 77 w 2123"/>
                <a:gd name="T91" fmla="*/ 1139 h 2821"/>
                <a:gd name="T92" fmla="*/ 67 w 2123"/>
                <a:gd name="T93" fmla="*/ 923 h 2821"/>
                <a:gd name="T94" fmla="*/ 110 w 2123"/>
                <a:gd name="T95" fmla="*/ 710 h 2821"/>
                <a:gd name="T96" fmla="*/ 208 w 2123"/>
                <a:gd name="T97" fmla="*/ 511 h 2821"/>
                <a:gd name="T98" fmla="*/ 338 w 2123"/>
                <a:gd name="T99" fmla="*/ 349 h 2821"/>
                <a:gd name="T100" fmla="*/ 507 w 2123"/>
                <a:gd name="T101" fmla="*/ 200 h 2821"/>
                <a:gd name="T102" fmla="*/ 676 w 2123"/>
                <a:gd name="T103" fmla="*/ 93 h 2821"/>
                <a:gd name="T104" fmla="*/ 858 w 2123"/>
                <a:gd name="T105" fmla="*/ 25 h 2821"/>
                <a:gd name="T106" fmla="*/ 1070 w 2123"/>
                <a:gd name="T107" fmla="*/ 0 h 2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123" h="2821">
                  <a:moveTo>
                    <a:pt x="1070" y="0"/>
                  </a:moveTo>
                  <a:lnTo>
                    <a:pt x="1138" y="2"/>
                  </a:lnTo>
                  <a:lnTo>
                    <a:pt x="1202" y="7"/>
                  </a:lnTo>
                  <a:lnTo>
                    <a:pt x="1262" y="18"/>
                  </a:lnTo>
                  <a:lnTo>
                    <a:pt x="1319" y="32"/>
                  </a:lnTo>
                  <a:lnTo>
                    <a:pt x="1371" y="48"/>
                  </a:lnTo>
                  <a:lnTo>
                    <a:pt x="1422" y="68"/>
                  </a:lnTo>
                  <a:lnTo>
                    <a:pt x="1467" y="90"/>
                  </a:lnTo>
                  <a:lnTo>
                    <a:pt x="1509" y="113"/>
                  </a:lnTo>
                  <a:lnTo>
                    <a:pt x="1555" y="141"/>
                  </a:lnTo>
                  <a:lnTo>
                    <a:pt x="1597" y="169"/>
                  </a:lnTo>
                  <a:lnTo>
                    <a:pt x="1633" y="198"/>
                  </a:lnTo>
                  <a:lnTo>
                    <a:pt x="1664" y="226"/>
                  </a:lnTo>
                  <a:lnTo>
                    <a:pt x="1690" y="253"/>
                  </a:lnTo>
                  <a:lnTo>
                    <a:pt x="1712" y="278"/>
                  </a:lnTo>
                  <a:lnTo>
                    <a:pt x="1729" y="300"/>
                  </a:lnTo>
                  <a:lnTo>
                    <a:pt x="1742" y="318"/>
                  </a:lnTo>
                  <a:lnTo>
                    <a:pt x="1751" y="331"/>
                  </a:lnTo>
                  <a:lnTo>
                    <a:pt x="1757" y="340"/>
                  </a:lnTo>
                  <a:lnTo>
                    <a:pt x="1758" y="344"/>
                  </a:lnTo>
                  <a:lnTo>
                    <a:pt x="1760" y="344"/>
                  </a:lnTo>
                  <a:lnTo>
                    <a:pt x="1765" y="344"/>
                  </a:lnTo>
                  <a:lnTo>
                    <a:pt x="1773" y="346"/>
                  </a:lnTo>
                  <a:lnTo>
                    <a:pt x="1783" y="349"/>
                  </a:lnTo>
                  <a:lnTo>
                    <a:pt x="1796" y="352"/>
                  </a:lnTo>
                  <a:lnTo>
                    <a:pt x="1809" y="356"/>
                  </a:lnTo>
                  <a:lnTo>
                    <a:pt x="1825" y="363"/>
                  </a:lnTo>
                  <a:lnTo>
                    <a:pt x="1842" y="372"/>
                  </a:lnTo>
                  <a:lnTo>
                    <a:pt x="1861" y="382"/>
                  </a:lnTo>
                  <a:lnTo>
                    <a:pt x="1880" y="395"/>
                  </a:lnTo>
                  <a:lnTo>
                    <a:pt x="1899" y="411"/>
                  </a:lnTo>
                  <a:lnTo>
                    <a:pt x="1919" y="430"/>
                  </a:lnTo>
                  <a:lnTo>
                    <a:pt x="1939" y="451"/>
                  </a:lnTo>
                  <a:lnTo>
                    <a:pt x="1958" y="476"/>
                  </a:lnTo>
                  <a:lnTo>
                    <a:pt x="1975" y="505"/>
                  </a:lnTo>
                  <a:lnTo>
                    <a:pt x="1993" y="537"/>
                  </a:lnTo>
                  <a:lnTo>
                    <a:pt x="2009" y="573"/>
                  </a:lnTo>
                  <a:lnTo>
                    <a:pt x="2023" y="613"/>
                  </a:lnTo>
                  <a:lnTo>
                    <a:pt x="2036" y="658"/>
                  </a:lnTo>
                  <a:lnTo>
                    <a:pt x="2046" y="709"/>
                  </a:lnTo>
                  <a:lnTo>
                    <a:pt x="2055" y="764"/>
                  </a:lnTo>
                  <a:lnTo>
                    <a:pt x="2060" y="825"/>
                  </a:lnTo>
                  <a:lnTo>
                    <a:pt x="2061" y="890"/>
                  </a:lnTo>
                  <a:lnTo>
                    <a:pt x="2060" y="961"/>
                  </a:lnTo>
                  <a:lnTo>
                    <a:pt x="2055" y="1039"/>
                  </a:lnTo>
                  <a:lnTo>
                    <a:pt x="2046" y="1121"/>
                  </a:lnTo>
                  <a:lnTo>
                    <a:pt x="2032" y="1212"/>
                  </a:lnTo>
                  <a:lnTo>
                    <a:pt x="2017" y="1277"/>
                  </a:lnTo>
                  <a:lnTo>
                    <a:pt x="1997" y="1345"/>
                  </a:lnTo>
                  <a:lnTo>
                    <a:pt x="2013" y="1344"/>
                  </a:lnTo>
                  <a:lnTo>
                    <a:pt x="2029" y="1345"/>
                  </a:lnTo>
                  <a:lnTo>
                    <a:pt x="2044" y="1348"/>
                  </a:lnTo>
                  <a:lnTo>
                    <a:pt x="2060" y="1353"/>
                  </a:lnTo>
                  <a:lnTo>
                    <a:pt x="2073" y="1360"/>
                  </a:lnTo>
                  <a:lnTo>
                    <a:pt x="2086" y="1371"/>
                  </a:lnTo>
                  <a:lnTo>
                    <a:pt x="2097" y="1384"/>
                  </a:lnTo>
                  <a:lnTo>
                    <a:pt x="2107" y="1402"/>
                  </a:lnTo>
                  <a:lnTo>
                    <a:pt x="2115" y="1423"/>
                  </a:lnTo>
                  <a:lnTo>
                    <a:pt x="2120" y="1449"/>
                  </a:lnTo>
                  <a:lnTo>
                    <a:pt x="2123" y="1480"/>
                  </a:lnTo>
                  <a:lnTo>
                    <a:pt x="2122" y="1515"/>
                  </a:lnTo>
                  <a:lnTo>
                    <a:pt x="2119" y="1554"/>
                  </a:lnTo>
                  <a:lnTo>
                    <a:pt x="2112" y="1600"/>
                  </a:lnTo>
                  <a:lnTo>
                    <a:pt x="2102" y="1652"/>
                  </a:lnTo>
                  <a:lnTo>
                    <a:pt x="2086" y="1708"/>
                  </a:lnTo>
                  <a:lnTo>
                    <a:pt x="2065" y="1775"/>
                  </a:lnTo>
                  <a:lnTo>
                    <a:pt x="2046" y="1831"/>
                  </a:lnTo>
                  <a:lnTo>
                    <a:pt x="2028" y="1879"/>
                  </a:lnTo>
                  <a:lnTo>
                    <a:pt x="2009" y="1918"/>
                  </a:lnTo>
                  <a:lnTo>
                    <a:pt x="1990" y="1950"/>
                  </a:lnTo>
                  <a:lnTo>
                    <a:pt x="1973" y="1975"/>
                  </a:lnTo>
                  <a:lnTo>
                    <a:pt x="1955" y="1993"/>
                  </a:lnTo>
                  <a:lnTo>
                    <a:pt x="1939" y="2005"/>
                  </a:lnTo>
                  <a:lnTo>
                    <a:pt x="1925" y="2012"/>
                  </a:lnTo>
                  <a:lnTo>
                    <a:pt x="1909" y="2016"/>
                  </a:lnTo>
                  <a:lnTo>
                    <a:pt x="1897" y="2077"/>
                  </a:lnTo>
                  <a:lnTo>
                    <a:pt x="1880" y="2139"/>
                  </a:lnTo>
                  <a:lnTo>
                    <a:pt x="1857" y="2203"/>
                  </a:lnTo>
                  <a:lnTo>
                    <a:pt x="1829" y="2268"/>
                  </a:lnTo>
                  <a:lnTo>
                    <a:pt x="1796" y="2332"/>
                  </a:lnTo>
                  <a:lnTo>
                    <a:pt x="1757" y="2394"/>
                  </a:lnTo>
                  <a:lnTo>
                    <a:pt x="1715" y="2456"/>
                  </a:lnTo>
                  <a:lnTo>
                    <a:pt x="1667" y="2514"/>
                  </a:lnTo>
                  <a:lnTo>
                    <a:pt x="1615" y="2570"/>
                  </a:lnTo>
                  <a:lnTo>
                    <a:pt x="1558" y="2622"/>
                  </a:lnTo>
                  <a:lnTo>
                    <a:pt x="1496" y="2670"/>
                  </a:lnTo>
                  <a:lnTo>
                    <a:pt x="1431" y="2714"/>
                  </a:lnTo>
                  <a:lnTo>
                    <a:pt x="1361" y="2750"/>
                  </a:lnTo>
                  <a:lnTo>
                    <a:pt x="1289" y="2780"/>
                  </a:lnTo>
                  <a:lnTo>
                    <a:pt x="1213" y="2803"/>
                  </a:lnTo>
                  <a:lnTo>
                    <a:pt x="1138" y="2816"/>
                  </a:lnTo>
                  <a:lnTo>
                    <a:pt x="1061" y="2821"/>
                  </a:lnTo>
                  <a:lnTo>
                    <a:pt x="984" y="2816"/>
                  </a:lnTo>
                  <a:lnTo>
                    <a:pt x="909" y="2803"/>
                  </a:lnTo>
                  <a:lnTo>
                    <a:pt x="834" y="2782"/>
                  </a:lnTo>
                  <a:lnTo>
                    <a:pt x="760" y="2751"/>
                  </a:lnTo>
                  <a:lnTo>
                    <a:pt x="689" y="2714"/>
                  </a:lnTo>
                  <a:lnTo>
                    <a:pt x="623" y="2672"/>
                  </a:lnTo>
                  <a:lnTo>
                    <a:pt x="563" y="2624"/>
                  </a:lnTo>
                  <a:lnTo>
                    <a:pt x="506" y="2572"/>
                  </a:lnTo>
                  <a:lnTo>
                    <a:pt x="454" y="2515"/>
                  </a:lnTo>
                  <a:lnTo>
                    <a:pt x="406" y="2458"/>
                  </a:lnTo>
                  <a:lnTo>
                    <a:pt x="364" y="2395"/>
                  </a:lnTo>
                  <a:lnTo>
                    <a:pt x="326" y="2333"/>
                  </a:lnTo>
                  <a:lnTo>
                    <a:pt x="293" y="2268"/>
                  </a:lnTo>
                  <a:lnTo>
                    <a:pt x="265" y="2204"/>
                  </a:lnTo>
                  <a:lnTo>
                    <a:pt x="244" y="2141"/>
                  </a:lnTo>
                  <a:lnTo>
                    <a:pt x="226" y="2077"/>
                  </a:lnTo>
                  <a:lnTo>
                    <a:pt x="215" y="2016"/>
                  </a:lnTo>
                  <a:lnTo>
                    <a:pt x="200" y="2012"/>
                  </a:lnTo>
                  <a:lnTo>
                    <a:pt x="184" y="2005"/>
                  </a:lnTo>
                  <a:lnTo>
                    <a:pt x="168" y="1993"/>
                  </a:lnTo>
                  <a:lnTo>
                    <a:pt x="151" y="1975"/>
                  </a:lnTo>
                  <a:lnTo>
                    <a:pt x="134" y="1950"/>
                  </a:lnTo>
                  <a:lnTo>
                    <a:pt x="115" y="1918"/>
                  </a:lnTo>
                  <a:lnTo>
                    <a:pt x="96" y="1879"/>
                  </a:lnTo>
                  <a:lnTo>
                    <a:pt x="77" y="1831"/>
                  </a:lnTo>
                  <a:lnTo>
                    <a:pt x="57" y="1776"/>
                  </a:lnTo>
                  <a:lnTo>
                    <a:pt x="37" y="1710"/>
                  </a:lnTo>
                  <a:lnTo>
                    <a:pt x="22" y="1652"/>
                  </a:lnTo>
                  <a:lnTo>
                    <a:pt x="10" y="1601"/>
                  </a:lnTo>
                  <a:lnTo>
                    <a:pt x="5" y="1555"/>
                  </a:lnTo>
                  <a:lnTo>
                    <a:pt x="0" y="1515"/>
                  </a:lnTo>
                  <a:lnTo>
                    <a:pt x="0" y="1480"/>
                  </a:lnTo>
                  <a:lnTo>
                    <a:pt x="3" y="1451"/>
                  </a:lnTo>
                  <a:lnTo>
                    <a:pt x="9" y="1425"/>
                  </a:lnTo>
                  <a:lnTo>
                    <a:pt x="16" y="1403"/>
                  </a:lnTo>
                  <a:lnTo>
                    <a:pt x="25" y="1386"/>
                  </a:lnTo>
                  <a:lnTo>
                    <a:pt x="37" y="1371"/>
                  </a:lnTo>
                  <a:lnTo>
                    <a:pt x="50" y="1361"/>
                  </a:lnTo>
                  <a:lnTo>
                    <a:pt x="64" y="1354"/>
                  </a:lnTo>
                  <a:lnTo>
                    <a:pt x="79" y="1348"/>
                  </a:lnTo>
                  <a:lnTo>
                    <a:pt x="94" y="1345"/>
                  </a:lnTo>
                  <a:lnTo>
                    <a:pt x="110" y="1345"/>
                  </a:lnTo>
                  <a:lnTo>
                    <a:pt x="126" y="1345"/>
                  </a:lnTo>
                  <a:lnTo>
                    <a:pt x="105" y="1279"/>
                  </a:lnTo>
                  <a:lnTo>
                    <a:pt x="90" y="1212"/>
                  </a:lnTo>
                  <a:lnTo>
                    <a:pt x="77" y="1139"/>
                  </a:lnTo>
                  <a:lnTo>
                    <a:pt x="68" y="1065"/>
                  </a:lnTo>
                  <a:lnTo>
                    <a:pt x="65" y="992"/>
                  </a:lnTo>
                  <a:lnTo>
                    <a:pt x="67" y="923"/>
                  </a:lnTo>
                  <a:lnTo>
                    <a:pt x="74" y="854"/>
                  </a:lnTo>
                  <a:lnTo>
                    <a:pt x="89" y="786"/>
                  </a:lnTo>
                  <a:lnTo>
                    <a:pt x="110" y="710"/>
                  </a:lnTo>
                  <a:lnTo>
                    <a:pt x="137" y="640"/>
                  </a:lnTo>
                  <a:lnTo>
                    <a:pt x="170" y="573"/>
                  </a:lnTo>
                  <a:lnTo>
                    <a:pt x="208" y="511"/>
                  </a:lnTo>
                  <a:lnTo>
                    <a:pt x="248" y="453"/>
                  </a:lnTo>
                  <a:lnTo>
                    <a:pt x="292" y="399"/>
                  </a:lnTo>
                  <a:lnTo>
                    <a:pt x="338" y="349"/>
                  </a:lnTo>
                  <a:lnTo>
                    <a:pt x="392" y="295"/>
                  </a:lnTo>
                  <a:lnTo>
                    <a:pt x="448" y="245"/>
                  </a:lnTo>
                  <a:lnTo>
                    <a:pt x="507" y="200"/>
                  </a:lnTo>
                  <a:lnTo>
                    <a:pt x="568" y="158"/>
                  </a:lnTo>
                  <a:lnTo>
                    <a:pt x="621" y="123"/>
                  </a:lnTo>
                  <a:lnTo>
                    <a:pt x="676" y="93"/>
                  </a:lnTo>
                  <a:lnTo>
                    <a:pt x="734" y="65"/>
                  </a:lnTo>
                  <a:lnTo>
                    <a:pt x="793" y="42"/>
                  </a:lnTo>
                  <a:lnTo>
                    <a:pt x="858" y="25"/>
                  </a:lnTo>
                  <a:lnTo>
                    <a:pt x="926" y="10"/>
                  </a:lnTo>
                  <a:lnTo>
                    <a:pt x="997" y="5"/>
                  </a:lnTo>
                  <a:lnTo>
                    <a:pt x="10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76">
              <a:extLst>
                <a:ext uri="{FF2B5EF4-FFF2-40B4-BE49-F238E27FC236}">
                  <a16:creationId xmlns:a16="http://schemas.microsoft.com/office/drawing/2014/main" id="{7367CDC7-C0E3-8B11-F578-64F192BCD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357"/>
              <a:ext cx="1339" cy="684"/>
            </a:xfrm>
            <a:custGeom>
              <a:avLst/>
              <a:gdLst>
                <a:gd name="T0" fmla="*/ 1677 w 4017"/>
                <a:gd name="T1" fmla="*/ 1196 h 2051"/>
                <a:gd name="T2" fmla="*/ 1822 w 4017"/>
                <a:gd name="T3" fmla="*/ 765 h 2051"/>
                <a:gd name="T4" fmla="*/ 1743 w 4017"/>
                <a:gd name="T5" fmla="*/ 583 h 2051"/>
                <a:gd name="T6" fmla="*/ 1739 w 4017"/>
                <a:gd name="T7" fmla="*/ 459 h 2051"/>
                <a:gd name="T8" fmla="*/ 1787 w 4017"/>
                <a:gd name="T9" fmla="*/ 378 h 2051"/>
                <a:gd name="T10" fmla="*/ 1862 w 4017"/>
                <a:gd name="T11" fmla="*/ 334 h 2051"/>
                <a:gd name="T12" fmla="*/ 1939 w 4017"/>
                <a:gd name="T13" fmla="*/ 314 h 2051"/>
                <a:gd name="T14" fmla="*/ 1995 w 4017"/>
                <a:gd name="T15" fmla="*/ 310 h 2051"/>
                <a:gd name="T16" fmla="*/ 2022 w 4017"/>
                <a:gd name="T17" fmla="*/ 310 h 2051"/>
                <a:gd name="T18" fmla="*/ 2078 w 4017"/>
                <a:gd name="T19" fmla="*/ 314 h 2051"/>
                <a:gd name="T20" fmla="*/ 2155 w 4017"/>
                <a:gd name="T21" fmla="*/ 334 h 2051"/>
                <a:gd name="T22" fmla="*/ 2230 w 4017"/>
                <a:gd name="T23" fmla="*/ 378 h 2051"/>
                <a:gd name="T24" fmla="*/ 2278 w 4017"/>
                <a:gd name="T25" fmla="*/ 459 h 2051"/>
                <a:gd name="T26" fmla="*/ 2274 w 4017"/>
                <a:gd name="T27" fmla="*/ 583 h 2051"/>
                <a:gd name="T28" fmla="*/ 2195 w 4017"/>
                <a:gd name="T29" fmla="*/ 765 h 2051"/>
                <a:gd name="T30" fmla="*/ 2340 w 4017"/>
                <a:gd name="T31" fmla="*/ 1196 h 2051"/>
                <a:gd name="T32" fmla="*/ 2724 w 4017"/>
                <a:gd name="T33" fmla="*/ 1 h 2051"/>
                <a:gd name="T34" fmla="*/ 2801 w 4017"/>
                <a:gd name="T35" fmla="*/ 51 h 2051"/>
                <a:gd name="T36" fmla="*/ 2963 w 4017"/>
                <a:gd name="T37" fmla="*/ 146 h 2051"/>
                <a:gd name="T38" fmla="*/ 3195 w 4017"/>
                <a:gd name="T39" fmla="*/ 260 h 2051"/>
                <a:gd name="T40" fmla="*/ 3479 w 4017"/>
                <a:gd name="T41" fmla="*/ 370 h 2051"/>
                <a:gd name="T42" fmla="*/ 3742 w 4017"/>
                <a:gd name="T43" fmla="*/ 456 h 2051"/>
                <a:gd name="T44" fmla="*/ 3894 w 4017"/>
                <a:gd name="T45" fmla="*/ 589 h 2051"/>
                <a:gd name="T46" fmla="*/ 3978 w 4017"/>
                <a:gd name="T47" fmla="*/ 765 h 2051"/>
                <a:gd name="T48" fmla="*/ 4013 w 4017"/>
                <a:gd name="T49" fmla="*/ 953 h 2051"/>
                <a:gd name="T50" fmla="*/ 4016 w 4017"/>
                <a:gd name="T51" fmla="*/ 1121 h 2051"/>
                <a:gd name="T52" fmla="*/ 4011 w 4017"/>
                <a:gd name="T53" fmla="*/ 1198 h 2051"/>
                <a:gd name="T54" fmla="*/ 3998 w 4017"/>
                <a:gd name="T55" fmla="*/ 1339 h 2051"/>
                <a:gd name="T56" fmla="*/ 3981 w 4017"/>
                <a:gd name="T57" fmla="*/ 1507 h 2051"/>
                <a:gd name="T58" fmla="*/ 3958 w 4017"/>
                <a:gd name="T59" fmla="*/ 1584 h 2051"/>
                <a:gd name="T60" fmla="*/ 3856 w 4017"/>
                <a:gd name="T61" fmla="*/ 1640 h 2051"/>
                <a:gd name="T62" fmla="*/ 3659 w 4017"/>
                <a:gd name="T63" fmla="*/ 1733 h 2051"/>
                <a:gd name="T64" fmla="*/ 3369 w 4017"/>
                <a:gd name="T65" fmla="*/ 1841 h 2051"/>
                <a:gd name="T66" fmla="*/ 2995 w 4017"/>
                <a:gd name="T67" fmla="*/ 1944 h 2051"/>
                <a:gd name="T68" fmla="*/ 2539 w 4017"/>
                <a:gd name="T69" fmla="*/ 2022 h 2051"/>
                <a:gd name="T70" fmla="*/ 2007 w 4017"/>
                <a:gd name="T71" fmla="*/ 2051 h 2051"/>
                <a:gd name="T72" fmla="*/ 1478 w 4017"/>
                <a:gd name="T73" fmla="*/ 2021 h 2051"/>
                <a:gd name="T74" fmla="*/ 1022 w 4017"/>
                <a:gd name="T75" fmla="*/ 1944 h 2051"/>
                <a:gd name="T76" fmla="*/ 648 w 4017"/>
                <a:gd name="T77" fmla="*/ 1841 h 2051"/>
                <a:gd name="T78" fmla="*/ 358 w 4017"/>
                <a:gd name="T79" fmla="*/ 1733 h 2051"/>
                <a:gd name="T80" fmla="*/ 161 w 4017"/>
                <a:gd name="T81" fmla="*/ 1640 h 2051"/>
                <a:gd name="T82" fmla="*/ 59 w 4017"/>
                <a:gd name="T83" fmla="*/ 1584 h 2051"/>
                <a:gd name="T84" fmla="*/ 36 w 4017"/>
                <a:gd name="T85" fmla="*/ 1507 h 2051"/>
                <a:gd name="T86" fmla="*/ 19 w 4017"/>
                <a:gd name="T87" fmla="*/ 1339 h 2051"/>
                <a:gd name="T88" fmla="*/ 6 w 4017"/>
                <a:gd name="T89" fmla="*/ 1198 h 2051"/>
                <a:gd name="T90" fmla="*/ 1 w 4017"/>
                <a:gd name="T91" fmla="*/ 1121 h 2051"/>
                <a:gd name="T92" fmla="*/ 4 w 4017"/>
                <a:gd name="T93" fmla="*/ 953 h 2051"/>
                <a:gd name="T94" fmla="*/ 38 w 4017"/>
                <a:gd name="T95" fmla="*/ 765 h 2051"/>
                <a:gd name="T96" fmla="*/ 123 w 4017"/>
                <a:gd name="T97" fmla="*/ 589 h 2051"/>
                <a:gd name="T98" fmla="*/ 274 w 4017"/>
                <a:gd name="T99" fmla="*/ 456 h 2051"/>
                <a:gd name="T100" fmla="*/ 538 w 4017"/>
                <a:gd name="T101" fmla="*/ 370 h 2051"/>
                <a:gd name="T102" fmla="*/ 820 w 4017"/>
                <a:gd name="T103" fmla="*/ 260 h 2051"/>
                <a:gd name="T104" fmla="*/ 1052 w 4017"/>
                <a:gd name="T105" fmla="*/ 146 h 2051"/>
                <a:gd name="T106" fmla="*/ 1216 w 4017"/>
                <a:gd name="T107" fmla="*/ 51 h 2051"/>
                <a:gd name="T108" fmla="*/ 1291 w 4017"/>
                <a:gd name="T109" fmla="*/ 1 h 2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017" h="2051">
                  <a:moveTo>
                    <a:pt x="1294" y="0"/>
                  </a:moveTo>
                  <a:lnTo>
                    <a:pt x="1614" y="1008"/>
                  </a:lnTo>
                  <a:lnTo>
                    <a:pt x="1675" y="1199"/>
                  </a:lnTo>
                  <a:lnTo>
                    <a:pt x="1677" y="1196"/>
                  </a:lnTo>
                  <a:lnTo>
                    <a:pt x="1729" y="1357"/>
                  </a:lnTo>
                  <a:lnTo>
                    <a:pt x="1897" y="879"/>
                  </a:lnTo>
                  <a:lnTo>
                    <a:pt x="1856" y="820"/>
                  </a:lnTo>
                  <a:lnTo>
                    <a:pt x="1822" y="765"/>
                  </a:lnTo>
                  <a:lnTo>
                    <a:pt x="1794" y="713"/>
                  </a:lnTo>
                  <a:lnTo>
                    <a:pt x="1771" y="667"/>
                  </a:lnTo>
                  <a:lnTo>
                    <a:pt x="1755" y="623"/>
                  </a:lnTo>
                  <a:lnTo>
                    <a:pt x="1743" y="583"/>
                  </a:lnTo>
                  <a:lnTo>
                    <a:pt x="1736" y="547"/>
                  </a:lnTo>
                  <a:lnTo>
                    <a:pt x="1733" y="515"/>
                  </a:lnTo>
                  <a:lnTo>
                    <a:pt x="1735" y="485"/>
                  </a:lnTo>
                  <a:lnTo>
                    <a:pt x="1739" y="459"/>
                  </a:lnTo>
                  <a:lnTo>
                    <a:pt x="1748" y="434"/>
                  </a:lnTo>
                  <a:lnTo>
                    <a:pt x="1758" y="412"/>
                  </a:lnTo>
                  <a:lnTo>
                    <a:pt x="1772" y="395"/>
                  </a:lnTo>
                  <a:lnTo>
                    <a:pt x="1787" y="378"/>
                  </a:lnTo>
                  <a:lnTo>
                    <a:pt x="1804" y="365"/>
                  </a:lnTo>
                  <a:lnTo>
                    <a:pt x="1823" y="352"/>
                  </a:lnTo>
                  <a:lnTo>
                    <a:pt x="1842" y="341"/>
                  </a:lnTo>
                  <a:lnTo>
                    <a:pt x="1862" y="334"/>
                  </a:lnTo>
                  <a:lnTo>
                    <a:pt x="1882" y="327"/>
                  </a:lnTo>
                  <a:lnTo>
                    <a:pt x="1901" y="321"/>
                  </a:lnTo>
                  <a:lnTo>
                    <a:pt x="1922" y="317"/>
                  </a:lnTo>
                  <a:lnTo>
                    <a:pt x="1939" y="314"/>
                  </a:lnTo>
                  <a:lnTo>
                    <a:pt x="1956" y="312"/>
                  </a:lnTo>
                  <a:lnTo>
                    <a:pt x="1972" y="311"/>
                  </a:lnTo>
                  <a:lnTo>
                    <a:pt x="1985" y="310"/>
                  </a:lnTo>
                  <a:lnTo>
                    <a:pt x="1995" y="310"/>
                  </a:lnTo>
                  <a:lnTo>
                    <a:pt x="2004" y="310"/>
                  </a:lnTo>
                  <a:lnTo>
                    <a:pt x="2007" y="310"/>
                  </a:lnTo>
                  <a:lnTo>
                    <a:pt x="2013" y="310"/>
                  </a:lnTo>
                  <a:lnTo>
                    <a:pt x="2022" y="310"/>
                  </a:lnTo>
                  <a:lnTo>
                    <a:pt x="2032" y="310"/>
                  </a:lnTo>
                  <a:lnTo>
                    <a:pt x="2045" y="311"/>
                  </a:lnTo>
                  <a:lnTo>
                    <a:pt x="2061" y="312"/>
                  </a:lnTo>
                  <a:lnTo>
                    <a:pt x="2078" y="314"/>
                  </a:lnTo>
                  <a:lnTo>
                    <a:pt x="2095" y="317"/>
                  </a:lnTo>
                  <a:lnTo>
                    <a:pt x="2116" y="321"/>
                  </a:lnTo>
                  <a:lnTo>
                    <a:pt x="2135" y="327"/>
                  </a:lnTo>
                  <a:lnTo>
                    <a:pt x="2155" y="334"/>
                  </a:lnTo>
                  <a:lnTo>
                    <a:pt x="2175" y="341"/>
                  </a:lnTo>
                  <a:lnTo>
                    <a:pt x="2194" y="352"/>
                  </a:lnTo>
                  <a:lnTo>
                    <a:pt x="2213" y="365"/>
                  </a:lnTo>
                  <a:lnTo>
                    <a:pt x="2230" y="378"/>
                  </a:lnTo>
                  <a:lnTo>
                    <a:pt x="2245" y="395"/>
                  </a:lnTo>
                  <a:lnTo>
                    <a:pt x="2259" y="412"/>
                  </a:lnTo>
                  <a:lnTo>
                    <a:pt x="2269" y="434"/>
                  </a:lnTo>
                  <a:lnTo>
                    <a:pt x="2278" y="459"/>
                  </a:lnTo>
                  <a:lnTo>
                    <a:pt x="2282" y="485"/>
                  </a:lnTo>
                  <a:lnTo>
                    <a:pt x="2284" y="515"/>
                  </a:lnTo>
                  <a:lnTo>
                    <a:pt x="2281" y="547"/>
                  </a:lnTo>
                  <a:lnTo>
                    <a:pt x="2274" y="583"/>
                  </a:lnTo>
                  <a:lnTo>
                    <a:pt x="2262" y="623"/>
                  </a:lnTo>
                  <a:lnTo>
                    <a:pt x="2246" y="667"/>
                  </a:lnTo>
                  <a:lnTo>
                    <a:pt x="2223" y="713"/>
                  </a:lnTo>
                  <a:lnTo>
                    <a:pt x="2195" y="765"/>
                  </a:lnTo>
                  <a:lnTo>
                    <a:pt x="2161" y="820"/>
                  </a:lnTo>
                  <a:lnTo>
                    <a:pt x="2120" y="879"/>
                  </a:lnTo>
                  <a:lnTo>
                    <a:pt x="2288" y="1357"/>
                  </a:lnTo>
                  <a:lnTo>
                    <a:pt x="2340" y="1196"/>
                  </a:lnTo>
                  <a:lnTo>
                    <a:pt x="2342" y="1199"/>
                  </a:lnTo>
                  <a:lnTo>
                    <a:pt x="2401" y="1008"/>
                  </a:lnTo>
                  <a:lnTo>
                    <a:pt x="2721" y="0"/>
                  </a:lnTo>
                  <a:lnTo>
                    <a:pt x="2724" y="1"/>
                  </a:lnTo>
                  <a:lnTo>
                    <a:pt x="2735" y="9"/>
                  </a:lnTo>
                  <a:lnTo>
                    <a:pt x="2750" y="19"/>
                  </a:lnTo>
                  <a:lnTo>
                    <a:pt x="2772" y="33"/>
                  </a:lnTo>
                  <a:lnTo>
                    <a:pt x="2801" y="51"/>
                  </a:lnTo>
                  <a:lnTo>
                    <a:pt x="2835" y="72"/>
                  </a:lnTo>
                  <a:lnTo>
                    <a:pt x="2872" y="94"/>
                  </a:lnTo>
                  <a:lnTo>
                    <a:pt x="2916" y="119"/>
                  </a:lnTo>
                  <a:lnTo>
                    <a:pt x="2963" y="146"/>
                  </a:lnTo>
                  <a:lnTo>
                    <a:pt x="3016" y="174"/>
                  </a:lnTo>
                  <a:lnTo>
                    <a:pt x="3072" y="203"/>
                  </a:lnTo>
                  <a:lnTo>
                    <a:pt x="3132" y="231"/>
                  </a:lnTo>
                  <a:lnTo>
                    <a:pt x="3195" y="260"/>
                  </a:lnTo>
                  <a:lnTo>
                    <a:pt x="3262" y="289"/>
                  </a:lnTo>
                  <a:lnTo>
                    <a:pt x="3332" y="317"/>
                  </a:lnTo>
                  <a:lnTo>
                    <a:pt x="3404" y="344"/>
                  </a:lnTo>
                  <a:lnTo>
                    <a:pt x="3479" y="370"/>
                  </a:lnTo>
                  <a:lnTo>
                    <a:pt x="3556" y="393"/>
                  </a:lnTo>
                  <a:lnTo>
                    <a:pt x="3634" y="415"/>
                  </a:lnTo>
                  <a:lnTo>
                    <a:pt x="3691" y="433"/>
                  </a:lnTo>
                  <a:lnTo>
                    <a:pt x="3742" y="456"/>
                  </a:lnTo>
                  <a:lnTo>
                    <a:pt x="3787" y="483"/>
                  </a:lnTo>
                  <a:lnTo>
                    <a:pt x="3827" y="515"/>
                  </a:lnTo>
                  <a:lnTo>
                    <a:pt x="3862" y="551"/>
                  </a:lnTo>
                  <a:lnTo>
                    <a:pt x="3894" y="589"/>
                  </a:lnTo>
                  <a:lnTo>
                    <a:pt x="3920" y="631"/>
                  </a:lnTo>
                  <a:lnTo>
                    <a:pt x="3943" y="674"/>
                  </a:lnTo>
                  <a:lnTo>
                    <a:pt x="3962" y="719"/>
                  </a:lnTo>
                  <a:lnTo>
                    <a:pt x="3978" y="765"/>
                  </a:lnTo>
                  <a:lnTo>
                    <a:pt x="3991" y="813"/>
                  </a:lnTo>
                  <a:lnTo>
                    <a:pt x="4000" y="859"/>
                  </a:lnTo>
                  <a:lnTo>
                    <a:pt x="4007" y="907"/>
                  </a:lnTo>
                  <a:lnTo>
                    <a:pt x="4013" y="953"/>
                  </a:lnTo>
                  <a:lnTo>
                    <a:pt x="4016" y="998"/>
                  </a:lnTo>
                  <a:lnTo>
                    <a:pt x="4017" y="1041"/>
                  </a:lnTo>
                  <a:lnTo>
                    <a:pt x="4017" y="1083"/>
                  </a:lnTo>
                  <a:lnTo>
                    <a:pt x="4016" y="1121"/>
                  </a:lnTo>
                  <a:lnTo>
                    <a:pt x="4014" y="1157"/>
                  </a:lnTo>
                  <a:lnTo>
                    <a:pt x="4014" y="1161"/>
                  </a:lnTo>
                  <a:lnTo>
                    <a:pt x="4013" y="1176"/>
                  </a:lnTo>
                  <a:lnTo>
                    <a:pt x="4011" y="1198"/>
                  </a:lnTo>
                  <a:lnTo>
                    <a:pt x="4008" y="1227"/>
                  </a:lnTo>
                  <a:lnTo>
                    <a:pt x="4005" y="1260"/>
                  </a:lnTo>
                  <a:lnTo>
                    <a:pt x="4003" y="1299"/>
                  </a:lnTo>
                  <a:lnTo>
                    <a:pt x="3998" y="1339"/>
                  </a:lnTo>
                  <a:lnTo>
                    <a:pt x="3994" y="1381"/>
                  </a:lnTo>
                  <a:lnTo>
                    <a:pt x="3989" y="1425"/>
                  </a:lnTo>
                  <a:lnTo>
                    <a:pt x="3985" y="1467"/>
                  </a:lnTo>
                  <a:lnTo>
                    <a:pt x="3981" y="1507"/>
                  </a:lnTo>
                  <a:lnTo>
                    <a:pt x="3975" y="1543"/>
                  </a:lnTo>
                  <a:lnTo>
                    <a:pt x="3971" y="1575"/>
                  </a:lnTo>
                  <a:lnTo>
                    <a:pt x="3968" y="1578"/>
                  </a:lnTo>
                  <a:lnTo>
                    <a:pt x="3958" y="1584"/>
                  </a:lnTo>
                  <a:lnTo>
                    <a:pt x="3942" y="1592"/>
                  </a:lnTo>
                  <a:lnTo>
                    <a:pt x="3920" y="1606"/>
                  </a:lnTo>
                  <a:lnTo>
                    <a:pt x="3891" y="1621"/>
                  </a:lnTo>
                  <a:lnTo>
                    <a:pt x="3856" y="1640"/>
                  </a:lnTo>
                  <a:lnTo>
                    <a:pt x="3816" y="1660"/>
                  </a:lnTo>
                  <a:lnTo>
                    <a:pt x="3769" y="1684"/>
                  </a:lnTo>
                  <a:lnTo>
                    <a:pt x="3717" y="1707"/>
                  </a:lnTo>
                  <a:lnTo>
                    <a:pt x="3659" y="1733"/>
                  </a:lnTo>
                  <a:lnTo>
                    <a:pt x="3595" y="1759"/>
                  </a:lnTo>
                  <a:lnTo>
                    <a:pt x="3526" y="1786"/>
                  </a:lnTo>
                  <a:lnTo>
                    <a:pt x="3450" y="1814"/>
                  </a:lnTo>
                  <a:lnTo>
                    <a:pt x="3369" y="1841"/>
                  </a:lnTo>
                  <a:lnTo>
                    <a:pt x="3284" y="1869"/>
                  </a:lnTo>
                  <a:lnTo>
                    <a:pt x="3192" y="1895"/>
                  </a:lnTo>
                  <a:lnTo>
                    <a:pt x="3097" y="1919"/>
                  </a:lnTo>
                  <a:lnTo>
                    <a:pt x="2995" y="1944"/>
                  </a:lnTo>
                  <a:lnTo>
                    <a:pt x="2888" y="1967"/>
                  </a:lnTo>
                  <a:lnTo>
                    <a:pt x="2777" y="1987"/>
                  </a:lnTo>
                  <a:lnTo>
                    <a:pt x="2661" y="2006"/>
                  </a:lnTo>
                  <a:lnTo>
                    <a:pt x="2539" y="2022"/>
                  </a:lnTo>
                  <a:lnTo>
                    <a:pt x="2414" y="2034"/>
                  </a:lnTo>
                  <a:lnTo>
                    <a:pt x="2282" y="2044"/>
                  </a:lnTo>
                  <a:lnTo>
                    <a:pt x="2148" y="2050"/>
                  </a:lnTo>
                  <a:lnTo>
                    <a:pt x="2007" y="2051"/>
                  </a:lnTo>
                  <a:lnTo>
                    <a:pt x="1869" y="2050"/>
                  </a:lnTo>
                  <a:lnTo>
                    <a:pt x="1733" y="2044"/>
                  </a:lnTo>
                  <a:lnTo>
                    <a:pt x="1603" y="2034"/>
                  </a:lnTo>
                  <a:lnTo>
                    <a:pt x="1478" y="2021"/>
                  </a:lnTo>
                  <a:lnTo>
                    <a:pt x="1356" y="2005"/>
                  </a:lnTo>
                  <a:lnTo>
                    <a:pt x="1240" y="1987"/>
                  </a:lnTo>
                  <a:lnTo>
                    <a:pt x="1129" y="1966"/>
                  </a:lnTo>
                  <a:lnTo>
                    <a:pt x="1022" y="1944"/>
                  </a:lnTo>
                  <a:lnTo>
                    <a:pt x="920" y="1919"/>
                  </a:lnTo>
                  <a:lnTo>
                    <a:pt x="825" y="1895"/>
                  </a:lnTo>
                  <a:lnTo>
                    <a:pt x="733" y="1867"/>
                  </a:lnTo>
                  <a:lnTo>
                    <a:pt x="648" y="1841"/>
                  </a:lnTo>
                  <a:lnTo>
                    <a:pt x="567" y="1814"/>
                  </a:lnTo>
                  <a:lnTo>
                    <a:pt x="491" y="1786"/>
                  </a:lnTo>
                  <a:lnTo>
                    <a:pt x="422" y="1759"/>
                  </a:lnTo>
                  <a:lnTo>
                    <a:pt x="358" y="1733"/>
                  </a:lnTo>
                  <a:lnTo>
                    <a:pt x="300" y="1707"/>
                  </a:lnTo>
                  <a:lnTo>
                    <a:pt x="248" y="1682"/>
                  </a:lnTo>
                  <a:lnTo>
                    <a:pt x="201" y="1660"/>
                  </a:lnTo>
                  <a:lnTo>
                    <a:pt x="161" y="1640"/>
                  </a:lnTo>
                  <a:lnTo>
                    <a:pt x="126" y="1621"/>
                  </a:lnTo>
                  <a:lnTo>
                    <a:pt x="97" y="1606"/>
                  </a:lnTo>
                  <a:lnTo>
                    <a:pt x="75" y="1592"/>
                  </a:lnTo>
                  <a:lnTo>
                    <a:pt x="59" y="1584"/>
                  </a:lnTo>
                  <a:lnTo>
                    <a:pt x="49" y="1578"/>
                  </a:lnTo>
                  <a:lnTo>
                    <a:pt x="46" y="1575"/>
                  </a:lnTo>
                  <a:lnTo>
                    <a:pt x="42" y="1543"/>
                  </a:lnTo>
                  <a:lnTo>
                    <a:pt x="36" y="1507"/>
                  </a:lnTo>
                  <a:lnTo>
                    <a:pt x="32" y="1467"/>
                  </a:lnTo>
                  <a:lnTo>
                    <a:pt x="28" y="1425"/>
                  </a:lnTo>
                  <a:lnTo>
                    <a:pt x="23" y="1381"/>
                  </a:lnTo>
                  <a:lnTo>
                    <a:pt x="19" y="1339"/>
                  </a:lnTo>
                  <a:lnTo>
                    <a:pt x="14" y="1299"/>
                  </a:lnTo>
                  <a:lnTo>
                    <a:pt x="12" y="1260"/>
                  </a:lnTo>
                  <a:lnTo>
                    <a:pt x="9" y="1227"/>
                  </a:lnTo>
                  <a:lnTo>
                    <a:pt x="6" y="1198"/>
                  </a:lnTo>
                  <a:lnTo>
                    <a:pt x="4" y="1176"/>
                  </a:lnTo>
                  <a:lnTo>
                    <a:pt x="3" y="1161"/>
                  </a:lnTo>
                  <a:lnTo>
                    <a:pt x="3" y="1157"/>
                  </a:lnTo>
                  <a:lnTo>
                    <a:pt x="1" y="1121"/>
                  </a:lnTo>
                  <a:lnTo>
                    <a:pt x="0" y="1083"/>
                  </a:lnTo>
                  <a:lnTo>
                    <a:pt x="0" y="1041"/>
                  </a:lnTo>
                  <a:lnTo>
                    <a:pt x="1" y="998"/>
                  </a:lnTo>
                  <a:lnTo>
                    <a:pt x="4" y="953"/>
                  </a:lnTo>
                  <a:lnTo>
                    <a:pt x="9" y="907"/>
                  </a:lnTo>
                  <a:lnTo>
                    <a:pt x="16" y="859"/>
                  </a:lnTo>
                  <a:lnTo>
                    <a:pt x="26" y="813"/>
                  </a:lnTo>
                  <a:lnTo>
                    <a:pt x="38" y="765"/>
                  </a:lnTo>
                  <a:lnTo>
                    <a:pt x="54" y="719"/>
                  </a:lnTo>
                  <a:lnTo>
                    <a:pt x="72" y="674"/>
                  </a:lnTo>
                  <a:lnTo>
                    <a:pt x="96" y="631"/>
                  </a:lnTo>
                  <a:lnTo>
                    <a:pt x="123" y="589"/>
                  </a:lnTo>
                  <a:lnTo>
                    <a:pt x="154" y="551"/>
                  </a:lnTo>
                  <a:lnTo>
                    <a:pt x="188" y="515"/>
                  </a:lnTo>
                  <a:lnTo>
                    <a:pt x="229" y="483"/>
                  </a:lnTo>
                  <a:lnTo>
                    <a:pt x="274" y="456"/>
                  </a:lnTo>
                  <a:lnTo>
                    <a:pt x="325" y="433"/>
                  </a:lnTo>
                  <a:lnTo>
                    <a:pt x="381" y="415"/>
                  </a:lnTo>
                  <a:lnTo>
                    <a:pt x="461" y="393"/>
                  </a:lnTo>
                  <a:lnTo>
                    <a:pt x="538" y="370"/>
                  </a:lnTo>
                  <a:lnTo>
                    <a:pt x="612" y="344"/>
                  </a:lnTo>
                  <a:lnTo>
                    <a:pt x="684" y="317"/>
                  </a:lnTo>
                  <a:lnTo>
                    <a:pt x="754" y="289"/>
                  </a:lnTo>
                  <a:lnTo>
                    <a:pt x="820" y="260"/>
                  </a:lnTo>
                  <a:lnTo>
                    <a:pt x="884" y="231"/>
                  </a:lnTo>
                  <a:lnTo>
                    <a:pt x="945" y="203"/>
                  </a:lnTo>
                  <a:lnTo>
                    <a:pt x="1000" y="174"/>
                  </a:lnTo>
                  <a:lnTo>
                    <a:pt x="1052" y="146"/>
                  </a:lnTo>
                  <a:lnTo>
                    <a:pt x="1100" y="119"/>
                  </a:lnTo>
                  <a:lnTo>
                    <a:pt x="1143" y="94"/>
                  </a:lnTo>
                  <a:lnTo>
                    <a:pt x="1182" y="72"/>
                  </a:lnTo>
                  <a:lnTo>
                    <a:pt x="1216" y="51"/>
                  </a:lnTo>
                  <a:lnTo>
                    <a:pt x="1243" y="33"/>
                  </a:lnTo>
                  <a:lnTo>
                    <a:pt x="1265" y="19"/>
                  </a:lnTo>
                  <a:lnTo>
                    <a:pt x="1281" y="9"/>
                  </a:lnTo>
                  <a:lnTo>
                    <a:pt x="1291" y="1"/>
                  </a:lnTo>
                  <a:lnTo>
                    <a:pt x="12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C02BFFF0-DF96-0043-EC4E-3C7330B558E6}"/>
              </a:ext>
            </a:extLst>
          </p:cNvPr>
          <p:cNvSpPr/>
          <p:nvPr/>
        </p:nvSpPr>
        <p:spPr>
          <a:xfrm>
            <a:off x="5969913" y="4731642"/>
            <a:ext cx="1143000" cy="1143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116">
            <a:extLst>
              <a:ext uri="{FF2B5EF4-FFF2-40B4-BE49-F238E27FC236}">
                <a16:creationId xmlns:a16="http://schemas.microsoft.com/office/drawing/2014/main" id="{2CE56316-2F24-3934-A0BC-35E9D4D4CF8D}"/>
              </a:ext>
            </a:extLst>
          </p:cNvPr>
          <p:cNvSpPr>
            <a:spLocks/>
          </p:cNvSpPr>
          <p:nvPr/>
        </p:nvSpPr>
        <p:spPr bwMode="auto">
          <a:xfrm>
            <a:off x="6390019" y="5169824"/>
            <a:ext cx="302789" cy="266636"/>
          </a:xfrm>
          <a:custGeom>
            <a:avLst/>
            <a:gdLst>
              <a:gd name="T0" fmla="*/ 1272 w 4019"/>
              <a:gd name="T1" fmla="*/ 446 h 3537"/>
              <a:gd name="T2" fmla="*/ 1751 w 4019"/>
              <a:gd name="T3" fmla="*/ 406 h 3537"/>
              <a:gd name="T4" fmla="*/ 2093 w 4019"/>
              <a:gd name="T5" fmla="*/ 479 h 3537"/>
              <a:gd name="T6" fmla="*/ 3354 w 4019"/>
              <a:gd name="T7" fmla="*/ 581 h 3537"/>
              <a:gd name="T8" fmla="*/ 2479 w 4019"/>
              <a:gd name="T9" fmla="*/ 669 h 3537"/>
              <a:gd name="T10" fmla="*/ 2779 w 4019"/>
              <a:gd name="T11" fmla="*/ 926 h 3537"/>
              <a:gd name="T12" fmla="*/ 2804 w 4019"/>
              <a:gd name="T13" fmla="*/ 1139 h 3537"/>
              <a:gd name="T14" fmla="*/ 2880 w 4019"/>
              <a:gd name="T15" fmla="*/ 1500 h 3537"/>
              <a:gd name="T16" fmla="*/ 2790 w 4019"/>
              <a:gd name="T17" fmla="*/ 1682 h 3537"/>
              <a:gd name="T18" fmla="*/ 2596 w 4019"/>
              <a:gd name="T19" fmla="*/ 1670 h 3537"/>
              <a:gd name="T20" fmla="*/ 2377 w 4019"/>
              <a:gd name="T21" fmla="*/ 1368 h 3537"/>
              <a:gd name="T22" fmla="*/ 2268 w 4019"/>
              <a:gd name="T23" fmla="*/ 1148 h 3537"/>
              <a:gd name="T24" fmla="*/ 451 w 4019"/>
              <a:gd name="T25" fmla="*/ 2201 h 3537"/>
              <a:gd name="T26" fmla="*/ 398 w 4019"/>
              <a:gd name="T27" fmla="*/ 2402 h 3537"/>
              <a:gd name="T28" fmla="*/ 587 w 4019"/>
              <a:gd name="T29" fmla="*/ 2487 h 3537"/>
              <a:gd name="T30" fmla="*/ 1638 w 4019"/>
              <a:gd name="T31" fmla="*/ 1780 h 3537"/>
              <a:gd name="T32" fmla="*/ 1735 w 4019"/>
              <a:gd name="T33" fmla="*/ 1880 h 3537"/>
              <a:gd name="T34" fmla="*/ 771 w 4019"/>
              <a:gd name="T35" fmla="*/ 2603 h 3537"/>
              <a:gd name="T36" fmla="*/ 856 w 4019"/>
              <a:gd name="T37" fmla="*/ 2784 h 3537"/>
              <a:gd name="T38" fmla="*/ 1072 w 4019"/>
              <a:gd name="T39" fmla="*/ 2750 h 3537"/>
              <a:gd name="T40" fmla="*/ 1902 w 4019"/>
              <a:gd name="T41" fmla="*/ 2166 h 3537"/>
              <a:gd name="T42" fmla="*/ 1971 w 4019"/>
              <a:gd name="T43" fmla="*/ 2283 h 3537"/>
              <a:gd name="T44" fmla="*/ 1135 w 4019"/>
              <a:gd name="T45" fmla="*/ 2963 h 3537"/>
              <a:gd name="T46" fmla="*/ 1246 w 4019"/>
              <a:gd name="T47" fmla="*/ 3128 h 3537"/>
              <a:gd name="T48" fmla="*/ 2053 w 4019"/>
              <a:gd name="T49" fmla="*/ 2639 h 3537"/>
              <a:gd name="T50" fmla="*/ 2148 w 4019"/>
              <a:gd name="T51" fmla="*/ 2739 h 3537"/>
              <a:gd name="T52" fmla="*/ 1674 w 4019"/>
              <a:gd name="T53" fmla="*/ 3155 h 3537"/>
              <a:gd name="T54" fmla="*/ 1772 w 4019"/>
              <a:gd name="T55" fmla="*/ 3291 h 3537"/>
              <a:gd name="T56" fmla="*/ 1919 w 4019"/>
              <a:gd name="T57" fmla="*/ 3150 h 3537"/>
              <a:gd name="T58" fmla="*/ 2148 w 4019"/>
              <a:gd name="T59" fmla="*/ 3039 h 3537"/>
              <a:gd name="T60" fmla="*/ 2317 w 4019"/>
              <a:gd name="T61" fmla="*/ 2787 h 3537"/>
              <a:gd name="T62" fmla="*/ 2581 w 4019"/>
              <a:gd name="T63" fmla="*/ 2755 h 3537"/>
              <a:gd name="T64" fmla="*/ 2679 w 4019"/>
              <a:gd name="T65" fmla="*/ 2524 h 3537"/>
              <a:gd name="T66" fmla="*/ 2944 w 4019"/>
              <a:gd name="T67" fmla="*/ 2527 h 3537"/>
              <a:gd name="T68" fmla="*/ 2913 w 4019"/>
              <a:gd name="T69" fmla="*/ 2297 h 3537"/>
              <a:gd name="T70" fmla="*/ 3143 w 4019"/>
              <a:gd name="T71" fmla="*/ 2130 h 3537"/>
              <a:gd name="T72" fmla="*/ 3680 w 4019"/>
              <a:gd name="T73" fmla="*/ 1780 h 3537"/>
              <a:gd name="T74" fmla="*/ 3768 w 4019"/>
              <a:gd name="T75" fmla="*/ 1921 h 3537"/>
              <a:gd name="T76" fmla="*/ 3566 w 4019"/>
              <a:gd name="T77" fmla="*/ 2638 h 3537"/>
              <a:gd name="T78" fmla="*/ 3395 w 4019"/>
              <a:gd name="T79" fmla="*/ 2870 h 3537"/>
              <a:gd name="T80" fmla="*/ 3170 w 4019"/>
              <a:gd name="T81" fmla="*/ 2849 h 3537"/>
              <a:gd name="T82" fmla="*/ 3084 w 4019"/>
              <a:gd name="T83" fmla="*/ 3105 h 3537"/>
              <a:gd name="T84" fmla="*/ 2837 w 4019"/>
              <a:gd name="T85" fmla="*/ 3119 h 3537"/>
              <a:gd name="T86" fmla="*/ 2754 w 4019"/>
              <a:gd name="T87" fmla="*/ 3259 h 3537"/>
              <a:gd name="T88" fmla="*/ 2512 w 4019"/>
              <a:gd name="T89" fmla="*/ 3356 h 3537"/>
              <a:gd name="T90" fmla="*/ 2378 w 4019"/>
              <a:gd name="T91" fmla="*/ 3315 h 3537"/>
              <a:gd name="T92" fmla="*/ 2229 w 4019"/>
              <a:gd name="T93" fmla="*/ 3529 h 3537"/>
              <a:gd name="T94" fmla="*/ 1994 w 4019"/>
              <a:gd name="T95" fmla="*/ 3449 h 3537"/>
              <a:gd name="T96" fmla="*/ 1748 w 4019"/>
              <a:gd name="T97" fmla="*/ 3447 h 3537"/>
              <a:gd name="T98" fmla="*/ 1525 w 4019"/>
              <a:gd name="T99" fmla="*/ 3246 h 3537"/>
              <a:gd name="T100" fmla="*/ 1264 w 4019"/>
              <a:gd name="T101" fmla="*/ 3295 h 3537"/>
              <a:gd name="T102" fmla="*/ 1014 w 4019"/>
              <a:gd name="T103" fmla="*/ 3128 h 3537"/>
              <a:gd name="T104" fmla="*/ 869 w 4019"/>
              <a:gd name="T105" fmla="*/ 2944 h 3537"/>
              <a:gd name="T106" fmla="*/ 629 w 4019"/>
              <a:gd name="T107" fmla="*/ 2759 h 3537"/>
              <a:gd name="T108" fmla="*/ 446 w 4019"/>
              <a:gd name="T109" fmla="*/ 2635 h 3537"/>
              <a:gd name="T110" fmla="*/ 230 w 4019"/>
              <a:gd name="T111" fmla="*/ 2403 h 3537"/>
              <a:gd name="T112" fmla="*/ 323 w 4019"/>
              <a:gd name="T113" fmla="*/ 2101 h 3537"/>
              <a:gd name="T114" fmla="*/ 150 w 4019"/>
              <a:gd name="T115" fmla="*/ 1733 h 3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019" h="3537">
                <a:moveTo>
                  <a:pt x="0" y="0"/>
                </a:moveTo>
                <a:lnTo>
                  <a:pt x="899" y="412"/>
                </a:lnTo>
                <a:lnTo>
                  <a:pt x="959" y="436"/>
                </a:lnTo>
                <a:lnTo>
                  <a:pt x="1020" y="452"/>
                </a:lnTo>
                <a:lnTo>
                  <a:pt x="1083" y="462"/>
                </a:lnTo>
                <a:lnTo>
                  <a:pt x="1146" y="463"/>
                </a:lnTo>
                <a:lnTo>
                  <a:pt x="1210" y="458"/>
                </a:lnTo>
                <a:lnTo>
                  <a:pt x="1272" y="446"/>
                </a:lnTo>
                <a:lnTo>
                  <a:pt x="1318" y="434"/>
                </a:lnTo>
                <a:lnTo>
                  <a:pt x="1369" y="423"/>
                </a:lnTo>
                <a:lnTo>
                  <a:pt x="1424" y="414"/>
                </a:lnTo>
                <a:lnTo>
                  <a:pt x="1481" y="407"/>
                </a:lnTo>
                <a:lnTo>
                  <a:pt x="1543" y="403"/>
                </a:lnTo>
                <a:lnTo>
                  <a:pt x="1609" y="401"/>
                </a:lnTo>
                <a:lnTo>
                  <a:pt x="1677" y="402"/>
                </a:lnTo>
                <a:lnTo>
                  <a:pt x="1751" y="406"/>
                </a:lnTo>
                <a:lnTo>
                  <a:pt x="1826" y="414"/>
                </a:lnTo>
                <a:lnTo>
                  <a:pt x="1906" y="427"/>
                </a:lnTo>
                <a:lnTo>
                  <a:pt x="1989" y="444"/>
                </a:lnTo>
                <a:lnTo>
                  <a:pt x="2000" y="447"/>
                </a:lnTo>
                <a:lnTo>
                  <a:pt x="2017" y="453"/>
                </a:lnTo>
                <a:lnTo>
                  <a:pt x="2039" y="459"/>
                </a:lnTo>
                <a:lnTo>
                  <a:pt x="2065" y="468"/>
                </a:lnTo>
                <a:lnTo>
                  <a:pt x="2093" y="479"/>
                </a:lnTo>
                <a:lnTo>
                  <a:pt x="3084" y="490"/>
                </a:lnTo>
                <a:lnTo>
                  <a:pt x="3133" y="487"/>
                </a:lnTo>
                <a:lnTo>
                  <a:pt x="3181" y="478"/>
                </a:lnTo>
                <a:lnTo>
                  <a:pt x="3227" y="462"/>
                </a:lnTo>
                <a:lnTo>
                  <a:pt x="3271" y="440"/>
                </a:lnTo>
                <a:lnTo>
                  <a:pt x="4019" y="4"/>
                </a:lnTo>
                <a:lnTo>
                  <a:pt x="4019" y="188"/>
                </a:lnTo>
                <a:lnTo>
                  <a:pt x="3354" y="581"/>
                </a:lnTo>
                <a:lnTo>
                  <a:pt x="3311" y="604"/>
                </a:lnTo>
                <a:lnTo>
                  <a:pt x="3266" y="623"/>
                </a:lnTo>
                <a:lnTo>
                  <a:pt x="3218" y="635"/>
                </a:lnTo>
                <a:lnTo>
                  <a:pt x="3171" y="642"/>
                </a:lnTo>
                <a:lnTo>
                  <a:pt x="3122" y="645"/>
                </a:lnTo>
                <a:lnTo>
                  <a:pt x="2954" y="648"/>
                </a:lnTo>
                <a:lnTo>
                  <a:pt x="2425" y="640"/>
                </a:lnTo>
                <a:lnTo>
                  <a:pt x="2479" y="669"/>
                </a:lnTo>
                <a:lnTo>
                  <a:pt x="2530" y="698"/>
                </a:lnTo>
                <a:lnTo>
                  <a:pt x="2579" y="730"/>
                </a:lnTo>
                <a:lnTo>
                  <a:pt x="2624" y="761"/>
                </a:lnTo>
                <a:lnTo>
                  <a:pt x="2665" y="793"/>
                </a:lnTo>
                <a:lnTo>
                  <a:pt x="2703" y="826"/>
                </a:lnTo>
                <a:lnTo>
                  <a:pt x="2734" y="859"/>
                </a:lnTo>
                <a:lnTo>
                  <a:pt x="2759" y="893"/>
                </a:lnTo>
                <a:lnTo>
                  <a:pt x="2779" y="926"/>
                </a:lnTo>
                <a:lnTo>
                  <a:pt x="2779" y="930"/>
                </a:lnTo>
                <a:lnTo>
                  <a:pt x="2780" y="942"/>
                </a:lnTo>
                <a:lnTo>
                  <a:pt x="2782" y="961"/>
                </a:lnTo>
                <a:lnTo>
                  <a:pt x="2785" y="988"/>
                </a:lnTo>
                <a:lnTo>
                  <a:pt x="2788" y="1020"/>
                </a:lnTo>
                <a:lnTo>
                  <a:pt x="2793" y="1055"/>
                </a:lnTo>
                <a:lnTo>
                  <a:pt x="2798" y="1095"/>
                </a:lnTo>
                <a:lnTo>
                  <a:pt x="2804" y="1139"/>
                </a:lnTo>
                <a:lnTo>
                  <a:pt x="2812" y="1184"/>
                </a:lnTo>
                <a:lnTo>
                  <a:pt x="2819" y="1232"/>
                </a:lnTo>
                <a:lnTo>
                  <a:pt x="2827" y="1279"/>
                </a:lnTo>
                <a:lnTo>
                  <a:pt x="2837" y="1327"/>
                </a:lnTo>
                <a:lnTo>
                  <a:pt x="2847" y="1374"/>
                </a:lnTo>
                <a:lnTo>
                  <a:pt x="2857" y="1418"/>
                </a:lnTo>
                <a:lnTo>
                  <a:pt x="2868" y="1461"/>
                </a:lnTo>
                <a:lnTo>
                  <a:pt x="2880" y="1500"/>
                </a:lnTo>
                <a:lnTo>
                  <a:pt x="2886" y="1529"/>
                </a:lnTo>
                <a:lnTo>
                  <a:pt x="2887" y="1558"/>
                </a:lnTo>
                <a:lnTo>
                  <a:pt x="2881" y="1586"/>
                </a:lnTo>
                <a:lnTo>
                  <a:pt x="2871" y="1613"/>
                </a:lnTo>
                <a:lnTo>
                  <a:pt x="2855" y="1637"/>
                </a:lnTo>
                <a:lnTo>
                  <a:pt x="2835" y="1657"/>
                </a:lnTo>
                <a:lnTo>
                  <a:pt x="2809" y="1674"/>
                </a:lnTo>
                <a:lnTo>
                  <a:pt x="2790" y="1682"/>
                </a:lnTo>
                <a:lnTo>
                  <a:pt x="2769" y="1690"/>
                </a:lnTo>
                <a:lnTo>
                  <a:pt x="2746" y="1696"/>
                </a:lnTo>
                <a:lnTo>
                  <a:pt x="2723" y="1699"/>
                </a:lnTo>
                <a:lnTo>
                  <a:pt x="2698" y="1699"/>
                </a:lnTo>
                <a:lnTo>
                  <a:pt x="2674" y="1698"/>
                </a:lnTo>
                <a:lnTo>
                  <a:pt x="2648" y="1692"/>
                </a:lnTo>
                <a:lnTo>
                  <a:pt x="2622" y="1683"/>
                </a:lnTo>
                <a:lnTo>
                  <a:pt x="2596" y="1670"/>
                </a:lnTo>
                <a:lnTo>
                  <a:pt x="2568" y="1652"/>
                </a:lnTo>
                <a:lnTo>
                  <a:pt x="2541" y="1629"/>
                </a:lnTo>
                <a:lnTo>
                  <a:pt x="2513" y="1601"/>
                </a:lnTo>
                <a:lnTo>
                  <a:pt x="2486" y="1567"/>
                </a:lnTo>
                <a:lnTo>
                  <a:pt x="2458" y="1528"/>
                </a:lnTo>
                <a:lnTo>
                  <a:pt x="2430" y="1481"/>
                </a:lnTo>
                <a:lnTo>
                  <a:pt x="2403" y="1428"/>
                </a:lnTo>
                <a:lnTo>
                  <a:pt x="2377" y="1368"/>
                </a:lnTo>
                <a:lnTo>
                  <a:pt x="2350" y="1300"/>
                </a:lnTo>
                <a:lnTo>
                  <a:pt x="2324" y="1224"/>
                </a:lnTo>
                <a:lnTo>
                  <a:pt x="2323" y="1221"/>
                </a:lnTo>
                <a:lnTo>
                  <a:pt x="2318" y="1213"/>
                </a:lnTo>
                <a:lnTo>
                  <a:pt x="2310" y="1201"/>
                </a:lnTo>
                <a:lnTo>
                  <a:pt x="2299" y="1187"/>
                </a:lnTo>
                <a:lnTo>
                  <a:pt x="2285" y="1168"/>
                </a:lnTo>
                <a:lnTo>
                  <a:pt x="2268" y="1148"/>
                </a:lnTo>
                <a:lnTo>
                  <a:pt x="2250" y="1124"/>
                </a:lnTo>
                <a:lnTo>
                  <a:pt x="2228" y="1101"/>
                </a:lnTo>
                <a:lnTo>
                  <a:pt x="2205" y="1077"/>
                </a:lnTo>
                <a:lnTo>
                  <a:pt x="2181" y="1054"/>
                </a:lnTo>
                <a:lnTo>
                  <a:pt x="2154" y="1031"/>
                </a:lnTo>
                <a:lnTo>
                  <a:pt x="2126" y="1010"/>
                </a:lnTo>
                <a:lnTo>
                  <a:pt x="2095" y="990"/>
                </a:lnTo>
                <a:lnTo>
                  <a:pt x="451" y="2201"/>
                </a:lnTo>
                <a:lnTo>
                  <a:pt x="428" y="2221"/>
                </a:lnTo>
                <a:lnTo>
                  <a:pt x="411" y="2242"/>
                </a:lnTo>
                <a:lnTo>
                  <a:pt x="396" y="2267"/>
                </a:lnTo>
                <a:lnTo>
                  <a:pt x="387" y="2294"/>
                </a:lnTo>
                <a:lnTo>
                  <a:pt x="383" y="2320"/>
                </a:lnTo>
                <a:lnTo>
                  <a:pt x="384" y="2348"/>
                </a:lnTo>
                <a:lnTo>
                  <a:pt x="389" y="2375"/>
                </a:lnTo>
                <a:lnTo>
                  <a:pt x="398" y="2402"/>
                </a:lnTo>
                <a:lnTo>
                  <a:pt x="413" y="2426"/>
                </a:lnTo>
                <a:lnTo>
                  <a:pt x="432" y="2448"/>
                </a:lnTo>
                <a:lnTo>
                  <a:pt x="454" y="2467"/>
                </a:lnTo>
                <a:lnTo>
                  <a:pt x="479" y="2480"/>
                </a:lnTo>
                <a:lnTo>
                  <a:pt x="506" y="2488"/>
                </a:lnTo>
                <a:lnTo>
                  <a:pt x="532" y="2493"/>
                </a:lnTo>
                <a:lnTo>
                  <a:pt x="560" y="2492"/>
                </a:lnTo>
                <a:lnTo>
                  <a:pt x="587" y="2487"/>
                </a:lnTo>
                <a:lnTo>
                  <a:pt x="614" y="2477"/>
                </a:lnTo>
                <a:lnTo>
                  <a:pt x="637" y="2463"/>
                </a:lnTo>
                <a:lnTo>
                  <a:pt x="721" y="2402"/>
                </a:lnTo>
                <a:lnTo>
                  <a:pt x="728" y="2397"/>
                </a:lnTo>
                <a:lnTo>
                  <a:pt x="736" y="2391"/>
                </a:lnTo>
                <a:lnTo>
                  <a:pt x="743" y="2382"/>
                </a:lnTo>
                <a:lnTo>
                  <a:pt x="1615" y="1791"/>
                </a:lnTo>
                <a:lnTo>
                  <a:pt x="1638" y="1780"/>
                </a:lnTo>
                <a:lnTo>
                  <a:pt x="1660" y="1777"/>
                </a:lnTo>
                <a:lnTo>
                  <a:pt x="1682" y="1782"/>
                </a:lnTo>
                <a:lnTo>
                  <a:pt x="1704" y="1793"/>
                </a:lnTo>
                <a:lnTo>
                  <a:pt x="1719" y="1806"/>
                </a:lnTo>
                <a:lnTo>
                  <a:pt x="1730" y="1823"/>
                </a:lnTo>
                <a:lnTo>
                  <a:pt x="1736" y="1842"/>
                </a:lnTo>
                <a:lnTo>
                  <a:pt x="1737" y="1862"/>
                </a:lnTo>
                <a:lnTo>
                  <a:pt x="1735" y="1880"/>
                </a:lnTo>
                <a:lnTo>
                  <a:pt x="1729" y="1895"/>
                </a:lnTo>
                <a:lnTo>
                  <a:pt x="1718" y="1909"/>
                </a:lnTo>
                <a:lnTo>
                  <a:pt x="1704" y="1921"/>
                </a:lnTo>
                <a:lnTo>
                  <a:pt x="889" y="2476"/>
                </a:lnTo>
                <a:lnTo>
                  <a:pt x="816" y="2527"/>
                </a:lnTo>
                <a:lnTo>
                  <a:pt x="797" y="2551"/>
                </a:lnTo>
                <a:lnTo>
                  <a:pt x="782" y="2575"/>
                </a:lnTo>
                <a:lnTo>
                  <a:pt x="771" y="2603"/>
                </a:lnTo>
                <a:lnTo>
                  <a:pt x="766" y="2631"/>
                </a:lnTo>
                <a:lnTo>
                  <a:pt x="765" y="2659"/>
                </a:lnTo>
                <a:lnTo>
                  <a:pt x="770" y="2688"/>
                </a:lnTo>
                <a:lnTo>
                  <a:pt x="780" y="2716"/>
                </a:lnTo>
                <a:lnTo>
                  <a:pt x="795" y="2742"/>
                </a:lnTo>
                <a:lnTo>
                  <a:pt x="811" y="2760"/>
                </a:lnTo>
                <a:lnTo>
                  <a:pt x="832" y="2773"/>
                </a:lnTo>
                <a:lnTo>
                  <a:pt x="856" y="2784"/>
                </a:lnTo>
                <a:lnTo>
                  <a:pt x="883" y="2792"/>
                </a:lnTo>
                <a:lnTo>
                  <a:pt x="912" y="2797"/>
                </a:lnTo>
                <a:lnTo>
                  <a:pt x="943" y="2797"/>
                </a:lnTo>
                <a:lnTo>
                  <a:pt x="973" y="2794"/>
                </a:lnTo>
                <a:lnTo>
                  <a:pt x="1004" y="2787"/>
                </a:lnTo>
                <a:lnTo>
                  <a:pt x="1033" y="2776"/>
                </a:lnTo>
                <a:lnTo>
                  <a:pt x="1061" y="2761"/>
                </a:lnTo>
                <a:lnTo>
                  <a:pt x="1072" y="2750"/>
                </a:lnTo>
                <a:lnTo>
                  <a:pt x="1082" y="2741"/>
                </a:lnTo>
                <a:lnTo>
                  <a:pt x="1094" y="2731"/>
                </a:lnTo>
                <a:lnTo>
                  <a:pt x="1107" y="2723"/>
                </a:lnTo>
                <a:lnTo>
                  <a:pt x="1841" y="2194"/>
                </a:lnTo>
                <a:lnTo>
                  <a:pt x="1854" y="2180"/>
                </a:lnTo>
                <a:lnTo>
                  <a:pt x="1867" y="2172"/>
                </a:lnTo>
                <a:lnTo>
                  <a:pt x="1883" y="2167"/>
                </a:lnTo>
                <a:lnTo>
                  <a:pt x="1902" y="2166"/>
                </a:lnTo>
                <a:lnTo>
                  <a:pt x="1922" y="2169"/>
                </a:lnTo>
                <a:lnTo>
                  <a:pt x="1941" y="2178"/>
                </a:lnTo>
                <a:lnTo>
                  <a:pt x="1956" y="2191"/>
                </a:lnTo>
                <a:lnTo>
                  <a:pt x="1969" y="2207"/>
                </a:lnTo>
                <a:lnTo>
                  <a:pt x="1977" y="2227"/>
                </a:lnTo>
                <a:lnTo>
                  <a:pt x="1980" y="2247"/>
                </a:lnTo>
                <a:lnTo>
                  <a:pt x="1977" y="2266"/>
                </a:lnTo>
                <a:lnTo>
                  <a:pt x="1971" y="2283"/>
                </a:lnTo>
                <a:lnTo>
                  <a:pt x="1962" y="2297"/>
                </a:lnTo>
                <a:lnTo>
                  <a:pt x="1952" y="2309"/>
                </a:lnTo>
                <a:lnTo>
                  <a:pt x="1202" y="2844"/>
                </a:lnTo>
                <a:lnTo>
                  <a:pt x="1180" y="2862"/>
                </a:lnTo>
                <a:lnTo>
                  <a:pt x="1162" y="2884"/>
                </a:lnTo>
                <a:lnTo>
                  <a:pt x="1149" y="2910"/>
                </a:lnTo>
                <a:lnTo>
                  <a:pt x="1139" y="2935"/>
                </a:lnTo>
                <a:lnTo>
                  <a:pt x="1135" y="2963"/>
                </a:lnTo>
                <a:lnTo>
                  <a:pt x="1135" y="2990"/>
                </a:lnTo>
                <a:lnTo>
                  <a:pt x="1140" y="3018"/>
                </a:lnTo>
                <a:lnTo>
                  <a:pt x="1150" y="3044"/>
                </a:lnTo>
                <a:lnTo>
                  <a:pt x="1165" y="3068"/>
                </a:lnTo>
                <a:lnTo>
                  <a:pt x="1180" y="3088"/>
                </a:lnTo>
                <a:lnTo>
                  <a:pt x="1200" y="3105"/>
                </a:lnTo>
                <a:lnTo>
                  <a:pt x="1222" y="3118"/>
                </a:lnTo>
                <a:lnTo>
                  <a:pt x="1246" y="3128"/>
                </a:lnTo>
                <a:lnTo>
                  <a:pt x="1273" y="3134"/>
                </a:lnTo>
                <a:lnTo>
                  <a:pt x="1305" y="3136"/>
                </a:lnTo>
                <a:lnTo>
                  <a:pt x="1336" y="3131"/>
                </a:lnTo>
                <a:lnTo>
                  <a:pt x="1367" y="3121"/>
                </a:lnTo>
                <a:lnTo>
                  <a:pt x="1395" y="3105"/>
                </a:lnTo>
                <a:lnTo>
                  <a:pt x="2022" y="2650"/>
                </a:lnTo>
                <a:lnTo>
                  <a:pt x="2038" y="2643"/>
                </a:lnTo>
                <a:lnTo>
                  <a:pt x="2053" y="2639"/>
                </a:lnTo>
                <a:lnTo>
                  <a:pt x="2068" y="2638"/>
                </a:lnTo>
                <a:lnTo>
                  <a:pt x="2090" y="2641"/>
                </a:lnTo>
                <a:lnTo>
                  <a:pt x="2110" y="2649"/>
                </a:lnTo>
                <a:lnTo>
                  <a:pt x="2127" y="2663"/>
                </a:lnTo>
                <a:lnTo>
                  <a:pt x="2140" y="2680"/>
                </a:lnTo>
                <a:lnTo>
                  <a:pt x="2148" y="2699"/>
                </a:lnTo>
                <a:lnTo>
                  <a:pt x="2150" y="2722"/>
                </a:lnTo>
                <a:lnTo>
                  <a:pt x="2148" y="2739"/>
                </a:lnTo>
                <a:lnTo>
                  <a:pt x="2140" y="2755"/>
                </a:lnTo>
                <a:lnTo>
                  <a:pt x="2131" y="2769"/>
                </a:lnTo>
                <a:lnTo>
                  <a:pt x="2117" y="2781"/>
                </a:lnTo>
                <a:lnTo>
                  <a:pt x="1724" y="3077"/>
                </a:lnTo>
                <a:lnTo>
                  <a:pt x="1705" y="3093"/>
                </a:lnTo>
                <a:lnTo>
                  <a:pt x="1691" y="3111"/>
                </a:lnTo>
                <a:lnTo>
                  <a:pt x="1681" y="3133"/>
                </a:lnTo>
                <a:lnTo>
                  <a:pt x="1674" y="3155"/>
                </a:lnTo>
                <a:lnTo>
                  <a:pt x="1671" y="3178"/>
                </a:lnTo>
                <a:lnTo>
                  <a:pt x="1675" y="3201"/>
                </a:lnTo>
                <a:lnTo>
                  <a:pt x="1682" y="3223"/>
                </a:lnTo>
                <a:lnTo>
                  <a:pt x="1694" y="3241"/>
                </a:lnTo>
                <a:lnTo>
                  <a:pt x="1710" y="3259"/>
                </a:lnTo>
                <a:lnTo>
                  <a:pt x="1730" y="3273"/>
                </a:lnTo>
                <a:lnTo>
                  <a:pt x="1751" y="3284"/>
                </a:lnTo>
                <a:lnTo>
                  <a:pt x="1772" y="3291"/>
                </a:lnTo>
                <a:lnTo>
                  <a:pt x="1796" y="3292"/>
                </a:lnTo>
                <a:lnTo>
                  <a:pt x="1819" y="3290"/>
                </a:lnTo>
                <a:lnTo>
                  <a:pt x="1841" y="3283"/>
                </a:lnTo>
                <a:lnTo>
                  <a:pt x="1859" y="3270"/>
                </a:lnTo>
                <a:lnTo>
                  <a:pt x="1895" y="3247"/>
                </a:lnTo>
                <a:lnTo>
                  <a:pt x="1898" y="3214"/>
                </a:lnTo>
                <a:lnTo>
                  <a:pt x="1905" y="3181"/>
                </a:lnTo>
                <a:lnTo>
                  <a:pt x="1919" y="3150"/>
                </a:lnTo>
                <a:lnTo>
                  <a:pt x="1937" y="3121"/>
                </a:lnTo>
                <a:lnTo>
                  <a:pt x="1959" y="3094"/>
                </a:lnTo>
                <a:lnTo>
                  <a:pt x="1986" y="3071"/>
                </a:lnTo>
                <a:lnTo>
                  <a:pt x="2015" y="3054"/>
                </a:lnTo>
                <a:lnTo>
                  <a:pt x="2048" y="3041"/>
                </a:lnTo>
                <a:lnTo>
                  <a:pt x="2081" y="3035"/>
                </a:lnTo>
                <a:lnTo>
                  <a:pt x="2115" y="3034"/>
                </a:lnTo>
                <a:lnTo>
                  <a:pt x="2148" y="3039"/>
                </a:lnTo>
                <a:lnTo>
                  <a:pt x="2221" y="2993"/>
                </a:lnTo>
                <a:lnTo>
                  <a:pt x="2221" y="2960"/>
                </a:lnTo>
                <a:lnTo>
                  <a:pt x="2226" y="2927"/>
                </a:lnTo>
                <a:lnTo>
                  <a:pt x="2235" y="2895"/>
                </a:lnTo>
                <a:lnTo>
                  <a:pt x="2249" y="2864"/>
                </a:lnTo>
                <a:lnTo>
                  <a:pt x="2267" y="2836"/>
                </a:lnTo>
                <a:lnTo>
                  <a:pt x="2290" y="2809"/>
                </a:lnTo>
                <a:lnTo>
                  <a:pt x="2317" y="2787"/>
                </a:lnTo>
                <a:lnTo>
                  <a:pt x="2350" y="2769"/>
                </a:lnTo>
                <a:lnTo>
                  <a:pt x="2384" y="2755"/>
                </a:lnTo>
                <a:lnTo>
                  <a:pt x="2418" y="2748"/>
                </a:lnTo>
                <a:lnTo>
                  <a:pt x="2453" y="2747"/>
                </a:lnTo>
                <a:lnTo>
                  <a:pt x="2489" y="2752"/>
                </a:lnTo>
                <a:lnTo>
                  <a:pt x="2522" y="2760"/>
                </a:lnTo>
                <a:lnTo>
                  <a:pt x="2555" y="2775"/>
                </a:lnTo>
                <a:lnTo>
                  <a:pt x="2581" y="2755"/>
                </a:lnTo>
                <a:lnTo>
                  <a:pt x="2578" y="2719"/>
                </a:lnTo>
                <a:lnTo>
                  <a:pt x="2580" y="2682"/>
                </a:lnTo>
                <a:lnTo>
                  <a:pt x="2587" y="2646"/>
                </a:lnTo>
                <a:lnTo>
                  <a:pt x="2601" y="2613"/>
                </a:lnTo>
                <a:lnTo>
                  <a:pt x="2620" y="2581"/>
                </a:lnTo>
                <a:lnTo>
                  <a:pt x="2645" y="2553"/>
                </a:lnTo>
                <a:lnTo>
                  <a:pt x="2674" y="2529"/>
                </a:lnTo>
                <a:lnTo>
                  <a:pt x="2679" y="2524"/>
                </a:lnTo>
                <a:lnTo>
                  <a:pt x="2710" y="2505"/>
                </a:lnTo>
                <a:lnTo>
                  <a:pt x="2745" y="2493"/>
                </a:lnTo>
                <a:lnTo>
                  <a:pt x="2779" y="2486"/>
                </a:lnTo>
                <a:lnTo>
                  <a:pt x="2814" y="2485"/>
                </a:lnTo>
                <a:lnTo>
                  <a:pt x="2848" y="2488"/>
                </a:lnTo>
                <a:lnTo>
                  <a:pt x="2882" y="2497"/>
                </a:lnTo>
                <a:lnTo>
                  <a:pt x="2914" y="2510"/>
                </a:lnTo>
                <a:lnTo>
                  <a:pt x="2944" y="2527"/>
                </a:lnTo>
                <a:lnTo>
                  <a:pt x="2949" y="2527"/>
                </a:lnTo>
                <a:lnTo>
                  <a:pt x="2946" y="2518"/>
                </a:lnTo>
                <a:lnTo>
                  <a:pt x="2925" y="2482"/>
                </a:lnTo>
                <a:lnTo>
                  <a:pt x="2910" y="2447"/>
                </a:lnTo>
                <a:lnTo>
                  <a:pt x="2902" y="2409"/>
                </a:lnTo>
                <a:lnTo>
                  <a:pt x="2900" y="2372"/>
                </a:lnTo>
                <a:lnTo>
                  <a:pt x="2904" y="2334"/>
                </a:lnTo>
                <a:lnTo>
                  <a:pt x="2913" y="2297"/>
                </a:lnTo>
                <a:lnTo>
                  <a:pt x="2929" y="2262"/>
                </a:lnTo>
                <a:lnTo>
                  <a:pt x="2948" y="2229"/>
                </a:lnTo>
                <a:lnTo>
                  <a:pt x="2974" y="2199"/>
                </a:lnTo>
                <a:lnTo>
                  <a:pt x="3004" y="2173"/>
                </a:lnTo>
                <a:lnTo>
                  <a:pt x="3037" y="2154"/>
                </a:lnTo>
                <a:lnTo>
                  <a:pt x="3071" y="2140"/>
                </a:lnTo>
                <a:lnTo>
                  <a:pt x="3108" y="2133"/>
                </a:lnTo>
                <a:lnTo>
                  <a:pt x="3143" y="2130"/>
                </a:lnTo>
                <a:lnTo>
                  <a:pt x="3179" y="2133"/>
                </a:lnTo>
                <a:lnTo>
                  <a:pt x="3215" y="2140"/>
                </a:lnTo>
                <a:lnTo>
                  <a:pt x="3249" y="2154"/>
                </a:lnTo>
                <a:lnTo>
                  <a:pt x="3281" y="2172"/>
                </a:lnTo>
                <a:lnTo>
                  <a:pt x="3310" y="2194"/>
                </a:lnTo>
                <a:lnTo>
                  <a:pt x="3584" y="1877"/>
                </a:lnTo>
                <a:lnTo>
                  <a:pt x="3630" y="1826"/>
                </a:lnTo>
                <a:lnTo>
                  <a:pt x="3680" y="1780"/>
                </a:lnTo>
                <a:lnTo>
                  <a:pt x="3733" y="1737"/>
                </a:lnTo>
                <a:lnTo>
                  <a:pt x="3787" y="1697"/>
                </a:lnTo>
                <a:lnTo>
                  <a:pt x="3846" y="1661"/>
                </a:lnTo>
                <a:lnTo>
                  <a:pt x="4019" y="1563"/>
                </a:lnTo>
                <a:lnTo>
                  <a:pt x="4019" y="1760"/>
                </a:lnTo>
                <a:lnTo>
                  <a:pt x="3893" y="1832"/>
                </a:lnTo>
                <a:lnTo>
                  <a:pt x="3829" y="1873"/>
                </a:lnTo>
                <a:lnTo>
                  <a:pt x="3768" y="1921"/>
                </a:lnTo>
                <a:lnTo>
                  <a:pt x="3711" y="1972"/>
                </a:lnTo>
                <a:lnTo>
                  <a:pt x="3658" y="2028"/>
                </a:lnTo>
                <a:lnTo>
                  <a:pt x="3404" y="2325"/>
                </a:lnTo>
                <a:lnTo>
                  <a:pt x="3521" y="2492"/>
                </a:lnTo>
                <a:lnTo>
                  <a:pt x="3541" y="2527"/>
                </a:lnTo>
                <a:lnTo>
                  <a:pt x="3556" y="2563"/>
                </a:lnTo>
                <a:lnTo>
                  <a:pt x="3563" y="2600"/>
                </a:lnTo>
                <a:lnTo>
                  <a:pt x="3566" y="2638"/>
                </a:lnTo>
                <a:lnTo>
                  <a:pt x="3562" y="2676"/>
                </a:lnTo>
                <a:lnTo>
                  <a:pt x="3552" y="2713"/>
                </a:lnTo>
                <a:lnTo>
                  <a:pt x="3538" y="2748"/>
                </a:lnTo>
                <a:lnTo>
                  <a:pt x="3518" y="2781"/>
                </a:lnTo>
                <a:lnTo>
                  <a:pt x="3493" y="2811"/>
                </a:lnTo>
                <a:lnTo>
                  <a:pt x="3462" y="2837"/>
                </a:lnTo>
                <a:lnTo>
                  <a:pt x="3429" y="2856"/>
                </a:lnTo>
                <a:lnTo>
                  <a:pt x="3395" y="2870"/>
                </a:lnTo>
                <a:lnTo>
                  <a:pt x="3359" y="2877"/>
                </a:lnTo>
                <a:lnTo>
                  <a:pt x="3322" y="2879"/>
                </a:lnTo>
                <a:lnTo>
                  <a:pt x="3285" y="2877"/>
                </a:lnTo>
                <a:lnTo>
                  <a:pt x="3250" y="2870"/>
                </a:lnTo>
                <a:lnTo>
                  <a:pt x="3216" y="2856"/>
                </a:lnTo>
                <a:lnTo>
                  <a:pt x="3184" y="2838"/>
                </a:lnTo>
                <a:lnTo>
                  <a:pt x="3156" y="2816"/>
                </a:lnTo>
                <a:lnTo>
                  <a:pt x="3170" y="2849"/>
                </a:lnTo>
                <a:lnTo>
                  <a:pt x="3178" y="2884"/>
                </a:lnTo>
                <a:lnTo>
                  <a:pt x="3181" y="2920"/>
                </a:lnTo>
                <a:lnTo>
                  <a:pt x="3178" y="2955"/>
                </a:lnTo>
                <a:lnTo>
                  <a:pt x="3170" y="2990"/>
                </a:lnTo>
                <a:lnTo>
                  <a:pt x="3156" y="3022"/>
                </a:lnTo>
                <a:lnTo>
                  <a:pt x="3138" y="3054"/>
                </a:lnTo>
                <a:lnTo>
                  <a:pt x="3114" y="3080"/>
                </a:lnTo>
                <a:lnTo>
                  <a:pt x="3084" y="3105"/>
                </a:lnTo>
                <a:lnTo>
                  <a:pt x="3080" y="3110"/>
                </a:lnTo>
                <a:lnTo>
                  <a:pt x="3048" y="3128"/>
                </a:lnTo>
                <a:lnTo>
                  <a:pt x="3013" y="3141"/>
                </a:lnTo>
                <a:lnTo>
                  <a:pt x="2977" y="3147"/>
                </a:lnTo>
                <a:lnTo>
                  <a:pt x="2941" y="3149"/>
                </a:lnTo>
                <a:lnTo>
                  <a:pt x="2905" y="3145"/>
                </a:lnTo>
                <a:lnTo>
                  <a:pt x="2870" y="3135"/>
                </a:lnTo>
                <a:lnTo>
                  <a:pt x="2837" y="3119"/>
                </a:lnTo>
                <a:lnTo>
                  <a:pt x="2807" y="3099"/>
                </a:lnTo>
                <a:lnTo>
                  <a:pt x="2780" y="3073"/>
                </a:lnTo>
                <a:lnTo>
                  <a:pt x="2786" y="3105"/>
                </a:lnTo>
                <a:lnTo>
                  <a:pt x="2788" y="3138"/>
                </a:lnTo>
                <a:lnTo>
                  <a:pt x="2786" y="3169"/>
                </a:lnTo>
                <a:lnTo>
                  <a:pt x="2780" y="3201"/>
                </a:lnTo>
                <a:lnTo>
                  <a:pt x="2769" y="3231"/>
                </a:lnTo>
                <a:lnTo>
                  <a:pt x="2754" y="3259"/>
                </a:lnTo>
                <a:lnTo>
                  <a:pt x="2735" y="3286"/>
                </a:lnTo>
                <a:lnTo>
                  <a:pt x="2710" y="3309"/>
                </a:lnTo>
                <a:lnTo>
                  <a:pt x="2682" y="3330"/>
                </a:lnTo>
                <a:lnTo>
                  <a:pt x="2651" y="3346"/>
                </a:lnTo>
                <a:lnTo>
                  <a:pt x="2617" y="3357"/>
                </a:lnTo>
                <a:lnTo>
                  <a:pt x="2581" y="3362"/>
                </a:lnTo>
                <a:lnTo>
                  <a:pt x="2546" y="3362"/>
                </a:lnTo>
                <a:lnTo>
                  <a:pt x="2512" y="3356"/>
                </a:lnTo>
                <a:lnTo>
                  <a:pt x="2479" y="3346"/>
                </a:lnTo>
                <a:lnTo>
                  <a:pt x="2447" y="3330"/>
                </a:lnTo>
                <a:lnTo>
                  <a:pt x="2418" y="3309"/>
                </a:lnTo>
                <a:lnTo>
                  <a:pt x="2393" y="3285"/>
                </a:lnTo>
                <a:lnTo>
                  <a:pt x="2369" y="3257"/>
                </a:lnTo>
                <a:lnTo>
                  <a:pt x="2363" y="3247"/>
                </a:lnTo>
                <a:lnTo>
                  <a:pt x="2373" y="3280"/>
                </a:lnTo>
                <a:lnTo>
                  <a:pt x="2378" y="3315"/>
                </a:lnTo>
                <a:lnTo>
                  <a:pt x="2377" y="3351"/>
                </a:lnTo>
                <a:lnTo>
                  <a:pt x="2369" y="3385"/>
                </a:lnTo>
                <a:lnTo>
                  <a:pt x="2356" y="3419"/>
                </a:lnTo>
                <a:lnTo>
                  <a:pt x="2339" y="3449"/>
                </a:lnTo>
                <a:lnTo>
                  <a:pt x="2316" y="3476"/>
                </a:lnTo>
                <a:lnTo>
                  <a:pt x="2289" y="3501"/>
                </a:lnTo>
                <a:lnTo>
                  <a:pt x="2260" y="3516"/>
                </a:lnTo>
                <a:lnTo>
                  <a:pt x="2229" y="3529"/>
                </a:lnTo>
                <a:lnTo>
                  <a:pt x="2196" y="3536"/>
                </a:lnTo>
                <a:lnTo>
                  <a:pt x="2163" y="3537"/>
                </a:lnTo>
                <a:lnTo>
                  <a:pt x="2131" y="3535"/>
                </a:lnTo>
                <a:lnTo>
                  <a:pt x="2099" y="3526"/>
                </a:lnTo>
                <a:lnTo>
                  <a:pt x="2070" y="3514"/>
                </a:lnTo>
                <a:lnTo>
                  <a:pt x="2042" y="3497"/>
                </a:lnTo>
                <a:lnTo>
                  <a:pt x="2016" y="3475"/>
                </a:lnTo>
                <a:lnTo>
                  <a:pt x="1994" y="3449"/>
                </a:lnTo>
                <a:lnTo>
                  <a:pt x="1958" y="3397"/>
                </a:lnTo>
                <a:lnTo>
                  <a:pt x="1953" y="3397"/>
                </a:lnTo>
                <a:lnTo>
                  <a:pt x="1920" y="3416"/>
                </a:lnTo>
                <a:lnTo>
                  <a:pt x="1886" y="3432"/>
                </a:lnTo>
                <a:lnTo>
                  <a:pt x="1850" y="3442"/>
                </a:lnTo>
                <a:lnTo>
                  <a:pt x="1815" y="3448"/>
                </a:lnTo>
                <a:lnTo>
                  <a:pt x="1779" y="3448"/>
                </a:lnTo>
                <a:lnTo>
                  <a:pt x="1748" y="3447"/>
                </a:lnTo>
                <a:lnTo>
                  <a:pt x="1704" y="3435"/>
                </a:lnTo>
                <a:lnTo>
                  <a:pt x="1664" y="3418"/>
                </a:lnTo>
                <a:lnTo>
                  <a:pt x="1627" y="3396"/>
                </a:lnTo>
                <a:lnTo>
                  <a:pt x="1596" y="3368"/>
                </a:lnTo>
                <a:lnTo>
                  <a:pt x="1568" y="3336"/>
                </a:lnTo>
                <a:lnTo>
                  <a:pt x="1550" y="3307"/>
                </a:lnTo>
                <a:lnTo>
                  <a:pt x="1536" y="3278"/>
                </a:lnTo>
                <a:lnTo>
                  <a:pt x="1525" y="3246"/>
                </a:lnTo>
                <a:lnTo>
                  <a:pt x="1519" y="3212"/>
                </a:lnTo>
                <a:lnTo>
                  <a:pt x="1487" y="3236"/>
                </a:lnTo>
                <a:lnTo>
                  <a:pt x="1451" y="3259"/>
                </a:lnTo>
                <a:lnTo>
                  <a:pt x="1412" y="3276"/>
                </a:lnTo>
                <a:lnTo>
                  <a:pt x="1370" y="3289"/>
                </a:lnTo>
                <a:lnTo>
                  <a:pt x="1328" y="3295"/>
                </a:lnTo>
                <a:lnTo>
                  <a:pt x="1283" y="3296"/>
                </a:lnTo>
                <a:lnTo>
                  <a:pt x="1264" y="3295"/>
                </a:lnTo>
                <a:lnTo>
                  <a:pt x="1247" y="3293"/>
                </a:lnTo>
                <a:lnTo>
                  <a:pt x="1206" y="3284"/>
                </a:lnTo>
                <a:lnTo>
                  <a:pt x="1167" y="3269"/>
                </a:lnTo>
                <a:lnTo>
                  <a:pt x="1130" y="3251"/>
                </a:lnTo>
                <a:lnTo>
                  <a:pt x="1096" y="3226"/>
                </a:lnTo>
                <a:lnTo>
                  <a:pt x="1066" y="3198"/>
                </a:lnTo>
                <a:lnTo>
                  <a:pt x="1038" y="3167"/>
                </a:lnTo>
                <a:lnTo>
                  <a:pt x="1014" y="3128"/>
                </a:lnTo>
                <a:lnTo>
                  <a:pt x="994" y="3086"/>
                </a:lnTo>
                <a:lnTo>
                  <a:pt x="982" y="3043"/>
                </a:lnTo>
                <a:lnTo>
                  <a:pt x="977" y="2998"/>
                </a:lnTo>
                <a:lnTo>
                  <a:pt x="979" y="2952"/>
                </a:lnTo>
                <a:lnTo>
                  <a:pt x="957" y="2951"/>
                </a:lnTo>
                <a:lnTo>
                  <a:pt x="933" y="2950"/>
                </a:lnTo>
                <a:lnTo>
                  <a:pt x="909" y="2949"/>
                </a:lnTo>
                <a:lnTo>
                  <a:pt x="869" y="2944"/>
                </a:lnTo>
                <a:lnTo>
                  <a:pt x="828" y="2937"/>
                </a:lnTo>
                <a:lnTo>
                  <a:pt x="792" y="2924"/>
                </a:lnTo>
                <a:lnTo>
                  <a:pt x="756" y="2907"/>
                </a:lnTo>
                <a:lnTo>
                  <a:pt x="724" y="2887"/>
                </a:lnTo>
                <a:lnTo>
                  <a:pt x="694" y="2861"/>
                </a:lnTo>
                <a:lnTo>
                  <a:pt x="668" y="2829"/>
                </a:lnTo>
                <a:lnTo>
                  <a:pt x="646" y="2794"/>
                </a:lnTo>
                <a:lnTo>
                  <a:pt x="629" y="2759"/>
                </a:lnTo>
                <a:lnTo>
                  <a:pt x="618" y="2721"/>
                </a:lnTo>
                <a:lnTo>
                  <a:pt x="610" y="2682"/>
                </a:lnTo>
                <a:lnTo>
                  <a:pt x="608" y="2641"/>
                </a:lnTo>
                <a:lnTo>
                  <a:pt x="566" y="2646"/>
                </a:lnTo>
                <a:lnTo>
                  <a:pt x="523" y="2646"/>
                </a:lnTo>
                <a:lnTo>
                  <a:pt x="504" y="2646"/>
                </a:lnTo>
                <a:lnTo>
                  <a:pt x="486" y="2644"/>
                </a:lnTo>
                <a:lnTo>
                  <a:pt x="446" y="2635"/>
                </a:lnTo>
                <a:lnTo>
                  <a:pt x="407" y="2620"/>
                </a:lnTo>
                <a:lnTo>
                  <a:pt x="370" y="2600"/>
                </a:lnTo>
                <a:lnTo>
                  <a:pt x="336" y="2577"/>
                </a:lnTo>
                <a:lnTo>
                  <a:pt x="305" y="2549"/>
                </a:lnTo>
                <a:lnTo>
                  <a:pt x="277" y="2518"/>
                </a:lnTo>
                <a:lnTo>
                  <a:pt x="256" y="2481"/>
                </a:lnTo>
                <a:lnTo>
                  <a:pt x="241" y="2442"/>
                </a:lnTo>
                <a:lnTo>
                  <a:pt x="230" y="2403"/>
                </a:lnTo>
                <a:lnTo>
                  <a:pt x="224" y="2363"/>
                </a:lnTo>
                <a:lnTo>
                  <a:pt x="224" y="2322"/>
                </a:lnTo>
                <a:lnTo>
                  <a:pt x="229" y="2281"/>
                </a:lnTo>
                <a:lnTo>
                  <a:pt x="238" y="2241"/>
                </a:lnTo>
                <a:lnTo>
                  <a:pt x="252" y="2203"/>
                </a:lnTo>
                <a:lnTo>
                  <a:pt x="270" y="2167"/>
                </a:lnTo>
                <a:lnTo>
                  <a:pt x="295" y="2133"/>
                </a:lnTo>
                <a:lnTo>
                  <a:pt x="323" y="2101"/>
                </a:lnTo>
                <a:lnTo>
                  <a:pt x="356" y="2073"/>
                </a:lnTo>
                <a:lnTo>
                  <a:pt x="409" y="2031"/>
                </a:lnTo>
                <a:lnTo>
                  <a:pt x="378" y="1972"/>
                </a:lnTo>
                <a:lnTo>
                  <a:pt x="341" y="1916"/>
                </a:lnTo>
                <a:lnTo>
                  <a:pt x="300" y="1865"/>
                </a:lnTo>
                <a:lnTo>
                  <a:pt x="253" y="1816"/>
                </a:lnTo>
                <a:lnTo>
                  <a:pt x="203" y="1772"/>
                </a:lnTo>
                <a:lnTo>
                  <a:pt x="150" y="1733"/>
                </a:lnTo>
                <a:lnTo>
                  <a:pt x="93" y="1698"/>
                </a:lnTo>
                <a:lnTo>
                  <a:pt x="0" y="164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CA3675-45BC-5B16-8016-80774953A7E8}"/>
              </a:ext>
            </a:extLst>
          </p:cNvPr>
          <p:cNvSpPr txBox="1"/>
          <p:nvPr/>
        </p:nvSpPr>
        <p:spPr>
          <a:xfrm>
            <a:off x="7340435" y="4760896"/>
            <a:ext cx="2527960" cy="1121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首先对于每一个异步写</a:t>
            </a:r>
            <a:r>
              <a:rPr kumimoji="1" lang="en-US" altLang="zh-CN" dirty="0"/>
              <a:t>AOF</a:t>
            </a:r>
            <a:r>
              <a:rPr kumimoji="1" lang="zh-CN" altLang="en-US" dirty="0"/>
              <a:t>都存储句柄</a:t>
            </a:r>
          </a:p>
        </p:txBody>
      </p:sp>
    </p:spTree>
    <p:extLst>
      <p:ext uri="{BB962C8B-B14F-4D97-AF65-F5344CB8AC3E}">
        <p14:creationId xmlns:p14="http://schemas.microsoft.com/office/powerpoint/2010/main" val="3110903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13">
            <a:extLst>
              <a:ext uri="{FF2B5EF4-FFF2-40B4-BE49-F238E27FC236}">
                <a16:creationId xmlns:a16="http://schemas.microsoft.com/office/drawing/2014/main" id="{557A0266-60B5-4C29-A6BE-C44A3A5212AA}"/>
              </a:ext>
            </a:extLst>
          </p:cNvPr>
          <p:cNvSpPr>
            <a:spLocks noEditPoints="1"/>
          </p:cNvSpPr>
          <p:nvPr/>
        </p:nvSpPr>
        <p:spPr bwMode="auto">
          <a:xfrm>
            <a:off x="2325673" y="2096855"/>
            <a:ext cx="282041" cy="263991"/>
          </a:xfrm>
          <a:custGeom>
            <a:avLst/>
            <a:gdLst>
              <a:gd name="T0" fmla="*/ 2221 w 3375"/>
              <a:gd name="T1" fmla="*/ 1236 h 3159"/>
              <a:gd name="T2" fmla="*/ 2242 w 3375"/>
              <a:gd name="T3" fmla="*/ 1252 h 3159"/>
              <a:gd name="T4" fmla="*/ 2246 w 3375"/>
              <a:gd name="T5" fmla="*/ 1178 h 3159"/>
              <a:gd name="T6" fmla="*/ 2443 w 3375"/>
              <a:gd name="T7" fmla="*/ 1830 h 3159"/>
              <a:gd name="T8" fmla="*/ 1518 w 3375"/>
              <a:gd name="T9" fmla="*/ 982 h 3159"/>
              <a:gd name="T10" fmla="*/ 1704 w 3375"/>
              <a:gd name="T11" fmla="*/ 1062 h 3159"/>
              <a:gd name="T12" fmla="*/ 1771 w 3375"/>
              <a:gd name="T13" fmla="*/ 1272 h 3159"/>
              <a:gd name="T14" fmla="*/ 1664 w 3375"/>
              <a:gd name="T15" fmla="*/ 1457 h 3159"/>
              <a:gd name="T16" fmla="*/ 1501 w 3375"/>
              <a:gd name="T17" fmla="*/ 1570 h 3159"/>
              <a:gd name="T18" fmla="*/ 1787 w 3375"/>
              <a:gd name="T19" fmla="*/ 1655 h 3159"/>
              <a:gd name="T20" fmla="*/ 1208 w 3375"/>
              <a:gd name="T21" fmla="*/ 1662 h 3159"/>
              <a:gd name="T22" fmla="*/ 1331 w 3375"/>
              <a:gd name="T23" fmla="*/ 1466 h 3159"/>
              <a:gd name="T24" fmla="*/ 1494 w 3375"/>
              <a:gd name="T25" fmla="*/ 1347 h 3159"/>
              <a:gd name="T26" fmla="*/ 1558 w 3375"/>
              <a:gd name="T27" fmla="*/ 1236 h 3159"/>
              <a:gd name="T28" fmla="*/ 1470 w 3375"/>
              <a:gd name="T29" fmla="*/ 1173 h 3159"/>
              <a:gd name="T30" fmla="*/ 1358 w 3375"/>
              <a:gd name="T31" fmla="*/ 1243 h 3159"/>
              <a:gd name="T32" fmla="*/ 1203 w 3375"/>
              <a:gd name="T33" fmla="*/ 1144 h 3159"/>
              <a:gd name="T34" fmla="*/ 1300 w 3375"/>
              <a:gd name="T35" fmla="*/ 1038 h 3159"/>
              <a:gd name="T36" fmla="*/ 422 w 3375"/>
              <a:gd name="T37" fmla="*/ 734 h 3159"/>
              <a:gd name="T38" fmla="*/ 646 w 3375"/>
              <a:gd name="T39" fmla="*/ 863 h 3159"/>
              <a:gd name="T40" fmla="*/ 822 w 3375"/>
              <a:gd name="T41" fmla="*/ 1130 h 3159"/>
              <a:gd name="T42" fmla="*/ 827 w 3375"/>
              <a:gd name="T43" fmla="*/ 1309 h 3159"/>
              <a:gd name="T44" fmla="*/ 726 w 3375"/>
              <a:gd name="T45" fmla="*/ 1446 h 3159"/>
              <a:gd name="T46" fmla="*/ 639 w 3375"/>
              <a:gd name="T47" fmla="*/ 1590 h 3159"/>
              <a:gd name="T48" fmla="*/ 738 w 3375"/>
              <a:gd name="T49" fmla="*/ 1805 h 3159"/>
              <a:gd name="T50" fmla="*/ 955 w 3375"/>
              <a:gd name="T51" fmla="*/ 2061 h 3159"/>
              <a:gd name="T52" fmla="*/ 1210 w 3375"/>
              <a:gd name="T53" fmla="*/ 2306 h 3159"/>
              <a:gd name="T54" fmla="*/ 1454 w 3375"/>
              <a:gd name="T55" fmla="*/ 2483 h 3159"/>
              <a:gd name="T56" fmla="*/ 1636 w 3375"/>
              <a:gd name="T57" fmla="*/ 2506 h 3159"/>
              <a:gd name="T58" fmla="*/ 1770 w 3375"/>
              <a:gd name="T59" fmla="*/ 2381 h 3159"/>
              <a:gd name="T60" fmla="*/ 1919 w 3375"/>
              <a:gd name="T61" fmla="*/ 2316 h 3159"/>
              <a:gd name="T62" fmla="*/ 2131 w 3375"/>
              <a:gd name="T63" fmla="*/ 2388 h 3159"/>
              <a:gd name="T64" fmla="*/ 2384 w 3375"/>
              <a:gd name="T65" fmla="*/ 2614 h 3159"/>
              <a:gd name="T66" fmla="*/ 2412 w 3375"/>
              <a:gd name="T67" fmla="*/ 2819 h 3159"/>
              <a:gd name="T68" fmla="*/ 2291 w 3375"/>
              <a:gd name="T69" fmla="*/ 2989 h 3159"/>
              <a:gd name="T70" fmla="*/ 2131 w 3375"/>
              <a:gd name="T71" fmla="*/ 3129 h 3159"/>
              <a:gd name="T72" fmla="*/ 1830 w 3375"/>
              <a:gd name="T73" fmla="*/ 3144 h 3159"/>
              <a:gd name="T74" fmla="*/ 1384 w 3375"/>
              <a:gd name="T75" fmla="*/ 2974 h 3159"/>
              <a:gd name="T76" fmla="*/ 859 w 3375"/>
              <a:gd name="T77" fmla="*/ 2602 h 3159"/>
              <a:gd name="T78" fmla="*/ 372 w 3375"/>
              <a:gd name="T79" fmla="*/ 2070 h 3159"/>
              <a:gd name="T80" fmla="*/ 89 w 3375"/>
              <a:gd name="T81" fmla="*/ 1571 h 3159"/>
              <a:gd name="T82" fmla="*/ 0 w 3375"/>
              <a:gd name="T83" fmla="*/ 1179 h 3159"/>
              <a:gd name="T84" fmla="*/ 86 w 3375"/>
              <a:gd name="T85" fmla="*/ 956 h 3159"/>
              <a:gd name="T86" fmla="*/ 239 w 3375"/>
              <a:gd name="T87" fmla="*/ 807 h 3159"/>
              <a:gd name="T88" fmla="*/ 422 w 3375"/>
              <a:gd name="T89" fmla="*/ 734 h 3159"/>
              <a:gd name="T90" fmla="*/ 2434 w 3375"/>
              <a:gd name="T91" fmla="*/ 110 h 3159"/>
              <a:gd name="T92" fmla="*/ 2966 w 3375"/>
              <a:gd name="T93" fmla="*/ 475 h 3159"/>
              <a:gd name="T94" fmla="*/ 3298 w 3375"/>
              <a:gd name="T95" fmla="*/ 1030 h 3159"/>
              <a:gd name="T96" fmla="*/ 3364 w 3375"/>
              <a:gd name="T97" fmla="*/ 1692 h 3159"/>
              <a:gd name="T98" fmla="*/ 3155 w 3375"/>
              <a:gd name="T99" fmla="*/ 2287 h 3159"/>
              <a:gd name="T100" fmla="*/ 2733 w 3375"/>
              <a:gd name="T101" fmla="*/ 2737 h 3159"/>
              <a:gd name="T102" fmla="*/ 2574 w 3375"/>
              <a:gd name="T103" fmla="*/ 2633 h 3159"/>
              <a:gd name="T104" fmla="*/ 2907 w 3375"/>
              <a:gd name="T105" fmla="*/ 2260 h 3159"/>
              <a:gd name="T106" fmla="*/ 3132 w 3375"/>
              <a:gd name="T107" fmla="*/ 1742 h 3159"/>
              <a:gd name="T108" fmla="*/ 3057 w 3375"/>
              <a:gd name="T109" fmla="*/ 1016 h 3159"/>
              <a:gd name="T110" fmla="*/ 2716 w 3375"/>
              <a:gd name="T111" fmla="*/ 540 h 3159"/>
              <a:gd name="T112" fmla="*/ 2197 w 3375"/>
              <a:gd name="T113" fmla="*/ 264 h 3159"/>
              <a:gd name="T114" fmla="*/ 1463 w 3375"/>
              <a:gd name="T115" fmla="*/ 288 h 3159"/>
              <a:gd name="T116" fmla="*/ 964 w 3375"/>
              <a:gd name="T117" fmla="*/ 598 h 3159"/>
              <a:gd name="T118" fmla="*/ 640 w 3375"/>
              <a:gd name="T119" fmla="*/ 641 h 3159"/>
              <a:gd name="T120" fmla="*/ 1090 w 3375"/>
              <a:gd name="T121" fmla="*/ 220 h 3159"/>
              <a:gd name="T122" fmla="*/ 1683 w 3375"/>
              <a:gd name="T123" fmla="*/ 12 h 3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75" h="3159">
                <a:moveTo>
                  <a:pt x="2246" y="1178"/>
                </a:moveTo>
                <a:lnTo>
                  <a:pt x="2246" y="1180"/>
                </a:lnTo>
                <a:lnTo>
                  <a:pt x="2243" y="1186"/>
                </a:lnTo>
                <a:lnTo>
                  <a:pt x="2240" y="1197"/>
                </a:lnTo>
                <a:lnTo>
                  <a:pt x="2235" y="1208"/>
                </a:lnTo>
                <a:lnTo>
                  <a:pt x="2229" y="1222"/>
                </a:lnTo>
                <a:lnTo>
                  <a:pt x="2221" y="1236"/>
                </a:lnTo>
                <a:lnTo>
                  <a:pt x="2214" y="1251"/>
                </a:lnTo>
                <a:lnTo>
                  <a:pt x="2206" y="1264"/>
                </a:lnTo>
                <a:lnTo>
                  <a:pt x="2079" y="1456"/>
                </a:lnTo>
                <a:lnTo>
                  <a:pt x="2079" y="1458"/>
                </a:lnTo>
                <a:lnTo>
                  <a:pt x="2242" y="1458"/>
                </a:lnTo>
                <a:lnTo>
                  <a:pt x="2242" y="1271"/>
                </a:lnTo>
                <a:lnTo>
                  <a:pt x="2242" y="1252"/>
                </a:lnTo>
                <a:lnTo>
                  <a:pt x="2243" y="1233"/>
                </a:lnTo>
                <a:lnTo>
                  <a:pt x="2245" y="1216"/>
                </a:lnTo>
                <a:lnTo>
                  <a:pt x="2246" y="1201"/>
                </a:lnTo>
                <a:lnTo>
                  <a:pt x="2247" y="1188"/>
                </a:lnTo>
                <a:lnTo>
                  <a:pt x="2248" y="1181"/>
                </a:lnTo>
                <a:lnTo>
                  <a:pt x="2249" y="1178"/>
                </a:lnTo>
                <a:lnTo>
                  <a:pt x="2246" y="1178"/>
                </a:lnTo>
                <a:close/>
                <a:moveTo>
                  <a:pt x="2194" y="995"/>
                </a:moveTo>
                <a:lnTo>
                  <a:pt x="2443" y="995"/>
                </a:lnTo>
                <a:lnTo>
                  <a:pt x="2443" y="1458"/>
                </a:lnTo>
                <a:lnTo>
                  <a:pt x="2543" y="1458"/>
                </a:lnTo>
                <a:lnTo>
                  <a:pt x="2543" y="1627"/>
                </a:lnTo>
                <a:lnTo>
                  <a:pt x="2443" y="1627"/>
                </a:lnTo>
                <a:lnTo>
                  <a:pt x="2443" y="1830"/>
                </a:lnTo>
                <a:lnTo>
                  <a:pt x="2242" y="1830"/>
                </a:lnTo>
                <a:lnTo>
                  <a:pt x="2242" y="1627"/>
                </a:lnTo>
                <a:lnTo>
                  <a:pt x="1872" y="1627"/>
                </a:lnTo>
                <a:lnTo>
                  <a:pt x="1872" y="1503"/>
                </a:lnTo>
                <a:lnTo>
                  <a:pt x="2194" y="995"/>
                </a:lnTo>
                <a:close/>
                <a:moveTo>
                  <a:pt x="1489" y="981"/>
                </a:moveTo>
                <a:lnTo>
                  <a:pt x="1518" y="982"/>
                </a:lnTo>
                <a:lnTo>
                  <a:pt x="1547" y="986"/>
                </a:lnTo>
                <a:lnTo>
                  <a:pt x="1576" y="992"/>
                </a:lnTo>
                <a:lnTo>
                  <a:pt x="1605" y="1000"/>
                </a:lnTo>
                <a:lnTo>
                  <a:pt x="1632" y="1011"/>
                </a:lnTo>
                <a:lnTo>
                  <a:pt x="1658" y="1026"/>
                </a:lnTo>
                <a:lnTo>
                  <a:pt x="1682" y="1042"/>
                </a:lnTo>
                <a:lnTo>
                  <a:pt x="1704" y="1062"/>
                </a:lnTo>
                <a:lnTo>
                  <a:pt x="1724" y="1083"/>
                </a:lnTo>
                <a:lnTo>
                  <a:pt x="1741" y="1109"/>
                </a:lnTo>
                <a:lnTo>
                  <a:pt x="1755" y="1136"/>
                </a:lnTo>
                <a:lnTo>
                  <a:pt x="1765" y="1167"/>
                </a:lnTo>
                <a:lnTo>
                  <a:pt x="1771" y="1200"/>
                </a:lnTo>
                <a:lnTo>
                  <a:pt x="1773" y="1236"/>
                </a:lnTo>
                <a:lnTo>
                  <a:pt x="1771" y="1272"/>
                </a:lnTo>
                <a:lnTo>
                  <a:pt x="1765" y="1305"/>
                </a:lnTo>
                <a:lnTo>
                  <a:pt x="1755" y="1336"/>
                </a:lnTo>
                <a:lnTo>
                  <a:pt x="1742" y="1364"/>
                </a:lnTo>
                <a:lnTo>
                  <a:pt x="1725" y="1390"/>
                </a:lnTo>
                <a:lnTo>
                  <a:pt x="1707" y="1414"/>
                </a:lnTo>
                <a:lnTo>
                  <a:pt x="1686" y="1437"/>
                </a:lnTo>
                <a:lnTo>
                  <a:pt x="1664" y="1457"/>
                </a:lnTo>
                <a:lnTo>
                  <a:pt x="1640" y="1477"/>
                </a:lnTo>
                <a:lnTo>
                  <a:pt x="1617" y="1494"/>
                </a:lnTo>
                <a:lnTo>
                  <a:pt x="1592" y="1510"/>
                </a:lnTo>
                <a:lnTo>
                  <a:pt x="1569" y="1527"/>
                </a:lnTo>
                <a:lnTo>
                  <a:pt x="1545" y="1542"/>
                </a:lnTo>
                <a:lnTo>
                  <a:pt x="1523" y="1556"/>
                </a:lnTo>
                <a:lnTo>
                  <a:pt x="1501" y="1570"/>
                </a:lnTo>
                <a:lnTo>
                  <a:pt x="1483" y="1584"/>
                </a:lnTo>
                <a:lnTo>
                  <a:pt x="1466" y="1597"/>
                </a:lnTo>
                <a:lnTo>
                  <a:pt x="1452" y="1611"/>
                </a:lnTo>
                <a:lnTo>
                  <a:pt x="1441" y="1625"/>
                </a:lnTo>
                <a:lnTo>
                  <a:pt x="1435" y="1639"/>
                </a:lnTo>
                <a:lnTo>
                  <a:pt x="1432" y="1655"/>
                </a:lnTo>
                <a:lnTo>
                  <a:pt x="1787" y="1655"/>
                </a:lnTo>
                <a:lnTo>
                  <a:pt x="1787" y="1830"/>
                </a:lnTo>
                <a:lnTo>
                  <a:pt x="1209" y="1830"/>
                </a:lnTo>
                <a:lnTo>
                  <a:pt x="1204" y="1798"/>
                </a:lnTo>
                <a:lnTo>
                  <a:pt x="1201" y="1768"/>
                </a:lnTo>
                <a:lnTo>
                  <a:pt x="1199" y="1740"/>
                </a:lnTo>
                <a:lnTo>
                  <a:pt x="1202" y="1699"/>
                </a:lnTo>
                <a:lnTo>
                  <a:pt x="1208" y="1662"/>
                </a:lnTo>
                <a:lnTo>
                  <a:pt x="1217" y="1627"/>
                </a:lnTo>
                <a:lnTo>
                  <a:pt x="1230" y="1594"/>
                </a:lnTo>
                <a:lnTo>
                  <a:pt x="1247" y="1565"/>
                </a:lnTo>
                <a:lnTo>
                  <a:pt x="1265" y="1537"/>
                </a:lnTo>
                <a:lnTo>
                  <a:pt x="1286" y="1513"/>
                </a:lnTo>
                <a:lnTo>
                  <a:pt x="1307" y="1489"/>
                </a:lnTo>
                <a:lnTo>
                  <a:pt x="1331" y="1466"/>
                </a:lnTo>
                <a:lnTo>
                  <a:pt x="1355" y="1446"/>
                </a:lnTo>
                <a:lnTo>
                  <a:pt x="1380" y="1428"/>
                </a:lnTo>
                <a:lnTo>
                  <a:pt x="1404" y="1409"/>
                </a:lnTo>
                <a:lnTo>
                  <a:pt x="1428" y="1393"/>
                </a:lnTo>
                <a:lnTo>
                  <a:pt x="1451" y="1377"/>
                </a:lnTo>
                <a:lnTo>
                  <a:pt x="1474" y="1361"/>
                </a:lnTo>
                <a:lnTo>
                  <a:pt x="1494" y="1347"/>
                </a:lnTo>
                <a:lnTo>
                  <a:pt x="1513" y="1332"/>
                </a:lnTo>
                <a:lnTo>
                  <a:pt x="1528" y="1317"/>
                </a:lnTo>
                <a:lnTo>
                  <a:pt x="1541" y="1303"/>
                </a:lnTo>
                <a:lnTo>
                  <a:pt x="1551" y="1288"/>
                </a:lnTo>
                <a:lnTo>
                  <a:pt x="1558" y="1272"/>
                </a:lnTo>
                <a:lnTo>
                  <a:pt x="1560" y="1256"/>
                </a:lnTo>
                <a:lnTo>
                  <a:pt x="1558" y="1236"/>
                </a:lnTo>
                <a:lnTo>
                  <a:pt x="1551" y="1219"/>
                </a:lnTo>
                <a:lnTo>
                  <a:pt x="1542" y="1205"/>
                </a:lnTo>
                <a:lnTo>
                  <a:pt x="1531" y="1192"/>
                </a:lnTo>
                <a:lnTo>
                  <a:pt x="1518" y="1184"/>
                </a:lnTo>
                <a:lnTo>
                  <a:pt x="1502" y="1178"/>
                </a:lnTo>
                <a:lnTo>
                  <a:pt x="1486" y="1175"/>
                </a:lnTo>
                <a:lnTo>
                  <a:pt x="1470" y="1173"/>
                </a:lnTo>
                <a:lnTo>
                  <a:pt x="1447" y="1176"/>
                </a:lnTo>
                <a:lnTo>
                  <a:pt x="1427" y="1182"/>
                </a:lnTo>
                <a:lnTo>
                  <a:pt x="1408" y="1192"/>
                </a:lnTo>
                <a:lnTo>
                  <a:pt x="1392" y="1205"/>
                </a:lnTo>
                <a:lnTo>
                  <a:pt x="1379" y="1218"/>
                </a:lnTo>
                <a:lnTo>
                  <a:pt x="1366" y="1231"/>
                </a:lnTo>
                <a:lnTo>
                  <a:pt x="1358" y="1243"/>
                </a:lnTo>
                <a:lnTo>
                  <a:pt x="1351" y="1253"/>
                </a:lnTo>
                <a:lnTo>
                  <a:pt x="1348" y="1260"/>
                </a:lnTo>
                <a:lnTo>
                  <a:pt x="1346" y="1262"/>
                </a:lnTo>
                <a:lnTo>
                  <a:pt x="1195" y="1161"/>
                </a:lnTo>
                <a:lnTo>
                  <a:pt x="1196" y="1159"/>
                </a:lnTo>
                <a:lnTo>
                  <a:pt x="1199" y="1153"/>
                </a:lnTo>
                <a:lnTo>
                  <a:pt x="1203" y="1144"/>
                </a:lnTo>
                <a:lnTo>
                  <a:pt x="1210" y="1132"/>
                </a:lnTo>
                <a:lnTo>
                  <a:pt x="1219" y="1119"/>
                </a:lnTo>
                <a:lnTo>
                  <a:pt x="1230" y="1103"/>
                </a:lnTo>
                <a:lnTo>
                  <a:pt x="1244" y="1087"/>
                </a:lnTo>
                <a:lnTo>
                  <a:pt x="1260" y="1071"/>
                </a:lnTo>
                <a:lnTo>
                  <a:pt x="1278" y="1054"/>
                </a:lnTo>
                <a:lnTo>
                  <a:pt x="1300" y="1038"/>
                </a:lnTo>
                <a:lnTo>
                  <a:pt x="1324" y="1023"/>
                </a:lnTo>
                <a:lnTo>
                  <a:pt x="1351" y="1008"/>
                </a:lnTo>
                <a:lnTo>
                  <a:pt x="1381" y="997"/>
                </a:lnTo>
                <a:lnTo>
                  <a:pt x="1413" y="989"/>
                </a:lnTo>
                <a:lnTo>
                  <a:pt x="1449" y="983"/>
                </a:lnTo>
                <a:lnTo>
                  <a:pt x="1489" y="981"/>
                </a:lnTo>
                <a:close/>
                <a:moveTo>
                  <a:pt x="422" y="734"/>
                </a:moveTo>
                <a:lnTo>
                  <a:pt x="452" y="738"/>
                </a:lnTo>
                <a:lnTo>
                  <a:pt x="482" y="746"/>
                </a:lnTo>
                <a:lnTo>
                  <a:pt x="513" y="758"/>
                </a:lnTo>
                <a:lnTo>
                  <a:pt x="545" y="775"/>
                </a:lnTo>
                <a:lnTo>
                  <a:pt x="578" y="799"/>
                </a:lnTo>
                <a:lnTo>
                  <a:pt x="612" y="827"/>
                </a:lnTo>
                <a:lnTo>
                  <a:pt x="646" y="863"/>
                </a:lnTo>
                <a:lnTo>
                  <a:pt x="682" y="905"/>
                </a:lnTo>
                <a:lnTo>
                  <a:pt x="716" y="948"/>
                </a:lnTo>
                <a:lnTo>
                  <a:pt x="746" y="990"/>
                </a:lnTo>
                <a:lnTo>
                  <a:pt x="771" y="1028"/>
                </a:lnTo>
                <a:lnTo>
                  <a:pt x="792" y="1065"/>
                </a:lnTo>
                <a:lnTo>
                  <a:pt x="809" y="1098"/>
                </a:lnTo>
                <a:lnTo>
                  <a:pt x="822" y="1130"/>
                </a:lnTo>
                <a:lnTo>
                  <a:pt x="833" y="1161"/>
                </a:lnTo>
                <a:lnTo>
                  <a:pt x="839" y="1188"/>
                </a:lnTo>
                <a:lnTo>
                  <a:pt x="842" y="1215"/>
                </a:lnTo>
                <a:lnTo>
                  <a:pt x="843" y="1240"/>
                </a:lnTo>
                <a:lnTo>
                  <a:pt x="841" y="1264"/>
                </a:lnTo>
                <a:lnTo>
                  <a:pt x="836" y="1288"/>
                </a:lnTo>
                <a:lnTo>
                  <a:pt x="827" y="1309"/>
                </a:lnTo>
                <a:lnTo>
                  <a:pt x="818" y="1329"/>
                </a:lnTo>
                <a:lnTo>
                  <a:pt x="807" y="1350"/>
                </a:lnTo>
                <a:lnTo>
                  <a:pt x="794" y="1369"/>
                </a:lnTo>
                <a:lnTo>
                  <a:pt x="778" y="1389"/>
                </a:lnTo>
                <a:lnTo>
                  <a:pt x="762" y="1408"/>
                </a:lnTo>
                <a:lnTo>
                  <a:pt x="745" y="1428"/>
                </a:lnTo>
                <a:lnTo>
                  <a:pt x="726" y="1446"/>
                </a:lnTo>
                <a:lnTo>
                  <a:pt x="707" y="1465"/>
                </a:lnTo>
                <a:lnTo>
                  <a:pt x="687" y="1485"/>
                </a:lnTo>
                <a:lnTo>
                  <a:pt x="667" y="1505"/>
                </a:lnTo>
                <a:lnTo>
                  <a:pt x="653" y="1523"/>
                </a:lnTo>
                <a:lnTo>
                  <a:pt x="643" y="1543"/>
                </a:lnTo>
                <a:lnTo>
                  <a:pt x="639" y="1566"/>
                </a:lnTo>
                <a:lnTo>
                  <a:pt x="639" y="1590"/>
                </a:lnTo>
                <a:lnTo>
                  <a:pt x="643" y="1616"/>
                </a:lnTo>
                <a:lnTo>
                  <a:pt x="650" y="1644"/>
                </a:lnTo>
                <a:lnTo>
                  <a:pt x="662" y="1674"/>
                </a:lnTo>
                <a:lnTo>
                  <a:pt x="677" y="1705"/>
                </a:lnTo>
                <a:lnTo>
                  <a:pt x="694" y="1737"/>
                </a:lnTo>
                <a:lnTo>
                  <a:pt x="715" y="1770"/>
                </a:lnTo>
                <a:lnTo>
                  <a:pt x="738" y="1805"/>
                </a:lnTo>
                <a:lnTo>
                  <a:pt x="764" y="1840"/>
                </a:lnTo>
                <a:lnTo>
                  <a:pt x="793" y="1876"/>
                </a:lnTo>
                <a:lnTo>
                  <a:pt x="822" y="1912"/>
                </a:lnTo>
                <a:lnTo>
                  <a:pt x="853" y="1949"/>
                </a:lnTo>
                <a:lnTo>
                  <a:pt x="887" y="1986"/>
                </a:lnTo>
                <a:lnTo>
                  <a:pt x="920" y="2023"/>
                </a:lnTo>
                <a:lnTo>
                  <a:pt x="955" y="2061"/>
                </a:lnTo>
                <a:lnTo>
                  <a:pt x="990" y="2096"/>
                </a:lnTo>
                <a:lnTo>
                  <a:pt x="1026" y="2133"/>
                </a:lnTo>
                <a:lnTo>
                  <a:pt x="1063" y="2169"/>
                </a:lnTo>
                <a:lnTo>
                  <a:pt x="1099" y="2205"/>
                </a:lnTo>
                <a:lnTo>
                  <a:pt x="1136" y="2240"/>
                </a:lnTo>
                <a:lnTo>
                  <a:pt x="1173" y="2273"/>
                </a:lnTo>
                <a:lnTo>
                  <a:pt x="1210" y="2306"/>
                </a:lnTo>
                <a:lnTo>
                  <a:pt x="1247" y="2338"/>
                </a:lnTo>
                <a:lnTo>
                  <a:pt x="1284" y="2367"/>
                </a:lnTo>
                <a:lnTo>
                  <a:pt x="1319" y="2395"/>
                </a:lnTo>
                <a:lnTo>
                  <a:pt x="1354" y="2421"/>
                </a:lnTo>
                <a:lnTo>
                  <a:pt x="1389" y="2444"/>
                </a:lnTo>
                <a:lnTo>
                  <a:pt x="1423" y="2465"/>
                </a:lnTo>
                <a:lnTo>
                  <a:pt x="1454" y="2483"/>
                </a:lnTo>
                <a:lnTo>
                  <a:pt x="1486" y="2497"/>
                </a:lnTo>
                <a:lnTo>
                  <a:pt x="1516" y="2509"/>
                </a:lnTo>
                <a:lnTo>
                  <a:pt x="1543" y="2517"/>
                </a:lnTo>
                <a:lnTo>
                  <a:pt x="1570" y="2521"/>
                </a:lnTo>
                <a:lnTo>
                  <a:pt x="1593" y="2520"/>
                </a:lnTo>
                <a:lnTo>
                  <a:pt x="1616" y="2516"/>
                </a:lnTo>
                <a:lnTo>
                  <a:pt x="1636" y="2506"/>
                </a:lnTo>
                <a:lnTo>
                  <a:pt x="1654" y="2492"/>
                </a:lnTo>
                <a:lnTo>
                  <a:pt x="1674" y="2472"/>
                </a:lnTo>
                <a:lnTo>
                  <a:pt x="1694" y="2452"/>
                </a:lnTo>
                <a:lnTo>
                  <a:pt x="1713" y="2433"/>
                </a:lnTo>
                <a:lnTo>
                  <a:pt x="1733" y="2414"/>
                </a:lnTo>
                <a:lnTo>
                  <a:pt x="1751" y="2397"/>
                </a:lnTo>
                <a:lnTo>
                  <a:pt x="1770" y="2381"/>
                </a:lnTo>
                <a:lnTo>
                  <a:pt x="1790" y="2365"/>
                </a:lnTo>
                <a:lnTo>
                  <a:pt x="1809" y="2352"/>
                </a:lnTo>
                <a:lnTo>
                  <a:pt x="1830" y="2341"/>
                </a:lnTo>
                <a:lnTo>
                  <a:pt x="1850" y="2332"/>
                </a:lnTo>
                <a:lnTo>
                  <a:pt x="1873" y="2324"/>
                </a:lnTo>
                <a:lnTo>
                  <a:pt x="1895" y="2319"/>
                </a:lnTo>
                <a:lnTo>
                  <a:pt x="1919" y="2316"/>
                </a:lnTo>
                <a:lnTo>
                  <a:pt x="1944" y="2317"/>
                </a:lnTo>
                <a:lnTo>
                  <a:pt x="1971" y="2320"/>
                </a:lnTo>
                <a:lnTo>
                  <a:pt x="1999" y="2326"/>
                </a:lnTo>
                <a:lnTo>
                  <a:pt x="2029" y="2337"/>
                </a:lnTo>
                <a:lnTo>
                  <a:pt x="2061" y="2350"/>
                </a:lnTo>
                <a:lnTo>
                  <a:pt x="2095" y="2367"/>
                </a:lnTo>
                <a:lnTo>
                  <a:pt x="2131" y="2388"/>
                </a:lnTo>
                <a:lnTo>
                  <a:pt x="2170" y="2413"/>
                </a:lnTo>
                <a:lnTo>
                  <a:pt x="2211" y="2443"/>
                </a:lnTo>
                <a:lnTo>
                  <a:pt x="2255" y="2477"/>
                </a:lnTo>
                <a:lnTo>
                  <a:pt x="2297" y="2513"/>
                </a:lnTo>
                <a:lnTo>
                  <a:pt x="2332" y="2547"/>
                </a:lnTo>
                <a:lnTo>
                  <a:pt x="2360" y="2581"/>
                </a:lnTo>
                <a:lnTo>
                  <a:pt x="2384" y="2614"/>
                </a:lnTo>
                <a:lnTo>
                  <a:pt x="2401" y="2647"/>
                </a:lnTo>
                <a:lnTo>
                  <a:pt x="2414" y="2677"/>
                </a:lnTo>
                <a:lnTo>
                  <a:pt x="2422" y="2707"/>
                </a:lnTo>
                <a:lnTo>
                  <a:pt x="2425" y="2737"/>
                </a:lnTo>
                <a:lnTo>
                  <a:pt x="2424" y="2765"/>
                </a:lnTo>
                <a:lnTo>
                  <a:pt x="2419" y="2793"/>
                </a:lnTo>
                <a:lnTo>
                  <a:pt x="2412" y="2819"/>
                </a:lnTo>
                <a:lnTo>
                  <a:pt x="2400" y="2846"/>
                </a:lnTo>
                <a:lnTo>
                  <a:pt x="2387" y="2872"/>
                </a:lnTo>
                <a:lnTo>
                  <a:pt x="2371" y="2896"/>
                </a:lnTo>
                <a:lnTo>
                  <a:pt x="2352" y="2920"/>
                </a:lnTo>
                <a:lnTo>
                  <a:pt x="2333" y="2943"/>
                </a:lnTo>
                <a:lnTo>
                  <a:pt x="2312" y="2967"/>
                </a:lnTo>
                <a:lnTo>
                  <a:pt x="2291" y="2989"/>
                </a:lnTo>
                <a:lnTo>
                  <a:pt x="2269" y="3011"/>
                </a:lnTo>
                <a:lnTo>
                  <a:pt x="2247" y="3032"/>
                </a:lnTo>
                <a:lnTo>
                  <a:pt x="2224" y="3054"/>
                </a:lnTo>
                <a:lnTo>
                  <a:pt x="2203" y="3074"/>
                </a:lnTo>
                <a:lnTo>
                  <a:pt x="2183" y="3093"/>
                </a:lnTo>
                <a:lnTo>
                  <a:pt x="2160" y="3113"/>
                </a:lnTo>
                <a:lnTo>
                  <a:pt x="2131" y="3129"/>
                </a:lnTo>
                <a:lnTo>
                  <a:pt x="2100" y="3142"/>
                </a:lnTo>
                <a:lnTo>
                  <a:pt x="2064" y="3151"/>
                </a:lnTo>
                <a:lnTo>
                  <a:pt x="2024" y="3157"/>
                </a:lnTo>
                <a:lnTo>
                  <a:pt x="1980" y="3159"/>
                </a:lnTo>
                <a:lnTo>
                  <a:pt x="1933" y="3158"/>
                </a:lnTo>
                <a:lnTo>
                  <a:pt x="1883" y="3153"/>
                </a:lnTo>
                <a:lnTo>
                  <a:pt x="1830" y="3144"/>
                </a:lnTo>
                <a:lnTo>
                  <a:pt x="1773" y="3131"/>
                </a:lnTo>
                <a:lnTo>
                  <a:pt x="1714" y="3115"/>
                </a:lnTo>
                <a:lnTo>
                  <a:pt x="1652" y="3094"/>
                </a:lnTo>
                <a:lnTo>
                  <a:pt x="1588" y="3071"/>
                </a:lnTo>
                <a:lnTo>
                  <a:pt x="1522" y="3042"/>
                </a:lnTo>
                <a:lnTo>
                  <a:pt x="1453" y="3011"/>
                </a:lnTo>
                <a:lnTo>
                  <a:pt x="1384" y="2974"/>
                </a:lnTo>
                <a:lnTo>
                  <a:pt x="1312" y="2934"/>
                </a:lnTo>
                <a:lnTo>
                  <a:pt x="1240" y="2889"/>
                </a:lnTo>
                <a:lnTo>
                  <a:pt x="1165" y="2841"/>
                </a:lnTo>
                <a:lnTo>
                  <a:pt x="1089" y="2788"/>
                </a:lnTo>
                <a:lnTo>
                  <a:pt x="1014" y="2729"/>
                </a:lnTo>
                <a:lnTo>
                  <a:pt x="937" y="2668"/>
                </a:lnTo>
                <a:lnTo>
                  <a:pt x="859" y="2602"/>
                </a:lnTo>
                <a:lnTo>
                  <a:pt x="781" y="2531"/>
                </a:lnTo>
                <a:lnTo>
                  <a:pt x="704" y="2455"/>
                </a:lnTo>
                <a:lnTo>
                  <a:pt x="629" y="2378"/>
                </a:lnTo>
                <a:lnTo>
                  <a:pt x="557" y="2300"/>
                </a:lnTo>
                <a:lnTo>
                  <a:pt x="491" y="2222"/>
                </a:lnTo>
                <a:lnTo>
                  <a:pt x="430" y="2145"/>
                </a:lnTo>
                <a:lnTo>
                  <a:pt x="372" y="2070"/>
                </a:lnTo>
                <a:lnTo>
                  <a:pt x="319" y="1994"/>
                </a:lnTo>
                <a:lnTo>
                  <a:pt x="270" y="1921"/>
                </a:lnTo>
                <a:lnTo>
                  <a:pt x="225" y="1847"/>
                </a:lnTo>
                <a:lnTo>
                  <a:pt x="185" y="1775"/>
                </a:lnTo>
                <a:lnTo>
                  <a:pt x="148" y="1706"/>
                </a:lnTo>
                <a:lnTo>
                  <a:pt x="117" y="1637"/>
                </a:lnTo>
                <a:lnTo>
                  <a:pt x="89" y="1571"/>
                </a:lnTo>
                <a:lnTo>
                  <a:pt x="64" y="1507"/>
                </a:lnTo>
                <a:lnTo>
                  <a:pt x="44" y="1446"/>
                </a:lnTo>
                <a:lnTo>
                  <a:pt x="28" y="1387"/>
                </a:lnTo>
                <a:lnTo>
                  <a:pt x="15" y="1330"/>
                </a:lnTo>
                <a:lnTo>
                  <a:pt x="6" y="1276"/>
                </a:lnTo>
                <a:lnTo>
                  <a:pt x="1" y="1226"/>
                </a:lnTo>
                <a:lnTo>
                  <a:pt x="0" y="1179"/>
                </a:lnTo>
                <a:lnTo>
                  <a:pt x="2" y="1135"/>
                </a:lnTo>
                <a:lnTo>
                  <a:pt x="8" y="1095"/>
                </a:lnTo>
                <a:lnTo>
                  <a:pt x="17" y="1059"/>
                </a:lnTo>
                <a:lnTo>
                  <a:pt x="30" y="1028"/>
                </a:lnTo>
                <a:lnTo>
                  <a:pt x="46" y="1000"/>
                </a:lnTo>
                <a:lnTo>
                  <a:pt x="65" y="977"/>
                </a:lnTo>
                <a:lnTo>
                  <a:pt x="86" y="956"/>
                </a:lnTo>
                <a:lnTo>
                  <a:pt x="106" y="935"/>
                </a:lnTo>
                <a:lnTo>
                  <a:pt x="127" y="912"/>
                </a:lnTo>
                <a:lnTo>
                  <a:pt x="148" y="891"/>
                </a:lnTo>
                <a:lnTo>
                  <a:pt x="171" y="868"/>
                </a:lnTo>
                <a:lnTo>
                  <a:pt x="192" y="847"/>
                </a:lnTo>
                <a:lnTo>
                  <a:pt x="216" y="826"/>
                </a:lnTo>
                <a:lnTo>
                  <a:pt x="239" y="807"/>
                </a:lnTo>
                <a:lnTo>
                  <a:pt x="263" y="789"/>
                </a:lnTo>
                <a:lnTo>
                  <a:pt x="288" y="773"/>
                </a:lnTo>
                <a:lnTo>
                  <a:pt x="314" y="759"/>
                </a:lnTo>
                <a:lnTo>
                  <a:pt x="340" y="749"/>
                </a:lnTo>
                <a:lnTo>
                  <a:pt x="367" y="740"/>
                </a:lnTo>
                <a:lnTo>
                  <a:pt x="395" y="735"/>
                </a:lnTo>
                <a:lnTo>
                  <a:pt x="422" y="734"/>
                </a:lnTo>
                <a:close/>
                <a:moveTo>
                  <a:pt x="1872" y="0"/>
                </a:moveTo>
                <a:lnTo>
                  <a:pt x="1970" y="4"/>
                </a:lnTo>
                <a:lnTo>
                  <a:pt x="2067" y="13"/>
                </a:lnTo>
                <a:lnTo>
                  <a:pt x="2162" y="29"/>
                </a:lnTo>
                <a:lnTo>
                  <a:pt x="2255" y="50"/>
                </a:lnTo>
                <a:lnTo>
                  <a:pt x="2346" y="77"/>
                </a:lnTo>
                <a:lnTo>
                  <a:pt x="2434" y="110"/>
                </a:lnTo>
                <a:lnTo>
                  <a:pt x="2520" y="147"/>
                </a:lnTo>
                <a:lnTo>
                  <a:pt x="2603" y="190"/>
                </a:lnTo>
                <a:lnTo>
                  <a:pt x="2683" y="238"/>
                </a:lnTo>
                <a:lnTo>
                  <a:pt x="2758" y="291"/>
                </a:lnTo>
                <a:lnTo>
                  <a:pt x="2832" y="348"/>
                </a:lnTo>
                <a:lnTo>
                  <a:pt x="2900" y="409"/>
                </a:lnTo>
                <a:lnTo>
                  <a:pt x="2966" y="475"/>
                </a:lnTo>
                <a:lnTo>
                  <a:pt x="3027" y="544"/>
                </a:lnTo>
                <a:lnTo>
                  <a:pt x="3085" y="617"/>
                </a:lnTo>
                <a:lnTo>
                  <a:pt x="3137" y="693"/>
                </a:lnTo>
                <a:lnTo>
                  <a:pt x="3185" y="773"/>
                </a:lnTo>
                <a:lnTo>
                  <a:pt x="3228" y="855"/>
                </a:lnTo>
                <a:lnTo>
                  <a:pt x="3266" y="941"/>
                </a:lnTo>
                <a:lnTo>
                  <a:pt x="3298" y="1030"/>
                </a:lnTo>
                <a:lnTo>
                  <a:pt x="3325" y="1120"/>
                </a:lnTo>
                <a:lnTo>
                  <a:pt x="3346" y="1213"/>
                </a:lnTo>
                <a:lnTo>
                  <a:pt x="3363" y="1308"/>
                </a:lnTo>
                <a:lnTo>
                  <a:pt x="3372" y="1405"/>
                </a:lnTo>
                <a:lnTo>
                  <a:pt x="3375" y="1504"/>
                </a:lnTo>
                <a:lnTo>
                  <a:pt x="3372" y="1598"/>
                </a:lnTo>
                <a:lnTo>
                  <a:pt x="3364" y="1692"/>
                </a:lnTo>
                <a:lnTo>
                  <a:pt x="3349" y="1783"/>
                </a:lnTo>
                <a:lnTo>
                  <a:pt x="3329" y="1873"/>
                </a:lnTo>
                <a:lnTo>
                  <a:pt x="3304" y="1960"/>
                </a:lnTo>
                <a:lnTo>
                  <a:pt x="3274" y="2046"/>
                </a:lnTo>
                <a:lnTo>
                  <a:pt x="3239" y="2129"/>
                </a:lnTo>
                <a:lnTo>
                  <a:pt x="3199" y="2209"/>
                </a:lnTo>
                <a:lnTo>
                  <a:pt x="3155" y="2287"/>
                </a:lnTo>
                <a:lnTo>
                  <a:pt x="3106" y="2361"/>
                </a:lnTo>
                <a:lnTo>
                  <a:pt x="3054" y="2433"/>
                </a:lnTo>
                <a:lnTo>
                  <a:pt x="2997" y="2500"/>
                </a:lnTo>
                <a:lnTo>
                  <a:pt x="2936" y="2565"/>
                </a:lnTo>
                <a:lnTo>
                  <a:pt x="2872" y="2626"/>
                </a:lnTo>
                <a:lnTo>
                  <a:pt x="2803" y="2683"/>
                </a:lnTo>
                <a:lnTo>
                  <a:pt x="2733" y="2737"/>
                </a:lnTo>
                <a:lnTo>
                  <a:pt x="2658" y="2785"/>
                </a:lnTo>
                <a:lnTo>
                  <a:pt x="2580" y="2830"/>
                </a:lnTo>
                <a:lnTo>
                  <a:pt x="2586" y="2797"/>
                </a:lnTo>
                <a:lnTo>
                  <a:pt x="2590" y="2763"/>
                </a:lnTo>
                <a:lnTo>
                  <a:pt x="2591" y="2728"/>
                </a:lnTo>
                <a:lnTo>
                  <a:pt x="2585" y="2680"/>
                </a:lnTo>
                <a:lnTo>
                  <a:pt x="2574" y="2633"/>
                </a:lnTo>
                <a:lnTo>
                  <a:pt x="2557" y="2587"/>
                </a:lnTo>
                <a:lnTo>
                  <a:pt x="2623" y="2541"/>
                </a:lnTo>
                <a:lnTo>
                  <a:pt x="2687" y="2492"/>
                </a:lnTo>
                <a:lnTo>
                  <a:pt x="2747" y="2440"/>
                </a:lnTo>
                <a:lnTo>
                  <a:pt x="2803" y="2383"/>
                </a:lnTo>
                <a:lnTo>
                  <a:pt x="2856" y="2323"/>
                </a:lnTo>
                <a:lnTo>
                  <a:pt x="2907" y="2260"/>
                </a:lnTo>
                <a:lnTo>
                  <a:pt x="2952" y="2194"/>
                </a:lnTo>
                <a:lnTo>
                  <a:pt x="2994" y="2124"/>
                </a:lnTo>
                <a:lnTo>
                  <a:pt x="3030" y="2052"/>
                </a:lnTo>
                <a:lnTo>
                  <a:pt x="3063" y="1978"/>
                </a:lnTo>
                <a:lnTo>
                  <a:pt x="3091" y="1901"/>
                </a:lnTo>
                <a:lnTo>
                  <a:pt x="3114" y="1822"/>
                </a:lnTo>
                <a:lnTo>
                  <a:pt x="3132" y="1742"/>
                </a:lnTo>
                <a:lnTo>
                  <a:pt x="3145" y="1659"/>
                </a:lnTo>
                <a:lnTo>
                  <a:pt x="2883" y="1504"/>
                </a:lnTo>
                <a:lnTo>
                  <a:pt x="3145" y="1350"/>
                </a:lnTo>
                <a:lnTo>
                  <a:pt x="3132" y="1263"/>
                </a:lnTo>
                <a:lnTo>
                  <a:pt x="3112" y="1178"/>
                </a:lnTo>
                <a:lnTo>
                  <a:pt x="3088" y="1096"/>
                </a:lnTo>
                <a:lnTo>
                  <a:pt x="3057" y="1016"/>
                </a:lnTo>
                <a:lnTo>
                  <a:pt x="3022" y="939"/>
                </a:lnTo>
                <a:lnTo>
                  <a:pt x="2982" y="864"/>
                </a:lnTo>
                <a:lnTo>
                  <a:pt x="2937" y="793"/>
                </a:lnTo>
                <a:lnTo>
                  <a:pt x="2888" y="724"/>
                </a:lnTo>
                <a:lnTo>
                  <a:pt x="2835" y="659"/>
                </a:lnTo>
                <a:lnTo>
                  <a:pt x="2778" y="597"/>
                </a:lnTo>
                <a:lnTo>
                  <a:pt x="2716" y="540"/>
                </a:lnTo>
                <a:lnTo>
                  <a:pt x="2652" y="487"/>
                </a:lnTo>
                <a:lnTo>
                  <a:pt x="2583" y="438"/>
                </a:lnTo>
                <a:lnTo>
                  <a:pt x="2512" y="393"/>
                </a:lnTo>
                <a:lnTo>
                  <a:pt x="2437" y="353"/>
                </a:lnTo>
                <a:lnTo>
                  <a:pt x="2359" y="318"/>
                </a:lnTo>
                <a:lnTo>
                  <a:pt x="2280" y="288"/>
                </a:lnTo>
                <a:lnTo>
                  <a:pt x="2197" y="264"/>
                </a:lnTo>
                <a:lnTo>
                  <a:pt x="2112" y="244"/>
                </a:lnTo>
                <a:lnTo>
                  <a:pt x="2025" y="231"/>
                </a:lnTo>
                <a:lnTo>
                  <a:pt x="1872" y="492"/>
                </a:lnTo>
                <a:lnTo>
                  <a:pt x="1717" y="231"/>
                </a:lnTo>
                <a:lnTo>
                  <a:pt x="1630" y="244"/>
                </a:lnTo>
                <a:lnTo>
                  <a:pt x="1545" y="264"/>
                </a:lnTo>
                <a:lnTo>
                  <a:pt x="1463" y="288"/>
                </a:lnTo>
                <a:lnTo>
                  <a:pt x="1383" y="318"/>
                </a:lnTo>
                <a:lnTo>
                  <a:pt x="1305" y="354"/>
                </a:lnTo>
                <a:lnTo>
                  <a:pt x="1230" y="394"/>
                </a:lnTo>
                <a:lnTo>
                  <a:pt x="1159" y="439"/>
                </a:lnTo>
                <a:lnTo>
                  <a:pt x="1091" y="488"/>
                </a:lnTo>
                <a:lnTo>
                  <a:pt x="1026" y="541"/>
                </a:lnTo>
                <a:lnTo>
                  <a:pt x="964" y="598"/>
                </a:lnTo>
                <a:lnTo>
                  <a:pt x="907" y="660"/>
                </a:lnTo>
                <a:lnTo>
                  <a:pt x="854" y="725"/>
                </a:lnTo>
                <a:lnTo>
                  <a:pt x="805" y="794"/>
                </a:lnTo>
                <a:lnTo>
                  <a:pt x="765" y="748"/>
                </a:lnTo>
                <a:lnTo>
                  <a:pt x="724" y="707"/>
                </a:lnTo>
                <a:lnTo>
                  <a:pt x="682" y="672"/>
                </a:lnTo>
                <a:lnTo>
                  <a:pt x="640" y="641"/>
                </a:lnTo>
                <a:lnTo>
                  <a:pt x="693" y="571"/>
                </a:lnTo>
                <a:lnTo>
                  <a:pt x="751" y="503"/>
                </a:lnTo>
                <a:lnTo>
                  <a:pt x="812" y="439"/>
                </a:lnTo>
                <a:lnTo>
                  <a:pt x="876" y="378"/>
                </a:lnTo>
                <a:lnTo>
                  <a:pt x="944" y="321"/>
                </a:lnTo>
                <a:lnTo>
                  <a:pt x="1016" y="268"/>
                </a:lnTo>
                <a:lnTo>
                  <a:pt x="1090" y="220"/>
                </a:lnTo>
                <a:lnTo>
                  <a:pt x="1167" y="176"/>
                </a:lnTo>
                <a:lnTo>
                  <a:pt x="1248" y="136"/>
                </a:lnTo>
                <a:lnTo>
                  <a:pt x="1331" y="101"/>
                </a:lnTo>
                <a:lnTo>
                  <a:pt x="1415" y="71"/>
                </a:lnTo>
                <a:lnTo>
                  <a:pt x="1502" y="46"/>
                </a:lnTo>
                <a:lnTo>
                  <a:pt x="1592" y="27"/>
                </a:lnTo>
                <a:lnTo>
                  <a:pt x="1683" y="12"/>
                </a:lnTo>
                <a:lnTo>
                  <a:pt x="1776" y="3"/>
                </a:lnTo>
                <a:lnTo>
                  <a:pt x="18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5F19A-E0CF-7868-E2A6-656A9F272C60}"/>
              </a:ext>
            </a:extLst>
          </p:cNvPr>
          <p:cNvSpPr txBox="1"/>
          <p:nvPr/>
        </p:nvSpPr>
        <p:spPr>
          <a:xfrm>
            <a:off x="279069" y="219694"/>
            <a:ext cx="5308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额外实现：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Graceful Exit</a:t>
            </a:r>
            <a:endParaRPr lang="zh-CN" altLang="en-US" sz="2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E68305-62EA-01C6-9748-75F62ECA2200}"/>
              </a:ext>
            </a:extLst>
          </p:cNvPr>
          <p:cNvSpPr txBox="1"/>
          <p:nvPr/>
        </p:nvSpPr>
        <p:spPr>
          <a:xfrm>
            <a:off x="8237022" y="4561219"/>
            <a:ext cx="2729840" cy="1121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方法：用</a:t>
            </a:r>
            <a:r>
              <a:rPr kumimoji="1" lang="en-US" altLang="zh-CN" dirty="0"/>
              <a:t>Arc</a:t>
            </a:r>
            <a:r>
              <a:rPr kumimoji="1" lang="zh-CN" altLang="en-US" dirty="0"/>
              <a:t>，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里面共享该</a:t>
            </a:r>
            <a:r>
              <a:rPr kumimoji="1" lang="en-US" altLang="zh-CN" dirty="0"/>
              <a:t>Arc</a:t>
            </a:r>
            <a:r>
              <a:rPr kumimoji="1" lang="zh-CN" altLang="en-US" dirty="0"/>
              <a:t>所有权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D6076B-BFED-2253-3391-1F0C6078028B}"/>
              </a:ext>
            </a:extLst>
          </p:cNvPr>
          <p:cNvSpPr txBox="1"/>
          <p:nvPr/>
        </p:nvSpPr>
        <p:spPr>
          <a:xfrm>
            <a:off x="411183" y="4561219"/>
            <a:ext cx="3133601" cy="1675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Volo</a:t>
            </a:r>
            <a:r>
              <a:rPr kumimoji="1" lang="zh-CN" altLang="en-US" dirty="0"/>
              <a:t>的</a:t>
            </a:r>
            <a:r>
              <a:rPr kumimoji="1" lang="en-US" altLang="zh-CN" dirty="0"/>
              <a:t>graceful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结束后 会运行完</a:t>
            </a:r>
            <a:r>
              <a:rPr kumimoji="1" lang="en-US" altLang="zh-CN" dirty="0"/>
              <a:t>run</a:t>
            </a:r>
            <a:r>
              <a:rPr kumimoji="1" lang="zh-CN" altLang="en-US" dirty="0"/>
              <a:t>，我们在</a:t>
            </a:r>
            <a:r>
              <a:rPr kumimoji="1" lang="en-US" altLang="zh-CN" dirty="0"/>
              <a:t>run</a:t>
            </a:r>
            <a:r>
              <a:rPr kumimoji="1" lang="zh-CN" altLang="en-US" dirty="0"/>
              <a:t>后面继续处理异步</a:t>
            </a:r>
            <a:r>
              <a:rPr kumimoji="1" lang="en-US" altLang="zh-CN" dirty="0"/>
              <a:t>AOF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7F467BE-10C9-F043-67E8-F73AA503211D}"/>
              </a:ext>
            </a:extLst>
          </p:cNvPr>
          <p:cNvSpPr txBox="1"/>
          <p:nvPr/>
        </p:nvSpPr>
        <p:spPr>
          <a:xfrm>
            <a:off x="3653147" y="4561219"/>
            <a:ext cx="4249882" cy="1675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首先要把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里没写进去文件的</a:t>
            </a:r>
            <a:r>
              <a:rPr kumimoji="1" lang="en-US" altLang="zh-CN" dirty="0" err="1"/>
              <a:t>buf</a:t>
            </a:r>
            <a:r>
              <a:rPr kumimoji="1" lang="zh-CN" altLang="en-US" dirty="0"/>
              <a:t>给写出，但问题在于</a:t>
            </a:r>
            <a:r>
              <a:rPr kumimoji="1" lang="en-US" altLang="zh-CN" dirty="0"/>
              <a:t>service</a:t>
            </a:r>
            <a:r>
              <a:rPr kumimoji="1" lang="zh-CN" altLang="en-US" dirty="0"/>
              <a:t>是私有的，我们拿不到</a:t>
            </a:r>
            <a:r>
              <a:rPr kumimoji="1" lang="en-US" altLang="zh-CN" dirty="0"/>
              <a:t>service</a:t>
            </a:r>
            <a:r>
              <a:rPr kumimoji="1" lang="zh-CN" altLang="en-US" dirty="0"/>
              <a:t>内部的</a:t>
            </a:r>
            <a:r>
              <a:rPr kumimoji="1" lang="en-US" altLang="zh-CN" dirty="0" err="1"/>
              <a:t>buf</a:t>
            </a:r>
            <a:r>
              <a:rPr kumimoji="1" lang="zh-CN" altLang="en-US" dirty="0"/>
              <a:t>了</a:t>
            </a:r>
            <a:endParaRPr kumimoji="1" lang="en-US" altLang="zh-CN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263CA0F-9AC4-C23A-C549-82FCD4D01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83" y="1486454"/>
            <a:ext cx="11202282" cy="4144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285B372-A15D-B04A-4578-02D1746CC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390" y="2900838"/>
            <a:ext cx="6819900" cy="660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6746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13">
            <a:extLst>
              <a:ext uri="{FF2B5EF4-FFF2-40B4-BE49-F238E27FC236}">
                <a16:creationId xmlns:a16="http://schemas.microsoft.com/office/drawing/2014/main" id="{557A0266-60B5-4C29-A6BE-C44A3A5212AA}"/>
              </a:ext>
            </a:extLst>
          </p:cNvPr>
          <p:cNvSpPr>
            <a:spLocks noEditPoints="1"/>
          </p:cNvSpPr>
          <p:nvPr/>
        </p:nvSpPr>
        <p:spPr bwMode="auto">
          <a:xfrm>
            <a:off x="2325673" y="2096855"/>
            <a:ext cx="282041" cy="263991"/>
          </a:xfrm>
          <a:custGeom>
            <a:avLst/>
            <a:gdLst>
              <a:gd name="T0" fmla="*/ 2221 w 3375"/>
              <a:gd name="T1" fmla="*/ 1236 h 3159"/>
              <a:gd name="T2" fmla="*/ 2242 w 3375"/>
              <a:gd name="T3" fmla="*/ 1252 h 3159"/>
              <a:gd name="T4" fmla="*/ 2246 w 3375"/>
              <a:gd name="T5" fmla="*/ 1178 h 3159"/>
              <a:gd name="T6" fmla="*/ 2443 w 3375"/>
              <a:gd name="T7" fmla="*/ 1830 h 3159"/>
              <a:gd name="T8" fmla="*/ 1518 w 3375"/>
              <a:gd name="T9" fmla="*/ 982 h 3159"/>
              <a:gd name="T10" fmla="*/ 1704 w 3375"/>
              <a:gd name="T11" fmla="*/ 1062 h 3159"/>
              <a:gd name="T12" fmla="*/ 1771 w 3375"/>
              <a:gd name="T13" fmla="*/ 1272 h 3159"/>
              <a:gd name="T14" fmla="*/ 1664 w 3375"/>
              <a:gd name="T15" fmla="*/ 1457 h 3159"/>
              <a:gd name="T16" fmla="*/ 1501 w 3375"/>
              <a:gd name="T17" fmla="*/ 1570 h 3159"/>
              <a:gd name="T18" fmla="*/ 1787 w 3375"/>
              <a:gd name="T19" fmla="*/ 1655 h 3159"/>
              <a:gd name="T20" fmla="*/ 1208 w 3375"/>
              <a:gd name="T21" fmla="*/ 1662 h 3159"/>
              <a:gd name="T22" fmla="*/ 1331 w 3375"/>
              <a:gd name="T23" fmla="*/ 1466 h 3159"/>
              <a:gd name="T24" fmla="*/ 1494 w 3375"/>
              <a:gd name="T25" fmla="*/ 1347 h 3159"/>
              <a:gd name="T26" fmla="*/ 1558 w 3375"/>
              <a:gd name="T27" fmla="*/ 1236 h 3159"/>
              <a:gd name="T28" fmla="*/ 1470 w 3375"/>
              <a:gd name="T29" fmla="*/ 1173 h 3159"/>
              <a:gd name="T30" fmla="*/ 1358 w 3375"/>
              <a:gd name="T31" fmla="*/ 1243 h 3159"/>
              <a:gd name="T32" fmla="*/ 1203 w 3375"/>
              <a:gd name="T33" fmla="*/ 1144 h 3159"/>
              <a:gd name="T34" fmla="*/ 1300 w 3375"/>
              <a:gd name="T35" fmla="*/ 1038 h 3159"/>
              <a:gd name="T36" fmla="*/ 422 w 3375"/>
              <a:gd name="T37" fmla="*/ 734 h 3159"/>
              <a:gd name="T38" fmla="*/ 646 w 3375"/>
              <a:gd name="T39" fmla="*/ 863 h 3159"/>
              <a:gd name="T40" fmla="*/ 822 w 3375"/>
              <a:gd name="T41" fmla="*/ 1130 h 3159"/>
              <a:gd name="T42" fmla="*/ 827 w 3375"/>
              <a:gd name="T43" fmla="*/ 1309 h 3159"/>
              <a:gd name="T44" fmla="*/ 726 w 3375"/>
              <a:gd name="T45" fmla="*/ 1446 h 3159"/>
              <a:gd name="T46" fmla="*/ 639 w 3375"/>
              <a:gd name="T47" fmla="*/ 1590 h 3159"/>
              <a:gd name="T48" fmla="*/ 738 w 3375"/>
              <a:gd name="T49" fmla="*/ 1805 h 3159"/>
              <a:gd name="T50" fmla="*/ 955 w 3375"/>
              <a:gd name="T51" fmla="*/ 2061 h 3159"/>
              <a:gd name="T52" fmla="*/ 1210 w 3375"/>
              <a:gd name="T53" fmla="*/ 2306 h 3159"/>
              <a:gd name="T54" fmla="*/ 1454 w 3375"/>
              <a:gd name="T55" fmla="*/ 2483 h 3159"/>
              <a:gd name="T56" fmla="*/ 1636 w 3375"/>
              <a:gd name="T57" fmla="*/ 2506 h 3159"/>
              <a:gd name="T58" fmla="*/ 1770 w 3375"/>
              <a:gd name="T59" fmla="*/ 2381 h 3159"/>
              <a:gd name="T60" fmla="*/ 1919 w 3375"/>
              <a:gd name="T61" fmla="*/ 2316 h 3159"/>
              <a:gd name="T62" fmla="*/ 2131 w 3375"/>
              <a:gd name="T63" fmla="*/ 2388 h 3159"/>
              <a:gd name="T64" fmla="*/ 2384 w 3375"/>
              <a:gd name="T65" fmla="*/ 2614 h 3159"/>
              <a:gd name="T66" fmla="*/ 2412 w 3375"/>
              <a:gd name="T67" fmla="*/ 2819 h 3159"/>
              <a:gd name="T68" fmla="*/ 2291 w 3375"/>
              <a:gd name="T69" fmla="*/ 2989 h 3159"/>
              <a:gd name="T70" fmla="*/ 2131 w 3375"/>
              <a:gd name="T71" fmla="*/ 3129 h 3159"/>
              <a:gd name="T72" fmla="*/ 1830 w 3375"/>
              <a:gd name="T73" fmla="*/ 3144 h 3159"/>
              <a:gd name="T74" fmla="*/ 1384 w 3375"/>
              <a:gd name="T75" fmla="*/ 2974 h 3159"/>
              <a:gd name="T76" fmla="*/ 859 w 3375"/>
              <a:gd name="T77" fmla="*/ 2602 h 3159"/>
              <a:gd name="T78" fmla="*/ 372 w 3375"/>
              <a:gd name="T79" fmla="*/ 2070 h 3159"/>
              <a:gd name="T80" fmla="*/ 89 w 3375"/>
              <a:gd name="T81" fmla="*/ 1571 h 3159"/>
              <a:gd name="T82" fmla="*/ 0 w 3375"/>
              <a:gd name="T83" fmla="*/ 1179 h 3159"/>
              <a:gd name="T84" fmla="*/ 86 w 3375"/>
              <a:gd name="T85" fmla="*/ 956 h 3159"/>
              <a:gd name="T86" fmla="*/ 239 w 3375"/>
              <a:gd name="T87" fmla="*/ 807 h 3159"/>
              <a:gd name="T88" fmla="*/ 422 w 3375"/>
              <a:gd name="T89" fmla="*/ 734 h 3159"/>
              <a:gd name="T90" fmla="*/ 2434 w 3375"/>
              <a:gd name="T91" fmla="*/ 110 h 3159"/>
              <a:gd name="T92" fmla="*/ 2966 w 3375"/>
              <a:gd name="T93" fmla="*/ 475 h 3159"/>
              <a:gd name="T94" fmla="*/ 3298 w 3375"/>
              <a:gd name="T95" fmla="*/ 1030 h 3159"/>
              <a:gd name="T96" fmla="*/ 3364 w 3375"/>
              <a:gd name="T97" fmla="*/ 1692 h 3159"/>
              <a:gd name="T98" fmla="*/ 3155 w 3375"/>
              <a:gd name="T99" fmla="*/ 2287 h 3159"/>
              <a:gd name="T100" fmla="*/ 2733 w 3375"/>
              <a:gd name="T101" fmla="*/ 2737 h 3159"/>
              <a:gd name="T102" fmla="*/ 2574 w 3375"/>
              <a:gd name="T103" fmla="*/ 2633 h 3159"/>
              <a:gd name="T104" fmla="*/ 2907 w 3375"/>
              <a:gd name="T105" fmla="*/ 2260 h 3159"/>
              <a:gd name="T106" fmla="*/ 3132 w 3375"/>
              <a:gd name="T107" fmla="*/ 1742 h 3159"/>
              <a:gd name="T108" fmla="*/ 3057 w 3375"/>
              <a:gd name="T109" fmla="*/ 1016 h 3159"/>
              <a:gd name="T110" fmla="*/ 2716 w 3375"/>
              <a:gd name="T111" fmla="*/ 540 h 3159"/>
              <a:gd name="T112" fmla="*/ 2197 w 3375"/>
              <a:gd name="T113" fmla="*/ 264 h 3159"/>
              <a:gd name="T114" fmla="*/ 1463 w 3375"/>
              <a:gd name="T115" fmla="*/ 288 h 3159"/>
              <a:gd name="T116" fmla="*/ 964 w 3375"/>
              <a:gd name="T117" fmla="*/ 598 h 3159"/>
              <a:gd name="T118" fmla="*/ 640 w 3375"/>
              <a:gd name="T119" fmla="*/ 641 h 3159"/>
              <a:gd name="T120" fmla="*/ 1090 w 3375"/>
              <a:gd name="T121" fmla="*/ 220 h 3159"/>
              <a:gd name="T122" fmla="*/ 1683 w 3375"/>
              <a:gd name="T123" fmla="*/ 12 h 3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75" h="3159">
                <a:moveTo>
                  <a:pt x="2246" y="1178"/>
                </a:moveTo>
                <a:lnTo>
                  <a:pt x="2246" y="1180"/>
                </a:lnTo>
                <a:lnTo>
                  <a:pt x="2243" y="1186"/>
                </a:lnTo>
                <a:lnTo>
                  <a:pt x="2240" y="1197"/>
                </a:lnTo>
                <a:lnTo>
                  <a:pt x="2235" y="1208"/>
                </a:lnTo>
                <a:lnTo>
                  <a:pt x="2229" y="1222"/>
                </a:lnTo>
                <a:lnTo>
                  <a:pt x="2221" y="1236"/>
                </a:lnTo>
                <a:lnTo>
                  <a:pt x="2214" y="1251"/>
                </a:lnTo>
                <a:lnTo>
                  <a:pt x="2206" y="1264"/>
                </a:lnTo>
                <a:lnTo>
                  <a:pt x="2079" y="1456"/>
                </a:lnTo>
                <a:lnTo>
                  <a:pt x="2079" y="1458"/>
                </a:lnTo>
                <a:lnTo>
                  <a:pt x="2242" y="1458"/>
                </a:lnTo>
                <a:lnTo>
                  <a:pt x="2242" y="1271"/>
                </a:lnTo>
                <a:lnTo>
                  <a:pt x="2242" y="1252"/>
                </a:lnTo>
                <a:lnTo>
                  <a:pt x="2243" y="1233"/>
                </a:lnTo>
                <a:lnTo>
                  <a:pt x="2245" y="1216"/>
                </a:lnTo>
                <a:lnTo>
                  <a:pt x="2246" y="1201"/>
                </a:lnTo>
                <a:lnTo>
                  <a:pt x="2247" y="1188"/>
                </a:lnTo>
                <a:lnTo>
                  <a:pt x="2248" y="1181"/>
                </a:lnTo>
                <a:lnTo>
                  <a:pt x="2249" y="1178"/>
                </a:lnTo>
                <a:lnTo>
                  <a:pt x="2246" y="1178"/>
                </a:lnTo>
                <a:close/>
                <a:moveTo>
                  <a:pt x="2194" y="995"/>
                </a:moveTo>
                <a:lnTo>
                  <a:pt x="2443" y="995"/>
                </a:lnTo>
                <a:lnTo>
                  <a:pt x="2443" y="1458"/>
                </a:lnTo>
                <a:lnTo>
                  <a:pt x="2543" y="1458"/>
                </a:lnTo>
                <a:lnTo>
                  <a:pt x="2543" y="1627"/>
                </a:lnTo>
                <a:lnTo>
                  <a:pt x="2443" y="1627"/>
                </a:lnTo>
                <a:lnTo>
                  <a:pt x="2443" y="1830"/>
                </a:lnTo>
                <a:lnTo>
                  <a:pt x="2242" y="1830"/>
                </a:lnTo>
                <a:lnTo>
                  <a:pt x="2242" y="1627"/>
                </a:lnTo>
                <a:lnTo>
                  <a:pt x="1872" y="1627"/>
                </a:lnTo>
                <a:lnTo>
                  <a:pt x="1872" y="1503"/>
                </a:lnTo>
                <a:lnTo>
                  <a:pt x="2194" y="995"/>
                </a:lnTo>
                <a:close/>
                <a:moveTo>
                  <a:pt x="1489" y="981"/>
                </a:moveTo>
                <a:lnTo>
                  <a:pt x="1518" y="982"/>
                </a:lnTo>
                <a:lnTo>
                  <a:pt x="1547" y="986"/>
                </a:lnTo>
                <a:lnTo>
                  <a:pt x="1576" y="992"/>
                </a:lnTo>
                <a:lnTo>
                  <a:pt x="1605" y="1000"/>
                </a:lnTo>
                <a:lnTo>
                  <a:pt x="1632" y="1011"/>
                </a:lnTo>
                <a:lnTo>
                  <a:pt x="1658" y="1026"/>
                </a:lnTo>
                <a:lnTo>
                  <a:pt x="1682" y="1042"/>
                </a:lnTo>
                <a:lnTo>
                  <a:pt x="1704" y="1062"/>
                </a:lnTo>
                <a:lnTo>
                  <a:pt x="1724" y="1083"/>
                </a:lnTo>
                <a:lnTo>
                  <a:pt x="1741" y="1109"/>
                </a:lnTo>
                <a:lnTo>
                  <a:pt x="1755" y="1136"/>
                </a:lnTo>
                <a:lnTo>
                  <a:pt x="1765" y="1167"/>
                </a:lnTo>
                <a:lnTo>
                  <a:pt x="1771" y="1200"/>
                </a:lnTo>
                <a:lnTo>
                  <a:pt x="1773" y="1236"/>
                </a:lnTo>
                <a:lnTo>
                  <a:pt x="1771" y="1272"/>
                </a:lnTo>
                <a:lnTo>
                  <a:pt x="1765" y="1305"/>
                </a:lnTo>
                <a:lnTo>
                  <a:pt x="1755" y="1336"/>
                </a:lnTo>
                <a:lnTo>
                  <a:pt x="1742" y="1364"/>
                </a:lnTo>
                <a:lnTo>
                  <a:pt x="1725" y="1390"/>
                </a:lnTo>
                <a:lnTo>
                  <a:pt x="1707" y="1414"/>
                </a:lnTo>
                <a:lnTo>
                  <a:pt x="1686" y="1437"/>
                </a:lnTo>
                <a:lnTo>
                  <a:pt x="1664" y="1457"/>
                </a:lnTo>
                <a:lnTo>
                  <a:pt x="1640" y="1477"/>
                </a:lnTo>
                <a:lnTo>
                  <a:pt x="1617" y="1494"/>
                </a:lnTo>
                <a:lnTo>
                  <a:pt x="1592" y="1510"/>
                </a:lnTo>
                <a:lnTo>
                  <a:pt x="1569" y="1527"/>
                </a:lnTo>
                <a:lnTo>
                  <a:pt x="1545" y="1542"/>
                </a:lnTo>
                <a:lnTo>
                  <a:pt x="1523" y="1556"/>
                </a:lnTo>
                <a:lnTo>
                  <a:pt x="1501" y="1570"/>
                </a:lnTo>
                <a:lnTo>
                  <a:pt x="1483" y="1584"/>
                </a:lnTo>
                <a:lnTo>
                  <a:pt x="1466" y="1597"/>
                </a:lnTo>
                <a:lnTo>
                  <a:pt x="1452" y="1611"/>
                </a:lnTo>
                <a:lnTo>
                  <a:pt x="1441" y="1625"/>
                </a:lnTo>
                <a:lnTo>
                  <a:pt x="1435" y="1639"/>
                </a:lnTo>
                <a:lnTo>
                  <a:pt x="1432" y="1655"/>
                </a:lnTo>
                <a:lnTo>
                  <a:pt x="1787" y="1655"/>
                </a:lnTo>
                <a:lnTo>
                  <a:pt x="1787" y="1830"/>
                </a:lnTo>
                <a:lnTo>
                  <a:pt x="1209" y="1830"/>
                </a:lnTo>
                <a:lnTo>
                  <a:pt x="1204" y="1798"/>
                </a:lnTo>
                <a:lnTo>
                  <a:pt x="1201" y="1768"/>
                </a:lnTo>
                <a:lnTo>
                  <a:pt x="1199" y="1740"/>
                </a:lnTo>
                <a:lnTo>
                  <a:pt x="1202" y="1699"/>
                </a:lnTo>
                <a:lnTo>
                  <a:pt x="1208" y="1662"/>
                </a:lnTo>
                <a:lnTo>
                  <a:pt x="1217" y="1627"/>
                </a:lnTo>
                <a:lnTo>
                  <a:pt x="1230" y="1594"/>
                </a:lnTo>
                <a:lnTo>
                  <a:pt x="1247" y="1565"/>
                </a:lnTo>
                <a:lnTo>
                  <a:pt x="1265" y="1537"/>
                </a:lnTo>
                <a:lnTo>
                  <a:pt x="1286" y="1513"/>
                </a:lnTo>
                <a:lnTo>
                  <a:pt x="1307" y="1489"/>
                </a:lnTo>
                <a:lnTo>
                  <a:pt x="1331" y="1466"/>
                </a:lnTo>
                <a:lnTo>
                  <a:pt x="1355" y="1446"/>
                </a:lnTo>
                <a:lnTo>
                  <a:pt x="1380" y="1428"/>
                </a:lnTo>
                <a:lnTo>
                  <a:pt x="1404" y="1409"/>
                </a:lnTo>
                <a:lnTo>
                  <a:pt x="1428" y="1393"/>
                </a:lnTo>
                <a:lnTo>
                  <a:pt x="1451" y="1377"/>
                </a:lnTo>
                <a:lnTo>
                  <a:pt x="1474" y="1361"/>
                </a:lnTo>
                <a:lnTo>
                  <a:pt x="1494" y="1347"/>
                </a:lnTo>
                <a:lnTo>
                  <a:pt x="1513" y="1332"/>
                </a:lnTo>
                <a:lnTo>
                  <a:pt x="1528" y="1317"/>
                </a:lnTo>
                <a:lnTo>
                  <a:pt x="1541" y="1303"/>
                </a:lnTo>
                <a:lnTo>
                  <a:pt x="1551" y="1288"/>
                </a:lnTo>
                <a:lnTo>
                  <a:pt x="1558" y="1272"/>
                </a:lnTo>
                <a:lnTo>
                  <a:pt x="1560" y="1256"/>
                </a:lnTo>
                <a:lnTo>
                  <a:pt x="1558" y="1236"/>
                </a:lnTo>
                <a:lnTo>
                  <a:pt x="1551" y="1219"/>
                </a:lnTo>
                <a:lnTo>
                  <a:pt x="1542" y="1205"/>
                </a:lnTo>
                <a:lnTo>
                  <a:pt x="1531" y="1192"/>
                </a:lnTo>
                <a:lnTo>
                  <a:pt x="1518" y="1184"/>
                </a:lnTo>
                <a:lnTo>
                  <a:pt x="1502" y="1178"/>
                </a:lnTo>
                <a:lnTo>
                  <a:pt x="1486" y="1175"/>
                </a:lnTo>
                <a:lnTo>
                  <a:pt x="1470" y="1173"/>
                </a:lnTo>
                <a:lnTo>
                  <a:pt x="1447" y="1176"/>
                </a:lnTo>
                <a:lnTo>
                  <a:pt x="1427" y="1182"/>
                </a:lnTo>
                <a:lnTo>
                  <a:pt x="1408" y="1192"/>
                </a:lnTo>
                <a:lnTo>
                  <a:pt x="1392" y="1205"/>
                </a:lnTo>
                <a:lnTo>
                  <a:pt x="1379" y="1218"/>
                </a:lnTo>
                <a:lnTo>
                  <a:pt x="1366" y="1231"/>
                </a:lnTo>
                <a:lnTo>
                  <a:pt x="1358" y="1243"/>
                </a:lnTo>
                <a:lnTo>
                  <a:pt x="1351" y="1253"/>
                </a:lnTo>
                <a:lnTo>
                  <a:pt x="1348" y="1260"/>
                </a:lnTo>
                <a:lnTo>
                  <a:pt x="1346" y="1262"/>
                </a:lnTo>
                <a:lnTo>
                  <a:pt x="1195" y="1161"/>
                </a:lnTo>
                <a:lnTo>
                  <a:pt x="1196" y="1159"/>
                </a:lnTo>
                <a:lnTo>
                  <a:pt x="1199" y="1153"/>
                </a:lnTo>
                <a:lnTo>
                  <a:pt x="1203" y="1144"/>
                </a:lnTo>
                <a:lnTo>
                  <a:pt x="1210" y="1132"/>
                </a:lnTo>
                <a:lnTo>
                  <a:pt x="1219" y="1119"/>
                </a:lnTo>
                <a:lnTo>
                  <a:pt x="1230" y="1103"/>
                </a:lnTo>
                <a:lnTo>
                  <a:pt x="1244" y="1087"/>
                </a:lnTo>
                <a:lnTo>
                  <a:pt x="1260" y="1071"/>
                </a:lnTo>
                <a:lnTo>
                  <a:pt x="1278" y="1054"/>
                </a:lnTo>
                <a:lnTo>
                  <a:pt x="1300" y="1038"/>
                </a:lnTo>
                <a:lnTo>
                  <a:pt x="1324" y="1023"/>
                </a:lnTo>
                <a:lnTo>
                  <a:pt x="1351" y="1008"/>
                </a:lnTo>
                <a:lnTo>
                  <a:pt x="1381" y="997"/>
                </a:lnTo>
                <a:lnTo>
                  <a:pt x="1413" y="989"/>
                </a:lnTo>
                <a:lnTo>
                  <a:pt x="1449" y="983"/>
                </a:lnTo>
                <a:lnTo>
                  <a:pt x="1489" y="981"/>
                </a:lnTo>
                <a:close/>
                <a:moveTo>
                  <a:pt x="422" y="734"/>
                </a:moveTo>
                <a:lnTo>
                  <a:pt x="452" y="738"/>
                </a:lnTo>
                <a:lnTo>
                  <a:pt x="482" y="746"/>
                </a:lnTo>
                <a:lnTo>
                  <a:pt x="513" y="758"/>
                </a:lnTo>
                <a:lnTo>
                  <a:pt x="545" y="775"/>
                </a:lnTo>
                <a:lnTo>
                  <a:pt x="578" y="799"/>
                </a:lnTo>
                <a:lnTo>
                  <a:pt x="612" y="827"/>
                </a:lnTo>
                <a:lnTo>
                  <a:pt x="646" y="863"/>
                </a:lnTo>
                <a:lnTo>
                  <a:pt x="682" y="905"/>
                </a:lnTo>
                <a:lnTo>
                  <a:pt x="716" y="948"/>
                </a:lnTo>
                <a:lnTo>
                  <a:pt x="746" y="990"/>
                </a:lnTo>
                <a:lnTo>
                  <a:pt x="771" y="1028"/>
                </a:lnTo>
                <a:lnTo>
                  <a:pt x="792" y="1065"/>
                </a:lnTo>
                <a:lnTo>
                  <a:pt x="809" y="1098"/>
                </a:lnTo>
                <a:lnTo>
                  <a:pt x="822" y="1130"/>
                </a:lnTo>
                <a:lnTo>
                  <a:pt x="833" y="1161"/>
                </a:lnTo>
                <a:lnTo>
                  <a:pt x="839" y="1188"/>
                </a:lnTo>
                <a:lnTo>
                  <a:pt x="842" y="1215"/>
                </a:lnTo>
                <a:lnTo>
                  <a:pt x="843" y="1240"/>
                </a:lnTo>
                <a:lnTo>
                  <a:pt x="841" y="1264"/>
                </a:lnTo>
                <a:lnTo>
                  <a:pt x="836" y="1288"/>
                </a:lnTo>
                <a:lnTo>
                  <a:pt x="827" y="1309"/>
                </a:lnTo>
                <a:lnTo>
                  <a:pt x="818" y="1329"/>
                </a:lnTo>
                <a:lnTo>
                  <a:pt x="807" y="1350"/>
                </a:lnTo>
                <a:lnTo>
                  <a:pt x="794" y="1369"/>
                </a:lnTo>
                <a:lnTo>
                  <a:pt x="778" y="1389"/>
                </a:lnTo>
                <a:lnTo>
                  <a:pt x="762" y="1408"/>
                </a:lnTo>
                <a:lnTo>
                  <a:pt x="745" y="1428"/>
                </a:lnTo>
                <a:lnTo>
                  <a:pt x="726" y="1446"/>
                </a:lnTo>
                <a:lnTo>
                  <a:pt x="707" y="1465"/>
                </a:lnTo>
                <a:lnTo>
                  <a:pt x="687" y="1485"/>
                </a:lnTo>
                <a:lnTo>
                  <a:pt x="667" y="1505"/>
                </a:lnTo>
                <a:lnTo>
                  <a:pt x="653" y="1523"/>
                </a:lnTo>
                <a:lnTo>
                  <a:pt x="643" y="1543"/>
                </a:lnTo>
                <a:lnTo>
                  <a:pt x="639" y="1566"/>
                </a:lnTo>
                <a:lnTo>
                  <a:pt x="639" y="1590"/>
                </a:lnTo>
                <a:lnTo>
                  <a:pt x="643" y="1616"/>
                </a:lnTo>
                <a:lnTo>
                  <a:pt x="650" y="1644"/>
                </a:lnTo>
                <a:lnTo>
                  <a:pt x="662" y="1674"/>
                </a:lnTo>
                <a:lnTo>
                  <a:pt x="677" y="1705"/>
                </a:lnTo>
                <a:lnTo>
                  <a:pt x="694" y="1737"/>
                </a:lnTo>
                <a:lnTo>
                  <a:pt x="715" y="1770"/>
                </a:lnTo>
                <a:lnTo>
                  <a:pt x="738" y="1805"/>
                </a:lnTo>
                <a:lnTo>
                  <a:pt x="764" y="1840"/>
                </a:lnTo>
                <a:lnTo>
                  <a:pt x="793" y="1876"/>
                </a:lnTo>
                <a:lnTo>
                  <a:pt x="822" y="1912"/>
                </a:lnTo>
                <a:lnTo>
                  <a:pt x="853" y="1949"/>
                </a:lnTo>
                <a:lnTo>
                  <a:pt x="887" y="1986"/>
                </a:lnTo>
                <a:lnTo>
                  <a:pt x="920" y="2023"/>
                </a:lnTo>
                <a:lnTo>
                  <a:pt x="955" y="2061"/>
                </a:lnTo>
                <a:lnTo>
                  <a:pt x="990" y="2096"/>
                </a:lnTo>
                <a:lnTo>
                  <a:pt x="1026" y="2133"/>
                </a:lnTo>
                <a:lnTo>
                  <a:pt x="1063" y="2169"/>
                </a:lnTo>
                <a:lnTo>
                  <a:pt x="1099" y="2205"/>
                </a:lnTo>
                <a:lnTo>
                  <a:pt x="1136" y="2240"/>
                </a:lnTo>
                <a:lnTo>
                  <a:pt x="1173" y="2273"/>
                </a:lnTo>
                <a:lnTo>
                  <a:pt x="1210" y="2306"/>
                </a:lnTo>
                <a:lnTo>
                  <a:pt x="1247" y="2338"/>
                </a:lnTo>
                <a:lnTo>
                  <a:pt x="1284" y="2367"/>
                </a:lnTo>
                <a:lnTo>
                  <a:pt x="1319" y="2395"/>
                </a:lnTo>
                <a:lnTo>
                  <a:pt x="1354" y="2421"/>
                </a:lnTo>
                <a:lnTo>
                  <a:pt x="1389" y="2444"/>
                </a:lnTo>
                <a:lnTo>
                  <a:pt x="1423" y="2465"/>
                </a:lnTo>
                <a:lnTo>
                  <a:pt x="1454" y="2483"/>
                </a:lnTo>
                <a:lnTo>
                  <a:pt x="1486" y="2497"/>
                </a:lnTo>
                <a:lnTo>
                  <a:pt x="1516" y="2509"/>
                </a:lnTo>
                <a:lnTo>
                  <a:pt x="1543" y="2517"/>
                </a:lnTo>
                <a:lnTo>
                  <a:pt x="1570" y="2521"/>
                </a:lnTo>
                <a:lnTo>
                  <a:pt x="1593" y="2520"/>
                </a:lnTo>
                <a:lnTo>
                  <a:pt x="1616" y="2516"/>
                </a:lnTo>
                <a:lnTo>
                  <a:pt x="1636" y="2506"/>
                </a:lnTo>
                <a:lnTo>
                  <a:pt x="1654" y="2492"/>
                </a:lnTo>
                <a:lnTo>
                  <a:pt x="1674" y="2472"/>
                </a:lnTo>
                <a:lnTo>
                  <a:pt x="1694" y="2452"/>
                </a:lnTo>
                <a:lnTo>
                  <a:pt x="1713" y="2433"/>
                </a:lnTo>
                <a:lnTo>
                  <a:pt x="1733" y="2414"/>
                </a:lnTo>
                <a:lnTo>
                  <a:pt x="1751" y="2397"/>
                </a:lnTo>
                <a:lnTo>
                  <a:pt x="1770" y="2381"/>
                </a:lnTo>
                <a:lnTo>
                  <a:pt x="1790" y="2365"/>
                </a:lnTo>
                <a:lnTo>
                  <a:pt x="1809" y="2352"/>
                </a:lnTo>
                <a:lnTo>
                  <a:pt x="1830" y="2341"/>
                </a:lnTo>
                <a:lnTo>
                  <a:pt x="1850" y="2332"/>
                </a:lnTo>
                <a:lnTo>
                  <a:pt x="1873" y="2324"/>
                </a:lnTo>
                <a:lnTo>
                  <a:pt x="1895" y="2319"/>
                </a:lnTo>
                <a:lnTo>
                  <a:pt x="1919" y="2316"/>
                </a:lnTo>
                <a:lnTo>
                  <a:pt x="1944" y="2317"/>
                </a:lnTo>
                <a:lnTo>
                  <a:pt x="1971" y="2320"/>
                </a:lnTo>
                <a:lnTo>
                  <a:pt x="1999" y="2326"/>
                </a:lnTo>
                <a:lnTo>
                  <a:pt x="2029" y="2337"/>
                </a:lnTo>
                <a:lnTo>
                  <a:pt x="2061" y="2350"/>
                </a:lnTo>
                <a:lnTo>
                  <a:pt x="2095" y="2367"/>
                </a:lnTo>
                <a:lnTo>
                  <a:pt x="2131" y="2388"/>
                </a:lnTo>
                <a:lnTo>
                  <a:pt x="2170" y="2413"/>
                </a:lnTo>
                <a:lnTo>
                  <a:pt x="2211" y="2443"/>
                </a:lnTo>
                <a:lnTo>
                  <a:pt x="2255" y="2477"/>
                </a:lnTo>
                <a:lnTo>
                  <a:pt x="2297" y="2513"/>
                </a:lnTo>
                <a:lnTo>
                  <a:pt x="2332" y="2547"/>
                </a:lnTo>
                <a:lnTo>
                  <a:pt x="2360" y="2581"/>
                </a:lnTo>
                <a:lnTo>
                  <a:pt x="2384" y="2614"/>
                </a:lnTo>
                <a:lnTo>
                  <a:pt x="2401" y="2647"/>
                </a:lnTo>
                <a:lnTo>
                  <a:pt x="2414" y="2677"/>
                </a:lnTo>
                <a:lnTo>
                  <a:pt x="2422" y="2707"/>
                </a:lnTo>
                <a:lnTo>
                  <a:pt x="2425" y="2737"/>
                </a:lnTo>
                <a:lnTo>
                  <a:pt x="2424" y="2765"/>
                </a:lnTo>
                <a:lnTo>
                  <a:pt x="2419" y="2793"/>
                </a:lnTo>
                <a:lnTo>
                  <a:pt x="2412" y="2819"/>
                </a:lnTo>
                <a:lnTo>
                  <a:pt x="2400" y="2846"/>
                </a:lnTo>
                <a:lnTo>
                  <a:pt x="2387" y="2872"/>
                </a:lnTo>
                <a:lnTo>
                  <a:pt x="2371" y="2896"/>
                </a:lnTo>
                <a:lnTo>
                  <a:pt x="2352" y="2920"/>
                </a:lnTo>
                <a:lnTo>
                  <a:pt x="2333" y="2943"/>
                </a:lnTo>
                <a:lnTo>
                  <a:pt x="2312" y="2967"/>
                </a:lnTo>
                <a:lnTo>
                  <a:pt x="2291" y="2989"/>
                </a:lnTo>
                <a:lnTo>
                  <a:pt x="2269" y="3011"/>
                </a:lnTo>
                <a:lnTo>
                  <a:pt x="2247" y="3032"/>
                </a:lnTo>
                <a:lnTo>
                  <a:pt x="2224" y="3054"/>
                </a:lnTo>
                <a:lnTo>
                  <a:pt x="2203" y="3074"/>
                </a:lnTo>
                <a:lnTo>
                  <a:pt x="2183" y="3093"/>
                </a:lnTo>
                <a:lnTo>
                  <a:pt x="2160" y="3113"/>
                </a:lnTo>
                <a:lnTo>
                  <a:pt x="2131" y="3129"/>
                </a:lnTo>
                <a:lnTo>
                  <a:pt x="2100" y="3142"/>
                </a:lnTo>
                <a:lnTo>
                  <a:pt x="2064" y="3151"/>
                </a:lnTo>
                <a:lnTo>
                  <a:pt x="2024" y="3157"/>
                </a:lnTo>
                <a:lnTo>
                  <a:pt x="1980" y="3159"/>
                </a:lnTo>
                <a:lnTo>
                  <a:pt x="1933" y="3158"/>
                </a:lnTo>
                <a:lnTo>
                  <a:pt x="1883" y="3153"/>
                </a:lnTo>
                <a:lnTo>
                  <a:pt x="1830" y="3144"/>
                </a:lnTo>
                <a:lnTo>
                  <a:pt x="1773" y="3131"/>
                </a:lnTo>
                <a:lnTo>
                  <a:pt x="1714" y="3115"/>
                </a:lnTo>
                <a:lnTo>
                  <a:pt x="1652" y="3094"/>
                </a:lnTo>
                <a:lnTo>
                  <a:pt x="1588" y="3071"/>
                </a:lnTo>
                <a:lnTo>
                  <a:pt x="1522" y="3042"/>
                </a:lnTo>
                <a:lnTo>
                  <a:pt x="1453" y="3011"/>
                </a:lnTo>
                <a:lnTo>
                  <a:pt x="1384" y="2974"/>
                </a:lnTo>
                <a:lnTo>
                  <a:pt x="1312" y="2934"/>
                </a:lnTo>
                <a:lnTo>
                  <a:pt x="1240" y="2889"/>
                </a:lnTo>
                <a:lnTo>
                  <a:pt x="1165" y="2841"/>
                </a:lnTo>
                <a:lnTo>
                  <a:pt x="1089" y="2788"/>
                </a:lnTo>
                <a:lnTo>
                  <a:pt x="1014" y="2729"/>
                </a:lnTo>
                <a:lnTo>
                  <a:pt x="937" y="2668"/>
                </a:lnTo>
                <a:lnTo>
                  <a:pt x="859" y="2602"/>
                </a:lnTo>
                <a:lnTo>
                  <a:pt x="781" y="2531"/>
                </a:lnTo>
                <a:lnTo>
                  <a:pt x="704" y="2455"/>
                </a:lnTo>
                <a:lnTo>
                  <a:pt x="629" y="2378"/>
                </a:lnTo>
                <a:lnTo>
                  <a:pt x="557" y="2300"/>
                </a:lnTo>
                <a:lnTo>
                  <a:pt x="491" y="2222"/>
                </a:lnTo>
                <a:lnTo>
                  <a:pt x="430" y="2145"/>
                </a:lnTo>
                <a:lnTo>
                  <a:pt x="372" y="2070"/>
                </a:lnTo>
                <a:lnTo>
                  <a:pt x="319" y="1994"/>
                </a:lnTo>
                <a:lnTo>
                  <a:pt x="270" y="1921"/>
                </a:lnTo>
                <a:lnTo>
                  <a:pt x="225" y="1847"/>
                </a:lnTo>
                <a:lnTo>
                  <a:pt x="185" y="1775"/>
                </a:lnTo>
                <a:lnTo>
                  <a:pt x="148" y="1706"/>
                </a:lnTo>
                <a:lnTo>
                  <a:pt x="117" y="1637"/>
                </a:lnTo>
                <a:lnTo>
                  <a:pt x="89" y="1571"/>
                </a:lnTo>
                <a:lnTo>
                  <a:pt x="64" y="1507"/>
                </a:lnTo>
                <a:lnTo>
                  <a:pt x="44" y="1446"/>
                </a:lnTo>
                <a:lnTo>
                  <a:pt x="28" y="1387"/>
                </a:lnTo>
                <a:lnTo>
                  <a:pt x="15" y="1330"/>
                </a:lnTo>
                <a:lnTo>
                  <a:pt x="6" y="1276"/>
                </a:lnTo>
                <a:lnTo>
                  <a:pt x="1" y="1226"/>
                </a:lnTo>
                <a:lnTo>
                  <a:pt x="0" y="1179"/>
                </a:lnTo>
                <a:lnTo>
                  <a:pt x="2" y="1135"/>
                </a:lnTo>
                <a:lnTo>
                  <a:pt x="8" y="1095"/>
                </a:lnTo>
                <a:lnTo>
                  <a:pt x="17" y="1059"/>
                </a:lnTo>
                <a:lnTo>
                  <a:pt x="30" y="1028"/>
                </a:lnTo>
                <a:lnTo>
                  <a:pt x="46" y="1000"/>
                </a:lnTo>
                <a:lnTo>
                  <a:pt x="65" y="977"/>
                </a:lnTo>
                <a:lnTo>
                  <a:pt x="86" y="956"/>
                </a:lnTo>
                <a:lnTo>
                  <a:pt x="106" y="935"/>
                </a:lnTo>
                <a:lnTo>
                  <a:pt x="127" y="912"/>
                </a:lnTo>
                <a:lnTo>
                  <a:pt x="148" y="891"/>
                </a:lnTo>
                <a:lnTo>
                  <a:pt x="171" y="868"/>
                </a:lnTo>
                <a:lnTo>
                  <a:pt x="192" y="847"/>
                </a:lnTo>
                <a:lnTo>
                  <a:pt x="216" y="826"/>
                </a:lnTo>
                <a:lnTo>
                  <a:pt x="239" y="807"/>
                </a:lnTo>
                <a:lnTo>
                  <a:pt x="263" y="789"/>
                </a:lnTo>
                <a:lnTo>
                  <a:pt x="288" y="773"/>
                </a:lnTo>
                <a:lnTo>
                  <a:pt x="314" y="759"/>
                </a:lnTo>
                <a:lnTo>
                  <a:pt x="340" y="749"/>
                </a:lnTo>
                <a:lnTo>
                  <a:pt x="367" y="740"/>
                </a:lnTo>
                <a:lnTo>
                  <a:pt x="395" y="735"/>
                </a:lnTo>
                <a:lnTo>
                  <a:pt x="422" y="734"/>
                </a:lnTo>
                <a:close/>
                <a:moveTo>
                  <a:pt x="1872" y="0"/>
                </a:moveTo>
                <a:lnTo>
                  <a:pt x="1970" y="4"/>
                </a:lnTo>
                <a:lnTo>
                  <a:pt x="2067" y="13"/>
                </a:lnTo>
                <a:lnTo>
                  <a:pt x="2162" y="29"/>
                </a:lnTo>
                <a:lnTo>
                  <a:pt x="2255" y="50"/>
                </a:lnTo>
                <a:lnTo>
                  <a:pt x="2346" y="77"/>
                </a:lnTo>
                <a:lnTo>
                  <a:pt x="2434" y="110"/>
                </a:lnTo>
                <a:lnTo>
                  <a:pt x="2520" y="147"/>
                </a:lnTo>
                <a:lnTo>
                  <a:pt x="2603" y="190"/>
                </a:lnTo>
                <a:lnTo>
                  <a:pt x="2683" y="238"/>
                </a:lnTo>
                <a:lnTo>
                  <a:pt x="2758" y="291"/>
                </a:lnTo>
                <a:lnTo>
                  <a:pt x="2832" y="348"/>
                </a:lnTo>
                <a:lnTo>
                  <a:pt x="2900" y="409"/>
                </a:lnTo>
                <a:lnTo>
                  <a:pt x="2966" y="475"/>
                </a:lnTo>
                <a:lnTo>
                  <a:pt x="3027" y="544"/>
                </a:lnTo>
                <a:lnTo>
                  <a:pt x="3085" y="617"/>
                </a:lnTo>
                <a:lnTo>
                  <a:pt x="3137" y="693"/>
                </a:lnTo>
                <a:lnTo>
                  <a:pt x="3185" y="773"/>
                </a:lnTo>
                <a:lnTo>
                  <a:pt x="3228" y="855"/>
                </a:lnTo>
                <a:lnTo>
                  <a:pt x="3266" y="941"/>
                </a:lnTo>
                <a:lnTo>
                  <a:pt x="3298" y="1030"/>
                </a:lnTo>
                <a:lnTo>
                  <a:pt x="3325" y="1120"/>
                </a:lnTo>
                <a:lnTo>
                  <a:pt x="3346" y="1213"/>
                </a:lnTo>
                <a:lnTo>
                  <a:pt x="3363" y="1308"/>
                </a:lnTo>
                <a:lnTo>
                  <a:pt x="3372" y="1405"/>
                </a:lnTo>
                <a:lnTo>
                  <a:pt x="3375" y="1504"/>
                </a:lnTo>
                <a:lnTo>
                  <a:pt x="3372" y="1598"/>
                </a:lnTo>
                <a:lnTo>
                  <a:pt x="3364" y="1692"/>
                </a:lnTo>
                <a:lnTo>
                  <a:pt x="3349" y="1783"/>
                </a:lnTo>
                <a:lnTo>
                  <a:pt x="3329" y="1873"/>
                </a:lnTo>
                <a:lnTo>
                  <a:pt x="3304" y="1960"/>
                </a:lnTo>
                <a:lnTo>
                  <a:pt x="3274" y="2046"/>
                </a:lnTo>
                <a:lnTo>
                  <a:pt x="3239" y="2129"/>
                </a:lnTo>
                <a:lnTo>
                  <a:pt x="3199" y="2209"/>
                </a:lnTo>
                <a:lnTo>
                  <a:pt x="3155" y="2287"/>
                </a:lnTo>
                <a:lnTo>
                  <a:pt x="3106" y="2361"/>
                </a:lnTo>
                <a:lnTo>
                  <a:pt x="3054" y="2433"/>
                </a:lnTo>
                <a:lnTo>
                  <a:pt x="2997" y="2500"/>
                </a:lnTo>
                <a:lnTo>
                  <a:pt x="2936" y="2565"/>
                </a:lnTo>
                <a:lnTo>
                  <a:pt x="2872" y="2626"/>
                </a:lnTo>
                <a:lnTo>
                  <a:pt x="2803" y="2683"/>
                </a:lnTo>
                <a:lnTo>
                  <a:pt x="2733" y="2737"/>
                </a:lnTo>
                <a:lnTo>
                  <a:pt x="2658" y="2785"/>
                </a:lnTo>
                <a:lnTo>
                  <a:pt x="2580" y="2830"/>
                </a:lnTo>
                <a:lnTo>
                  <a:pt x="2586" y="2797"/>
                </a:lnTo>
                <a:lnTo>
                  <a:pt x="2590" y="2763"/>
                </a:lnTo>
                <a:lnTo>
                  <a:pt x="2591" y="2728"/>
                </a:lnTo>
                <a:lnTo>
                  <a:pt x="2585" y="2680"/>
                </a:lnTo>
                <a:lnTo>
                  <a:pt x="2574" y="2633"/>
                </a:lnTo>
                <a:lnTo>
                  <a:pt x="2557" y="2587"/>
                </a:lnTo>
                <a:lnTo>
                  <a:pt x="2623" y="2541"/>
                </a:lnTo>
                <a:lnTo>
                  <a:pt x="2687" y="2492"/>
                </a:lnTo>
                <a:lnTo>
                  <a:pt x="2747" y="2440"/>
                </a:lnTo>
                <a:lnTo>
                  <a:pt x="2803" y="2383"/>
                </a:lnTo>
                <a:lnTo>
                  <a:pt x="2856" y="2323"/>
                </a:lnTo>
                <a:lnTo>
                  <a:pt x="2907" y="2260"/>
                </a:lnTo>
                <a:lnTo>
                  <a:pt x="2952" y="2194"/>
                </a:lnTo>
                <a:lnTo>
                  <a:pt x="2994" y="2124"/>
                </a:lnTo>
                <a:lnTo>
                  <a:pt x="3030" y="2052"/>
                </a:lnTo>
                <a:lnTo>
                  <a:pt x="3063" y="1978"/>
                </a:lnTo>
                <a:lnTo>
                  <a:pt x="3091" y="1901"/>
                </a:lnTo>
                <a:lnTo>
                  <a:pt x="3114" y="1822"/>
                </a:lnTo>
                <a:lnTo>
                  <a:pt x="3132" y="1742"/>
                </a:lnTo>
                <a:lnTo>
                  <a:pt x="3145" y="1659"/>
                </a:lnTo>
                <a:lnTo>
                  <a:pt x="2883" y="1504"/>
                </a:lnTo>
                <a:lnTo>
                  <a:pt x="3145" y="1350"/>
                </a:lnTo>
                <a:lnTo>
                  <a:pt x="3132" y="1263"/>
                </a:lnTo>
                <a:lnTo>
                  <a:pt x="3112" y="1178"/>
                </a:lnTo>
                <a:lnTo>
                  <a:pt x="3088" y="1096"/>
                </a:lnTo>
                <a:lnTo>
                  <a:pt x="3057" y="1016"/>
                </a:lnTo>
                <a:lnTo>
                  <a:pt x="3022" y="939"/>
                </a:lnTo>
                <a:lnTo>
                  <a:pt x="2982" y="864"/>
                </a:lnTo>
                <a:lnTo>
                  <a:pt x="2937" y="793"/>
                </a:lnTo>
                <a:lnTo>
                  <a:pt x="2888" y="724"/>
                </a:lnTo>
                <a:lnTo>
                  <a:pt x="2835" y="659"/>
                </a:lnTo>
                <a:lnTo>
                  <a:pt x="2778" y="597"/>
                </a:lnTo>
                <a:lnTo>
                  <a:pt x="2716" y="540"/>
                </a:lnTo>
                <a:lnTo>
                  <a:pt x="2652" y="487"/>
                </a:lnTo>
                <a:lnTo>
                  <a:pt x="2583" y="438"/>
                </a:lnTo>
                <a:lnTo>
                  <a:pt x="2512" y="393"/>
                </a:lnTo>
                <a:lnTo>
                  <a:pt x="2437" y="353"/>
                </a:lnTo>
                <a:lnTo>
                  <a:pt x="2359" y="318"/>
                </a:lnTo>
                <a:lnTo>
                  <a:pt x="2280" y="288"/>
                </a:lnTo>
                <a:lnTo>
                  <a:pt x="2197" y="264"/>
                </a:lnTo>
                <a:lnTo>
                  <a:pt x="2112" y="244"/>
                </a:lnTo>
                <a:lnTo>
                  <a:pt x="2025" y="231"/>
                </a:lnTo>
                <a:lnTo>
                  <a:pt x="1872" y="492"/>
                </a:lnTo>
                <a:lnTo>
                  <a:pt x="1717" y="231"/>
                </a:lnTo>
                <a:lnTo>
                  <a:pt x="1630" y="244"/>
                </a:lnTo>
                <a:lnTo>
                  <a:pt x="1545" y="264"/>
                </a:lnTo>
                <a:lnTo>
                  <a:pt x="1463" y="288"/>
                </a:lnTo>
                <a:lnTo>
                  <a:pt x="1383" y="318"/>
                </a:lnTo>
                <a:lnTo>
                  <a:pt x="1305" y="354"/>
                </a:lnTo>
                <a:lnTo>
                  <a:pt x="1230" y="394"/>
                </a:lnTo>
                <a:lnTo>
                  <a:pt x="1159" y="439"/>
                </a:lnTo>
                <a:lnTo>
                  <a:pt x="1091" y="488"/>
                </a:lnTo>
                <a:lnTo>
                  <a:pt x="1026" y="541"/>
                </a:lnTo>
                <a:lnTo>
                  <a:pt x="964" y="598"/>
                </a:lnTo>
                <a:lnTo>
                  <a:pt x="907" y="660"/>
                </a:lnTo>
                <a:lnTo>
                  <a:pt x="854" y="725"/>
                </a:lnTo>
                <a:lnTo>
                  <a:pt x="805" y="794"/>
                </a:lnTo>
                <a:lnTo>
                  <a:pt x="765" y="748"/>
                </a:lnTo>
                <a:lnTo>
                  <a:pt x="724" y="707"/>
                </a:lnTo>
                <a:lnTo>
                  <a:pt x="682" y="672"/>
                </a:lnTo>
                <a:lnTo>
                  <a:pt x="640" y="641"/>
                </a:lnTo>
                <a:lnTo>
                  <a:pt x="693" y="571"/>
                </a:lnTo>
                <a:lnTo>
                  <a:pt x="751" y="503"/>
                </a:lnTo>
                <a:lnTo>
                  <a:pt x="812" y="439"/>
                </a:lnTo>
                <a:lnTo>
                  <a:pt x="876" y="378"/>
                </a:lnTo>
                <a:lnTo>
                  <a:pt x="944" y="321"/>
                </a:lnTo>
                <a:lnTo>
                  <a:pt x="1016" y="268"/>
                </a:lnTo>
                <a:lnTo>
                  <a:pt x="1090" y="220"/>
                </a:lnTo>
                <a:lnTo>
                  <a:pt x="1167" y="176"/>
                </a:lnTo>
                <a:lnTo>
                  <a:pt x="1248" y="136"/>
                </a:lnTo>
                <a:lnTo>
                  <a:pt x="1331" y="101"/>
                </a:lnTo>
                <a:lnTo>
                  <a:pt x="1415" y="71"/>
                </a:lnTo>
                <a:lnTo>
                  <a:pt x="1502" y="46"/>
                </a:lnTo>
                <a:lnTo>
                  <a:pt x="1592" y="27"/>
                </a:lnTo>
                <a:lnTo>
                  <a:pt x="1683" y="12"/>
                </a:lnTo>
                <a:lnTo>
                  <a:pt x="1776" y="3"/>
                </a:lnTo>
                <a:lnTo>
                  <a:pt x="18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5F19A-E0CF-7868-E2A6-656A9F272C60}"/>
              </a:ext>
            </a:extLst>
          </p:cNvPr>
          <p:cNvSpPr txBox="1"/>
          <p:nvPr/>
        </p:nvSpPr>
        <p:spPr>
          <a:xfrm>
            <a:off x="279069" y="219694"/>
            <a:ext cx="5308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额外实现：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Graceful Exit</a:t>
            </a:r>
            <a:endParaRPr lang="zh-CN" altLang="en-US" sz="2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4E7E58-E388-C30F-A950-097471EA2777}"/>
              </a:ext>
            </a:extLst>
          </p:cNvPr>
          <p:cNvSpPr txBox="1"/>
          <p:nvPr/>
        </p:nvSpPr>
        <p:spPr>
          <a:xfrm>
            <a:off x="1794817" y="5609178"/>
            <a:ext cx="8370620" cy="56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Run</a:t>
            </a:r>
            <a:r>
              <a:rPr kumimoji="1" lang="zh-CN" altLang="en-US" dirty="0"/>
              <a:t>结束后 我们从</a:t>
            </a:r>
            <a:r>
              <a:rPr kumimoji="1" lang="en-US" altLang="zh-CN" dirty="0"/>
              <a:t>arc</a:t>
            </a:r>
            <a:r>
              <a:rPr kumimoji="1" lang="zh-CN" altLang="en-US" dirty="0"/>
              <a:t>拿到</a:t>
            </a:r>
            <a:r>
              <a:rPr kumimoji="1" lang="en-US" altLang="zh-CN" dirty="0" err="1"/>
              <a:t>buf</a:t>
            </a:r>
            <a:r>
              <a:rPr kumimoji="1" lang="zh-CN" altLang="en-US" dirty="0"/>
              <a:t>和句柄列表，把</a:t>
            </a:r>
            <a:r>
              <a:rPr kumimoji="1" lang="en-US" altLang="zh-CN" dirty="0" err="1"/>
              <a:t>buf</a:t>
            </a:r>
            <a:r>
              <a:rPr kumimoji="1" lang="zh-CN" altLang="en-US" dirty="0"/>
              <a:t>写出并且等待所有句柄结束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F1591C-C354-7756-D271-C8E89BC3B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27" y="1007931"/>
            <a:ext cx="7772400" cy="44297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7817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13">
            <a:extLst>
              <a:ext uri="{FF2B5EF4-FFF2-40B4-BE49-F238E27FC236}">
                <a16:creationId xmlns:a16="http://schemas.microsoft.com/office/drawing/2014/main" id="{557A0266-60B5-4C29-A6BE-C44A3A5212AA}"/>
              </a:ext>
            </a:extLst>
          </p:cNvPr>
          <p:cNvSpPr>
            <a:spLocks noEditPoints="1"/>
          </p:cNvSpPr>
          <p:nvPr/>
        </p:nvSpPr>
        <p:spPr bwMode="auto">
          <a:xfrm>
            <a:off x="2325673" y="2096855"/>
            <a:ext cx="282041" cy="263991"/>
          </a:xfrm>
          <a:custGeom>
            <a:avLst/>
            <a:gdLst>
              <a:gd name="T0" fmla="*/ 2221 w 3375"/>
              <a:gd name="T1" fmla="*/ 1236 h 3159"/>
              <a:gd name="T2" fmla="*/ 2242 w 3375"/>
              <a:gd name="T3" fmla="*/ 1252 h 3159"/>
              <a:gd name="T4" fmla="*/ 2246 w 3375"/>
              <a:gd name="T5" fmla="*/ 1178 h 3159"/>
              <a:gd name="T6" fmla="*/ 2443 w 3375"/>
              <a:gd name="T7" fmla="*/ 1830 h 3159"/>
              <a:gd name="T8" fmla="*/ 1518 w 3375"/>
              <a:gd name="T9" fmla="*/ 982 h 3159"/>
              <a:gd name="T10" fmla="*/ 1704 w 3375"/>
              <a:gd name="T11" fmla="*/ 1062 h 3159"/>
              <a:gd name="T12" fmla="*/ 1771 w 3375"/>
              <a:gd name="T13" fmla="*/ 1272 h 3159"/>
              <a:gd name="T14" fmla="*/ 1664 w 3375"/>
              <a:gd name="T15" fmla="*/ 1457 h 3159"/>
              <a:gd name="T16" fmla="*/ 1501 w 3375"/>
              <a:gd name="T17" fmla="*/ 1570 h 3159"/>
              <a:gd name="T18" fmla="*/ 1787 w 3375"/>
              <a:gd name="T19" fmla="*/ 1655 h 3159"/>
              <a:gd name="T20" fmla="*/ 1208 w 3375"/>
              <a:gd name="T21" fmla="*/ 1662 h 3159"/>
              <a:gd name="T22" fmla="*/ 1331 w 3375"/>
              <a:gd name="T23" fmla="*/ 1466 h 3159"/>
              <a:gd name="T24" fmla="*/ 1494 w 3375"/>
              <a:gd name="T25" fmla="*/ 1347 h 3159"/>
              <a:gd name="T26" fmla="*/ 1558 w 3375"/>
              <a:gd name="T27" fmla="*/ 1236 h 3159"/>
              <a:gd name="T28" fmla="*/ 1470 w 3375"/>
              <a:gd name="T29" fmla="*/ 1173 h 3159"/>
              <a:gd name="T30" fmla="*/ 1358 w 3375"/>
              <a:gd name="T31" fmla="*/ 1243 h 3159"/>
              <a:gd name="T32" fmla="*/ 1203 w 3375"/>
              <a:gd name="T33" fmla="*/ 1144 h 3159"/>
              <a:gd name="T34" fmla="*/ 1300 w 3375"/>
              <a:gd name="T35" fmla="*/ 1038 h 3159"/>
              <a:gd name="T36" fmla="*/ 422 w 3375"/>
              <a:gd name="T37" fmla="*/ 734 h 3159"/>
              <a:gd name="T38" fmla="*/ 646 w 3375"/>
              <a:gd name="T39" fmla="*/ 863 h 3159"/>
              <a:gd name="T40" fmla="*/ 822 w 3375"/>
              <a:gd name="T41" fmla="*/ 1130 h 3159"/>
              <a:gd name="T42" fmla="*/ 827 w 3375"/>
              <a:gd name="T43" fmla="*/ 1309 h 3159"/>
              <a:gd name="T44" fmla="*/ 726 w 3375"/>
              <a:gd name="T45" fmla="*/ 1446 h 3159"/>
              <a:gd name="T46" fmla="*/ 639 w 3375"/>
              <a:gd name="T47" fmla="*/ 1590 h 3159"/>
              <a:gd name="T48" fmla="*/ 738 w 3375"/>
              <a:gd name="T49" fmla="*/ 1805 h 3159"/>
              <a:gd name="T50" fmla="*/ 955 w 3375"/>
              <a:gd name="T51" fmla="*/ 2061 h 3159"/>
              <a:gd name="T52" fmla="*/ 1210 w 3375"/>
              <a:gd name="T53" fmla="*/ 2306 h 3159"/>
              <a:gd name="T54" fmla="*/ 1454 w 3375"/>
              <a:gd name="T55" fmla="*/ 2483 h 3159"/>
              <a:gd name="T56" fmla="*/ 1636 w 3375"/>
              <a:gd name="T57" fmla="*/ 2506 h 3159"/>
              <a:gd name="T58" fmla="*/ 1770 w 3375"/>
              <a:gd name="T59" fmla="*/ 2381 h 3159"/>
              <a:gd name="T60" fmla="*/ 1919 w 3375"/>
              <a:gd name="T61" fmla="*/ 2316 h 3159"/>
              <a:gd name="T62" fmla="*/ 2131 w 3375"/>
              <a:gd name="T63" fmla="*/ 2388 h 3159"/>
              <a:gd name="T64" fmla="*/ 2384 w 3375"/>
              <a:gd name="T65" fmla="*/ 2614 h 3159"/>
              <a:gd name="T66" fmla="*/ 2412 w 3375"/>
              <a:gd name="T67" fmla="*/ 2819 h 3159"/>
              <a:gd name="T68" fmla="*/ 2291 w 3375"/>
              <a:gd name="T69" fmla="*/ 2989 h 3159"/>
              <a:gd name="T70" fmla="*/ 2131 w 3375"/>
              <a:gd name="T71" fmla="*/ 3129 h 3159"/>
              <a:gd name="T72" fmla="*/ 1830 w 3375"/>
              <a:gd name="T73" fmla="*/ 3144 h 3159"/>
              <a:gd name="T74" fmla="*/ 1384 w 3375"/>
              <a:gd name="T75" fmla="*/ 2974 h 3159"/>
              <a:gd name="T76" fmla="*/ 859 w 3375"/>
              <a:gd name="T77" fmla="*/ 2602 h 3159"/>
              <a:gd name="T78" fmla="*/ 372 w 3375"/>
              <a:gd name="T79" fmla="*/ 2070 h 3159"/>
              <a:gd name="T80" fmla="*/ 89 w 3375"/>
              <a:gd name="T81" fmla="*/ 1571 h 3159"/>
              <a:gd name="T82" fmla="*/ 0 w 3375"/>
              <a:gd name="T83" fmla="*/ 1179 h 3159"/>
              <a:gd name="T84" fmla="*/ 86 w 3375"/>
              <a:gd name="T85" fmla="*/ 956 h 3159"/>
              <a:gd name="T86" fmla="*/ 239 w 3375"/>
              <a:gd name="T87" fmla="*/ 807 h 3159"/>
              <a:gd name="T88" fmla="*/ 422 w 3375"/>
              <a:gd name="T89" fmla="*/ 734 h 3159"/>
              <a:gd name="T90" fmla="*/ 2434 w 3375"/>
              <a:gd name="T91" fmla="*/ 110 h 3159"/>
              <a:gd name="T92" fmla="*/ 2966 w 3375"/>
              <a:gd name="T93" fmla="*/ 475 h 3159"/>
              <a:gd name="T94" fmla="*/ 3298 w 3375"/>
              <a:gd name="T95" fmla="*/ 1030 h 3159"/>
              <a:gd name="T96" fmla="*/ 3364 w 3375"/>
              <a:gd name="T97" fmla="*/ 1692 h 3159"/>
              <a:gd name="T98" fmla="*/ 3155 w 3375"/>
              <a:gd name="T99" fmla="*/ 2287 h 3159"/>
              <a:gd name="T100" fmla="*/ 2733 w 3375"/>
              <a:gd name="T101" fmla="*/ 2737 h 3159"/>
              <a:gd name="T102" fmla="*/ 2574 w 3375"/>
              <a:gd name="T103" fmla="*/ 2633 h 3159"/>
              <a:gd name="T104" fmla="*/ 2907 w 3375"/>
              <a:gd name="T105" fmla="*/ 2260 h 3159"/>
              <a:gd name="T106" fmla="*/ 3132 w 3375"/>
              <a:gd name="T107" fmla="*/ 1742 h 3159"/>
              <a:gd name="T108" fmla="*/ 3057 w 3375"/>
              <a:gd name="T109" fmla="*/ 1016 h 3159"/>
              <a:gd name="T110" fmla="*/ 2716 w 3375"/>
              <a:gd name="T111" fmla="*/ 540 h 3159"/>
              <a:gd name="T112" fmla="*/ 2197 w 3375"/>
              <a:gd name="T113" fmla="*/ 264 h 3159"/>
              <a:gd name="T114" fmla="*/ 1463 w 3375"/>
              <a:gd name="T115" fmla="*/ 288 h 3159"/>
              <a:gd name="T116" fmla="*/ 964 w 3375"/>
              <a:gd name="T117" fmla="*/ 598 h 3159"/>
              <a:gd name="T118" fmla="*/ 640 w 3375"/>
              <a:gd name="T119" fmla="*/ 641 h 3159"/>
              <a:gd name="T120" fmla="*/ 1090 w 3375"/>
              <a:gd name="T121" fmla="*/ 220 h 3159"/>
              <a:gd name="T122" fmla="*/ 1683 w 3375"/>
              <a:gd name="T123" fmla="*/ 12 h 3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75" h="3159">
                <a:moveTo>
                  <a:pt x="2246" y="1178"/>
                </a:moveTo>
                <a:lnTo>
                  <a:pt x="2246" y="1180"/>
                </a:lnTo>
                <a:lnTo>
                  <a:pt x="2243" y="1186"/>
                </a:lnTo>
                <a:lnTo>
                  <a:pt x="2240" y="1197"/>
                </a:lnTo>
                <a:lnTo>
                  <a:pt x="2235" y="1208"/>
                </a:lnTo>
                <a:lnTo>
                  <a:pt x="2229" y="1222"/>
                </a:lnTo>
                <a:lnTo>
                  <a:pt x="2221" y="1236"/>
                </a:lnTo>
                <a:lnTo>
                  <a:pt x="2214" y="1251"/>
                </a:lnTo>
                <a:lnTo>
                  <a:pt x="2206" y="1264"/>
                </a:lnTo>
                <a:lnTo>
                  <a:pt x="2079" y="1456"/>
                </a:lnTo>
                <a:lnTo>
                  <a:pt x="2079" y="1458"/>
                </a:lnTo>
                <a:lnTo>
                  <a:pt x="2242" y="1458"/>
                </a:lnTo>
                <a:lnTo>
                  <a:pt x="2242" y="1271"/>
                </a:lnTo>
                <a:lnTo>
                  <a:pt x="2242" y="1252"/>
                </a:lnTo>
                <a:lnTo>
                  <a:pt x="2243" y="1233"/>
                </a:lnTo>
                <a:lnTo>
                  <a:pt x="2245" y="1216"/>
                </a:lnTo>
                <a:lnTo>
                  <a:pt x="2246" y="1201"/>
                </a:lnTo>
                <a:lnTo>
                  <a:pt x="2247" y="1188"/>
                </a:lnTo>
                <a:lnTo>
                  <a:pt x="2248" y="1181"/>
                </a:lnTo>
                <a:lnTo>
                  <a:pt x="2249" y="1178"/>
                </a:lnTo>
                <a:lnTo>
                  <a:pt x="2246" y="1178"/>
                </a:lnTo>
                <a:close/>
                <a:moveTo>
                  <a:pt x="2194" y="995"/>
                </a:moveTo>
                <a:lnTo>
                  <a:pt x="2443" y="995"/>
                </a:lnTo>
                <a:lnTo>
                  <a:pt x="2443" y="1458"/>
                </a:lnTo>
                <a:lnTo>
                  <a:pt x="2543" y="1458"/>
                </a:lnTo>
                <a:lnTo>
                  <a:pt x="2543" y="1627"/>
                </a:lnTo>
                <a:lnTo>
                  <a:pt x="2443" y="1627"/>
                </a:lnTo>
                <a:lnTo>
                  <a:pt x="2443" y="1830"/>
                </a:lnTo>
                <a:lnTo>
                  <a:pt x="2242" y="1830"/>
                </a:lnTo>
                <a:lnTo>
                  <a:pt x="2242" y="1627"/>
                </a:lnTo>
                <a:lnTo>
                  <a:pt x="1872" y="1627"/>
                </a:lnTo>
                <a:lnTo>
                  <a:pt x="1872" y="1503"/>
                </a:lnTo>
                <a:lnTo>
                  <a:pt x="2194" y="995"/>
                </a:lnTo>
                <a:close/>
                <a:moveTo>
                  <a:pt x="1489" y="981"/>
                </a:moveTo>
                <a:lnTo>
                  <a:pt x="1518" y="982"/>
                </a:lnTo>
                <a:lnTo>
                  <a:pt x="1547" y="986"/>
                </a:lnTo>
                <a:lnTo>
                  <a:pt x="1576" y="992"/>
                </a:lnTo>
                <a:lnTo>
                  <a:pt x="1605" y="1000"/>
                </a:lnTo>
                <a:lnTo>
                  <a:pt x="1632" y="1011"/>
                </a:lnTo>
                <a:lnTo>
                  <a:pt x="1658" y="1026"/>
                </a:lnTo>
                <a:lnTo>
                  <a:pt x="1682" y="1042"/>
                </a:lnTo>
                <a:lnTo>
                  <a:pt x="1704" y="1062"/>
                </a:lnTo>
                <a:lnTo>
                  <a:pt x="1724" y="1083"/>
                </a:lnTo>
                <a:lnTo>
                  <a:pt x="1741" y="1109"/>
                </a:lnTo>
                <a:lnTo>
                  <a:pt x="1755" y="1136"/>
                </a:lnTo>
                <a:lnTo>
                  <a:pt x="1765" y="1167"/>
                </a:lnTo>
                <a:lnTo>
                  <a:pt x="1771" y="1200"/>
                </a:lnTo>
                <a:lnTo>
                  <a:pt x="1773" y="1236"/>
                </a:lnTo>
                <a:lnTo>
                  <a:pt x="1771" y="1272"/>
                </a:lnTo>
                <a:lnTo>
                  <a:pt x="1765" y="1305"/>
                </a:lnTo>
                <a:lnTo>
                  <a:pt x="1755" y="1336"/>
                </a:lnTo>
                <a:lnTo>
                  <a:pt x="1742" y="1364"/>
                </a:lnTo>
                <a:lnTo>
                  <a:pt x="1725" y="1390"/>
                </a:lnTo>
                <a:lnTo>
                  <a:pt x="1707" y="1414"/>
                </a:lnTo>
                <a:lnTo>
                  <a:pt x="1686" y="1437"/>
                </a:lnTo>
                <a:lnTo>
                  <a:pt x="1664" y="1457"/>
                </a:lnTo>
                <a:lnTo>
                  <a:pt x="1640" y="1477"/>
                </a:lnTo>
                <a:lnTo>
                  <a:pt x="1617" y="1494"/>
                </a:lnTo>
                <a:lnTo>
                  <a:pt x="1592" y="1510"/>
                </a:lnTo>
                <a:lnTo>
                  <a:pt x="1569" y="1527"/>
                </a:lnTo>
                <a:lnTo>
                  <a:pt x="1545" y="1542"/>
                </a:lnTo>
                <a:lnTo>
                  <a:pt x="1523" y="1556"/>
                </a:lnTo>
                <a:lnTo>
                  <a:pt x="1501" y="1570"/>
                </a:lnTo>
                <a:lnTo>
                  <a:pt x="1483" y="1584"/>
                </a:lnTo>
                <a:lnTo>
                  <a:pt x="1466" y="1597"/>
                </a:lnTo>
                <a:lnTo>
                  <a:pt x="1452" y="1611"/>
                </a:lnTo>
                <a:lnTo>
                  <a:pt x="1441" y="1625"/>
                </a:lnTo>
                <a:lnTo>
                  <a:pt x="1435" y="1639"/>
                </a:lnTo>
                <a:lnTo>
                  <a:pt x="1432" y="1655"/>
                </a:lnTo>
                <a:lnTo>
                  <a:pt x="1787" y="1655"/>
                </a:lnTo>
                <a:lnTo>
                  <a:pt x="1787" y="1830"/>
                </a:lnTo>
                <a:lnTo>
                  <a:pt x="1209" y="1830"/>
                </a:lnTo>
                <a:lnTo>
                  <a:pt x="1204" y="1798"/>
                </a:lnTo>
                <a:lnTo>
                  <a:pt x="1201" y="1768"/>
                </a:lnTo>
                <a:lnTo>
                  <a:pt x="1199" y="1740"/>
                </a:lnTo>
                <a:lnTo>
                  <a:pt x="1202" y="1699"/>
                </a:lnTo>
                <a:lnTo>
                  <a:pt x="1208" y="1662"/>
                </a:lnTo>
                <a:lnTo>
                  <a:pt x="1217" y="1627"/>
                </a:lnTo>
                <a:lnTo>
                  <a:pt x="1230" y="1594"/>
                </a:lnTo>
                <a:lnTo>
                  <a:pt x="1247" y="1565"/>
                </a:lnTo>
                <a:lnTo>
                  <a:pt x="1265" y="1537"/>
                </a:lnTo>
                <a:lnTo>
                  <a:pt x="1286" y="1513"/>
                </a:lnTo>
                <a:lnTo>
                  <a:pt x="1307" y="1489"/>
                </a:lnTo>
                <a:lnTo>
                  <a:pt x="1331" y="1466"/>
                </a:lnTo>
                <a:lnTo>
                  <a:pt x="1355" y="1446"/>
                </a:lnTo>
                <a:lnTo>
                  <a:pt x="1380" y="1428"/>
                </a:lnTo>
                <a:lnTo>
                  <a:pt x="1404" y="1409"/>
                </a:lnTo>
                <a:lnTo>
                  <a:pt x="1428" y="1393"/>
                </a:lnTo>
                <a:lnTo>
                  <a:pt x="1451" y="1377"/>
                </a:lnTo>
                <a:lnTo>
                  <a:pt x="1474" y="1361"/>
                </a:lnTo>
                <a:lnTo>
                  <a:pt x="1494" y="1347"/>
                </a:lnTo>
                <a:lnTo>
                  <a:pt x="1513" y="1332"/>
                </a:lnTo>
                <a:lnTo>
                  <a:pt x="1528" y="1317"/>
                </a:lnTo>
                <a:lnTo>
                  <a:pt x="1541" y="1303"/>
                </a:lnTo>
                <a:lnTo>
                  <a:pt x="1551" y="1288"/>
                </a:lnTo>
                <a:lnTo>
                  <a:pt x="1558" y="1272"/>
                </a:lnTo>
                <a:lnTo>
                  <a:pt x="1560" y="1256"/>
                </a:lnTo>
                <a:lnTo>
                  <a:pt x="1558" y="1236"/>
                </a:lnTo>
                <a:lnTo>
                  <a:pt x="1551" y="1219"/>
                </a:lnTo>
                <a:lnTo>
                  <a:pt x="1542" y="1205"/>
                </a:lnTo>
                <a:lnTo>
                  <a:pt x="1531" y="1192"/>
                </a:lnTo>
                <a:lnTo>
                  <a:pt x="1518" y="1184"/>
                </a:lnTo>
                <a:lnTo>
                  <a:pt x="1502" y="1178"/>
                </a:lnTo>
                <a:lnTo>
                  <a:pt x="1486" y="1175"/>
                </a:lnTo>
                <a:lnTo>
                  <a:pt x="1470" y="1173"/>
                </a:lnTo>
                <a:lnTo>
                  <a:pt x="1447" y="1176"/>
                </a:lnTo>
                <a:lnTo>
                  <a:pt x="1427" y="1182"/>
                </a:lnTo>
                <a:lnTo>
                  <a:pt x="1408" y="1192"/>
                </a:lnTo>
                <a:lnTo>
                  <a:pt x="1392" y="1205"/>
                </a:lnTo>
                <a:lnTo>
                  <a:pt x="1379" y="1218"/>
                </a:lnTo>
                <a:lnTo>
                  <a:pt x="1366" y="1231"/>
                </a:lnTo>
                <a:lnTo>
                  <a:pt x="1358" y="1243"/>
                </a:lnTo>
                <a:lnTo>
                  <a:pt x="1351" y="1253"/>
                </a:lnTo>
                <a:lnTo>
                  <a:pt x="1348" y="1260"/>
                </a:lnTo>
                <a:lnTo>
                  <a:pt x="1346" y="1262"/>
                </a:lnTo>
                <a:lnTo>
                  <a:pt x="1195" y="1161"/>
                </a:lnTo>
                <a:lnTo>
                  <a:pt x="1196" y="1159"/>
                </a:lnTo>
                <a:lnTo>
                  <a:pt x="1199" y="1153"/>
                </a:lnTo>
                <a:lnTo>
                  <a:pt x="1203" y="1144"/>
                </a:lnTo>
                <a:lnTo>
                  <a:pt x="1210" y="1132"/>
                </a:lnTo>
                <a:lnTo>
                  <a:pt x="1219" y="1119"/>
                </a:lnTo>
                <a:lnTo>
                  <a:pt x="1230" y="1103"/>
                </a:lnTo>
                <a:lnTo>
                  <a:pt x="1244" y="1087"/>
                </a:lnTo>
                <a:lnTo>
                  <a:pt x="1260" y="1071"/>
                </a:lnTo>
                <a:lnTo>
                  <a:pt x="1278" y="1054"/>
                </a:lnTo>
                <a:lnTo>
                  <a:pt x="1300" y="1038"/>
                </a:lnTo>
                <a:lnTo>
                  <a:pt x="1324" y="1023"/>
                </a:lnTo>
                <a:lnTo>
                  <a:pt x="1351" y="1008"/>
                </a:lnTo>
                <a:lnTo>
                  <a:pt x="1381" y="997"/>
                </a:lnTo>
                <a:lnTo>
                  <a:pt x="1413" y="989"/>
                </a:lnTo>
                <a:lnTo>
                  <a:pt x="1449" y="983"/>
                </a:lnTo>
                <a:lnTo>
                  <a:pt x="1489" y="981"/>
                </a:lnTo>
                <a:close/>
                <a:moveTo>
                  <a:pt x="422" y="734"/>
                </a:moveTo>
                <a:lnTo>
                  <a:pt x="452" y="738"/>
                </a:lnTo>
                <a:lnTo>
                  <a:pt x="482" y="746"/>
                </a:lnTo>
                <a:lnTo>
                  <a:pt x="513" y="758"/>
                </a:lnTo>
                <a:lnTo>
                  <a:pt x="545" y="775"/>
                </a:lnTo>
                <a:lnTo>
                  <a:pt x="578" y="799"/>
                </a:lnTo>
                <a:lnTo>
                  <a:pt x="612" y="827"/>
                </a:lnTo>
                <a:lnTo>
                  <a:pt x="646" y="863"/>
                </a:lnTo>
                <a:lnTo>
                  <a:pt x="682" y="905"/>
                </a:lnTo>
                <a:lnTo>
                  <a:pt x="716" y="948"/>
                </a:lnTo>
                <a:lnTo>
                  <a:pt x="746" y="990"/>
                </a:lnTo>
                <a:lnTo>
                  <a:pt x="771" y="1028"/>
                </a:lnTo>
                <a:lnTo>
                  <a:pt x="792" y="1065"/>
                </a:lnTo>
                <a:lnTo>
                  <a:pt x="809" y="1098"/>
                </a:lnTo>
                <a:lnTo>
                  <a:pt x="822" y="1130"/>
                </a:lnTo>
                <a:lnTo>
                  <a:pt x="833" y="1161"/>
                </a:lnTo>
                <a:lnTo>
                  <a:pt x="839" y="1188"/>
                </a:lnTo>
                <a:lnTo>
                  <a:pt x="842" y="1215"/>
                </a:lnTo>
                <a:lnTo>
                  <a:pt x="843" y="1240"/>
                </a:lnTo>
                <a:lnTo>
                  <a:pt x="841" y="1264"/>
                </a:lnTo>
                <a:lnTo>
                  <a:pt x="836" y="1288"/>
                </a:lnTo>
                <a:lnTo>
                  <a:pt x="827" y="1309"/>
                </a:lnTo>
                <a:lnTo>
                  <a:pt x="818" y="1329"/>
                </a:lnTo>
                <a:lnTo>
                  <a:pt x="807" y="1350"/>
                </a:lnTo>
                <a:lnTo>
                  <a:pt x="794" y="1369"/>
                </a:lnTo>
                <a:lnTo>
                  <a:pt x="778" y="1389"/>
                </a:lnTo>
                <a:lnTo>
                  <a:pt x="762" y="1408"/>
                </a:lnTo>
                <a:lnTo>
                  <a:pt x="745" y="1428"/>
                </a:lnTo>
                <a:lnTo>
                  <a:pt x="726" y="1446"/>
                </a:lnTo>
                <a:lnTo>
                  <a:pt x="707" y="1465"/>
                </a:lnTo>
                <a:lnTo>
                  <a:pt x="687" y="1485"/>
                </a:lnTo>
                <a:lnTo>
                  <a:pt x="667" y="1505"/>
                </a:lnTo>
                <a:lnTo>
                  <a:pt x="653" y="1523"/>
                </a:lnTo>
                <a:lnTo>
                  <a:pt x="643" y="1543"/>
                </a:lnTo>
                <a:lnTo>
                  <a:pt x="639" y="1566"/>
                </a:lnTo>
                <a:lnTo>
                  <a:pt x="639" y="1590"/>
                </a:lnTo>
                <a:lnTo>
                  <a:pt x="643" y="1616"/>
                </a:lnTo>
                <a:lnTo>
                  <a:pt x="650" y="1644"/>
                </a:lnTo>
                <a:lnTo>
                  <a:pt x="662" y="1674"/>
                </a:lnTo>
                <a:lnTo>
                  <a:pt x="677" y="1705"/>
                </a:lnTo>
                <a:lnTo>
                  <a:pt x="694" y="1737"/>
                </a:lnTo>
                <a:lnTo>
                  <a:pt x="715" y="1770"/>
                </a:lnTo>
                <a:lnTo>
                  <a:pt x="738" y="1805"/>
                </a:lnTo>
                <a:lnTo>
                  <a:pt x="764" y="1840"/>
                </a:lnTo>
                <a:lnTo>
                  <a:pt x="793" y="1876"/>
                </a:lnTo>
                <a:lnTo>
                  <a:pt x="822" y="1912"/>
                </a:lnTo>
                <a:lnTo>
                  <a:pt x="853" y="1949"/>
                </a:lnTo>
                <a:lnTo>
                  <a:pt x="887" y="1986"/>
                </a:lnTo>
                <a:lnTo>
                  <a:pt x="920" y="2023"/>
                </a:lnTo>
                <a:lnTo>
                  <a:pt x="955" y="2061"/>
                </a:lnTo>
                <a:lnTo>
                  <a:pt x="990" y="2096"/>
                </a:lnTo>
                <a:lnTo>
                  <a:pt x="1026" y="2133"/>
                </a:lnTo>
                <a:lnTo>
                  <a:pt x="1063" y="2169"/>
                </a:lnTo>
                <a:lnTo>
                  <a:pt x="1099" y="2205"/>
                </a:lnTo>
                <a:lnTo>
                  <a:pt x="1136" y="2240"/>
                </a:lnTo>
                <a:lnTo>
                  <a:pt x="1173" y="2273"/>
                </a:lnTo>
                <a:lnTo>
                  <a:pt x="1210" y="2306"/>
                </a:lnTo>
                <a:lnTo>
                  <a:pt x="1247" y="2338"/>
                </a:lnTo>
                <a:lnTo>
                  <a:pt x="1284" y="2367"/>
                </a:lnTo>
                <a:lnTo>
                  <a:pt x="1319" y="2395"/>
                </a:lnTo>
                <a:lnTo>
                  <a:pt x="1354" y="2421"/>
                </a:lnTo>
                <a:lnTo>
                  <a:pt x="1389" y="2444"/>
                </a:lnTo>
                <a:lnTo>
                  <a:pt x="1423" y="2465"/>
                </a:lnTo>
                <a:lnTo>
                  <a:pt x="1454" y="2483"/>
                </a:lnTo>
                <a:lnTo>
                  <a:pt x="1486" y="2497"/>
                </a:lnTo>
                <a:lnTo>
                  <a:pt x="1516" y="2509"/>
                </a:lnTo>
                <a:lnTo>
                  <a:pt x="1543" y="2517"/>
                </a:lnTo>
                <a:lnTo>
                  <a:pt x="1570" y="2521"/>
                </a:lnTo>
                <a:lnTo>
                  <a:pt x="1593" y="2520"/>
                </a:lnTo>
                <a:lnTo>
                  <a:pt x="1616" y="2516"/>
                </a:lnTo>
                <a:lnTo>
                  <a:pt x="1636" y="2506"/>
                </a:lnTo>
                <a:lnTo>
                  <a:pt x="1654" y="2492"/>
                </a:lnTo>
                <a:lnTo>
                  <a:pt x="1674" y="2472"/>
                </a:lnTo>
                <a:lnTo>
                  <a:pt x="1694" y="2452"/>
                </a:lnTo>
                <a:lnTo>
                  <a:pt x="1713" y="2433"/>
                </a:lnTo>
                <a:lnTo>
                  <a:pt x="1733" y="2414"/>
                </a:lnTo>
                <a:lnTo>
                  <a:pt x="1751" y="2397"/>
                </a:lnTo>
                <a:lnTo>
                  <a:pt x="1770" y="2381"/>
                </a:lnTo>
                <a:lnTo>
                  <a:pt x="1790" y="2365"/>
                </a:lnTo>
                <a:lnTo>
                  <a:pt x="1809" y="2352"/>
                </a:lnTo>
                <a:lnTo>
                  <a:pt x="1830" y="2341"/>
                </a:lnTo>
                <a:lnTo>
                  <a:pt x="1850" y="2332"/>
                </a:lnTo>
                <a:lnTo>
                  <a:pt x="1873" y="2324"/>
                </a:lnTo>
                <a:lnTo>
                  <a:pt x="1895" y="2319"/>
                </a:lnTo>
                <a:lnTo>
                  <a:pt x="1919" y="2316"/>
                </a:lnTo>
                <a:lnTo>
                  <a:pt x="1944" y="2317"/>
                </a:lnTo>
                <a:lnTo>
                  <a:pt x="1971" y="2320"/>
                </a:lnTo>
                <a:lnTo>
                  <a:pt x="1999" y="2326"/>
                </a:lnTo>
                <a:lnTo>
                  <a:pt x="2029" y="2337"/>
                </a:lnTo>
                <a:lnTo>
                  <a:pt x="2061" y="2350"/>
                </a:lnTo>
                <a:lnTo>
                  <a:pt x="2095" y="2367"/>
                </a:lnTo>
                <a:lnTo>
                  <a:pt x="2131" y="2388"/>
                </a:lnTo>
                <a:lnTo>
                  <a:pt x="2170" y="2413"/>
                </a:lnTo>
                <a:lnTo>
                  <a:pt x="2211" y="2443"/>
                </a:lnTo>
                <a:lnTo>
                  <a:pt x="2255" y="2477"/>
                </a:lnTo>
                <a:lnTo>
                  <a:pt x="2297" y="2513"/>
                </a:lnTo>
                <a:lnTo>
                  <a:pt x="2332" y="2547"/>
                </a:lnTo>
                <a:lnTo>
                  <a:pt x="2360" y="2581"/>
                </a:lnTo>
                <a:lnTo>
                  <a:pt x="2384" y="2614"/>
                </a:lnTo>
                <a:lnTo>
                  <a:pt x="2401" y="2647"/>
                </a:lnTo>
                <a:lnTo>
                  <a:pt x="2414" y="2677"/>
                </a:lnTo>
                <a:lnTo>
                  <a:pt x="2422" y="2707"/>
                </a:lnTo>
                <a:lnTo>
                  <a:pt x="2425" y="2737"/>
                </a:lnTo>
                <a:lnTo>
                  <a:pt x="2424" y="2765"/>
                </a:lnTo>
                <a:lnTo>
                  <a:pt x="2419" y="2793"/>
                </a:lnTo>
                <a:lnTo>
                  <a:pt x="2412" y="2819"/>
                </a:lnTo>
                <a:lnTo>
                  <a:pt x="2400" y="2846"/>
                </a:lnTo>
                <a:lnTo>
                  <a:pt x="2387" y="2872"/>
                </a:lnTo>
                <a:lnTo>
                  <a:pt x="2371" y="2896"/>
                </a:lnTo>
                <a:lnTo>
                  <a:pt x="2352" y="2920"/>
                </a:lnTo>
                <a:lnTo>
                  <a:pt x="2333" y="2943"/>
                </a:lnTo>
                <a:lnTo>
                  <a:pt x="2312" y="2967"/>
                </a:lnTo>
                <a:lnTo>
                  <a:pt x="2291" y="2989"/>
                </a:lnTo>
                <a:lnTo>
                  <a:pt x="2269" y="3011"/>
                </a:lnTo>
                <a:lnTo>
                  <a:pt x="2247" y="3032"/>
                </a:lnTo>
                <a:lnTo>
                  <a:pt x="2224" y="3054"/>
                </a:lnTo>
                <a:lnTo>
                  <a:pt x="2203" y="3074"/>
                </a:lnTo>
                <a:lnTo>
                  <a:pt x="2183" y="3093"/>
                </a:lnTo>
                <a:lnTo>
                  <a:pt x="2160" y="3113"/>
                </a:lnTo>
                <a:lnTo>
                  <a:pt x="2131" y="3129"/>
                </a:lnTo>
                <a:lnTo>
                  <a:pt x="2100" y="3142"/>
                </a:lnTo>
                <a:lnTo>
                  <a:pt x="2064" y="3151"/>
                </a:lnTo>
                <a:lnTo>
                  <a:pt x="2024" y="3157"/>
                </a:lnTo>
                <a:lnTo>
                  <a:pt x="1980" y="3159"/>
                </a:lnTo>
                <a:lnTo>
                  <a:pt x="1933" y="3158"/>
                </a:lnTo>
                <a:lnTo>
                  <a:pt x="1883" y="3153"/>
                </a:lnTo>
                <a:lnTo>
                  <a:pt x="1830" y="3144"/>
                </a:lnTo>
                <a:lnTo>
                  <a:pt x="1773" y="3131"/>
                </a:lnTo>
                <a:lnTo>
                  <a:pt x="1714" y="3115"/>
                </a:lnTo>
                <a:lnTo>
                  <a:pt x="1652" y="3094"/>
                </a:lnTo>
                <a:lnTo>
                  <a:pt x="1588" y="3071"/>
                </a:lnTo>
                <a:lnTo>
                  <a:pt x="1522" y="3042"/>
                </a:lnTo>
                <a:lnTo>
                  <a:pt x="1453" y="3011"/>
                </a:lnTo>
                <a:lnTo>
                  <a:pt x="1384" y="2974"/>
                </a:lnTo>
                <a:lnTo>
                  <a:pt x="1312" y="2934"/>
                </a:lnTo>
                <a:lnTo>
                  <a:pt x="1240" y="2889"/>
                </a:lnTo>
                <a:lnTo>
                  <a:pt x="1165" y="2841"/>
                </a:lnTo>
                <a:lnTo>
                  <a:pt x="1089" y="2788"/>
                </a:lnTo>
                <a:lnTo>
                  <a:pt x="1014" y="2729"/>
                </a:lnTo>
                <a:lnTo>
                  <a:pt x="937" y="2668"/>
                </a:lnTo>
                <a:lnTo>
                  <a:pt x="859" y="2602"/>
                </a:lnTo>
                <a:lnTo>
                  <a:pt x="781" y="2531"/>
                </a:lnTo>
                <a:lnTo>
                  <a:pt x="704" y="2455"/>
                </a:lnTo>
                <a:lnTo>
                  <a:pt x="629" y="2378"/>
                </a:lnTo>
                <a:lnTo>
                  <a:pt x="557" y="2300"/>
                </a:lnTo>
                <a:lnTo>
                  <a:pt x="491" y="2222"/>
                </a:lnTo>
                <a:lnTo>
                  <a:pt x="430" y="2145"/>
                </a:lnTo>
                <a:lnTo>
                  <a:pt x="372" y="2070"/>
                </a:lnTo>
                <a:lnTo>
                  <a:pt x="319" y="1994"/>
                </a:lnTo>
                <a:lnTo>
                  <a:pt x="270" y="1921"/>
                </a:lnTo>
                <a:lnTo>
                  <a:pt x="225" y="1847"/>
                </a:lnTo>
                <a:lnTo>
                  <a:pt x="185" y="1775"/>
                </a:lnTo>
                <a:lnTo>
                  <a:pt x="148" y="1706"/>
                </a:lnTo>
                <a:lnTo>
                  <a:pt x="117" y="1637"/>
                </a:lnTo>
                <a:lnTo>
                  <a:pt x="89" y="1571"/>
                </a:lnTo>
                <a:lnTo>
                  <a:pt x="64" y="1507"/>
                </a:lnTo>
                <a:lnTo>
                  <a:pt x="44" y="1446"/>
                </a:lnTo>
                <a:lnTo>
                  <a:pt x="28" y="1387"/>
                </a:lnTo>
                <a:lnTo>
                  <a:pt x="15" y="1330"/>
                </a:lnTo>
                <a:lnTo>
                  <a:pt x="6" y="1276"/>
                </a:lnTo>
                <a:lnTo>
                  <a:pt x="1" y="1226"/>
                </a:lnTo>
                <a:lnTo>
                  <a:pt x="0" y="1179"/>
                </a:lnTo>
                <a:lnTo>
                  <a:pt x="2" y="1135"/>
                </a:lnTo>
                <a:lnTo>
                  <a:pt x="8" y="1095"/>
                </a:lnTo>
                <a:lnTo>
                  <a:pt x="17" y="1059"/>
                </a:lnTo>
                <a:lnTo>
                  <a:pt x="30" y="1028"/>
                </a:lnTo>
                <a:lnTo>
                  <a:pt x="46" y="1000"/>
                </a:lnTo>
                <a:lnTo>
                  <a:pt x="65" y="977"/>
                </a:lnTo>
                <a:lnTo>
                  <a:pt x="86" y="956"/>
                </a:lnTo>
                <a:lnTo>
                  <a:pt x="106" y="935"/>
                </a:lnTo>
                <a:lnTo>
                  <a:pt x="127" y="912"/>
                </a:lnTo>
                <a:lnTo>
                  <a:pt x="148" y="891"/>
                </a:lnTo>
                <a:lnTo>
                  <a:pt x="171" y="868"/>
                </a:lnTo>
                <a:lnTo>
                  <a:pt x="192" y="847"/>
                </a:lnTo>
                <a:lnTo>
                  <a:pt x="216" y="826"/>
                </a:lnTo>
                <a:lnTo>
                  <a:pt x="239" y="807"/>
                </a:lnTo>
                <a:lnTo>
                  <a:pt x="263" y="789"/>
                </a:lnTo>
                <a:lnTo>
                  <a:pt x="288" y="773"/>
                </a:lnTo>
                <a:lnTo>
                  <a:pt x="314" y="759"/>
                </a:lnTo>
                <a:lnTo>
                  <a:pt x="340" y="749"/>
                </a:lnTo>
                <a:lnTo>
                  <a:pt x="367" y="740"/>
                </a:lnTo>
                <a:lnTo>
                  <a:pt x="395" y="735"/>
                </a:lnTo>
                <a:lnTo>
                  <a:pt x="422" y="734"/>
                </a:lnTo>
                <a:close/>
                <a:moveTo>
                  <a:pt x="1872" y="0"/>
                </a:moveTo>
                <a:lnTo>
                  <a:pt x="1970" y="4"/>
                </a:lnTo>
                <a:lnTo>
                  <a:pt x="2067" y="13"/>
                </a:lnTo>
                <a:lnTo>
                  <a:pt x="2162" y="29"/>
                </a:lnTo>
                <a:lnTo>
                  <a:pt x="2255" y="50"/>
                </a:lnTo>
                <a:lnTo>
                  <a:pt x="2346" y="77"/>
                </a:lnTo>
                <a:lnTo>
                  <a:pt x="2434" y="110"/>
                </a:lnTo>
                <a:lnTo>
                  <a:pt x="2520" y="147"/>
                </a:lnTo>
                <a:lnTo>
                  <a:pt x="2603" y="190"/>
                </a:lnTo>
                <a:lnTo>
                  <a:pt x="2683" y="238"/>
                </a:lnTo>
                <a:lnTo>
                  <a:pt x="2758" y="291"/>
                </a:lnTo>
                <a:lnTo>
                  <a:pt x="2832" y="348"/>
                </a:lnTo>
                <a:lnTo>
                  <a:pt x="2900" y="409"/>
                </a:lnTo>
                <a:lnTo>
                  <a:pt x="2966" y="475"/>
                </a:lnTo>
                <a:lnTo>
                  <a:pt x="3027" y="544"/>
                </a:lnTo>
                <a:lnTo>
                  <a:pt x="3085" y="617"/>
                </a:lnTo>
                <a:lnTo>
                  <a:pt x="3137" y="693"/>
                </a:lnTo>
                <a:lnTo>
                  <a:pt x="3185" y="773"/>
                </a:lnTo>
                <a:lnTo>
                  <a:pt x="3228" y="855"/>
                </a:lnTo>
                <a:lnTo>
                  <a:pt x="3266" y="941"/>
                </a:lnTo>
                <a:lnTo>
                  <a:pt x="3298" y="1030"/>
                </a:lnTo>
                <a:lnTo>
                  <a:pt x="3325" y="1120"/>
                </a:lnTo>
                <a:lnTo>
                  <a:pt x="3346" y="1213"/>
                </a:lnTo>
                <a:lnTo>
                  <a:pt x="3363" y="1308"/>
                </a:lnTo>
                <a:lnTo>
                  <a:pt x="3372" y="1405"/>
                </a:lnTo>
                <a:lnTo>
                  <a:pt x="3375" y="1504"/>
                </a:lnTo>
                <a:lnTo>
                  <a:pt x="3372" y="1598"/>
                </a:lnTo>
                <a:lnTo>
                  <a:pt x="3364" y="1692"/>
                </a:lnTo>
                <a:lnTo>
                  <a:pt x="3349" y="1783"/>
                </a:lnTo>
                <a:lnTo>
                  <a:pt x="3329" y="1873"/>
                </a:lnTo>
                <a:lnTo>
                  <a:pt x="3304" y="1960"/>
                </a:lnTo>
                <a:lnTo>
                  <a:pt x="3274" y="2046"/>
                </a:lnTo>
                <a:lnTo>
                  <a:pt x="3239" y="2129"/>
                </a:lnTo>
                <a:lnTo>
                  <a:pt x="3199" y="2209"/>
                </a:lnTo>
                <a:lnTo>
                  <a:pt x="3155" y="2287"/>
                </a:lnTo>
                <a:lnTo>
                  <a:pt x="3106" y="2361"/>
                </a:lnTo>
                <a:lnTo>
                  <a:pt x="3054" y="2433"/>
                </a:lnTo>
                <a:lnTo>
                  <a:pt x="2997" y="2500"/>
                </a:lnTo>
                <a:lnTo>
                  <a:pt x="2936" y="2565"/>
                </a:lnTo>
                <a:lnTo>
                  <a:pt x="2872" y="2626"/>
                </a:lnTo>
                <a:lnTo>
                  <a:pt x="2803" y="2683"/>
                </a:lnTo>
                <a:lnTo>
                  <a:pt x="2733" y="2737"/>
                </a:lnTo>
                <a:lnTo>
                  <a:pt x="2658" y="2785"/>
                </a:lnTo>
                <a:lnTo>
                  <a:pt x="2580" y="2830"/>
                </a:lnTo>
                <a:lnTo>
                  <a:pt x="2586" y="2797"/>
                </a:lnTo>
                <a:lnTo>
                  <a:pt x="2590" y="2763"/>
                </a:lnTo>
                <a:lnTo>
                  <a:pt x="2591" y="2728"/>
                </a:lnTo>
                <a:lnTo>
                  <a:pt x="2585" y="2680"/>
                </a:lnTo>
                <a:lnTo>
                  <a:pt x="2574" y="2633"/>
                </a:lnTo>
                <a:lnTo>
                  <a:pt x="2557" y="2587"/>
                </a:lnTo>
                <a:lnTo>
                  <a:pt x="2623" y="2541"/>
                </a:lnTo>
                <a:lnTo>
                  <a:pt x="2687" y="2492"/>
                </a:lnTo>
                <a:lnTo>
                  <a:pt x="2747" y="2440"/>
                </a:lnTo>
                <a:lnTo>
                  <a:pt x="2803" y="2383"/>
                </a:lnTo>
                <a:lnTo>
                  <a:pt x="2856" y="2323"/>
                </a:lnTo>
                <a:lnTo>
                  <a:pt x="2907" y="2260"/>
                </a:lnTo>
                <a:lnTo>
                  <a:pt x="2952" y="2194"/>
                </a:lnTo>
                <a:lnTo>
                  <a:pt x="2994" y="2124"/>
                </a:lnTo>
                <a:lnTo>
                  <a:pt x="3030" y="2052"/>
                </a:lnTo>
                <a:lnTo>
                  <a:pt x="3063" y="1978"/>
                </a:lnTo>
                <a:lnTo>
                  <a:pt x="3091" y="1901"/>
                </a:lnTo>
                <a:lnTo>
                  <a:pt x="3114" y="1822"/>
                </a:lnTo>
                <a:lnTo>
                  <a:pt x="3132" y="1742"/>
                </a:lnTo>
                <a:lnTo>
                  <a:pt x="3145" y="1659"/>
                </a:lnTo>
                <a:lnTo>
                  <a:pt x="2883" y="1504"/>
                </a:lnTo>
                <a:lnTo>
                  <a:pt x="3145" y="1350"/>
                </a:lnTo>
                <a:lnTo>
                  <a:pt x="3132" y="1263"/>
                </a:lnTo>
                <a:lnTo>
                  <a:pt x="3112" y="1178"/>
                </a:lnTo>
                <a:lnTo>
                  <a:pt x="3088" y="1096"/>
                </a:lnTo>
                <a:lnTo>
                  <a:pt x="3057" y="1016"/>
                </a:lnTo>
                <a:lnTo>
                  <a:pt x="3022" y="939"/>
                </a:lnTo>
                <a:lnTo>
                  <a:pt x="2982" y="864"/>
                </a:lnTo>
                <a:lnTo>
                  <a:pt x="2937" y="793"/>
                </a:lnTo>
                <a:lnTo>
                  <a:pt x="2888" y="724"/>
                </a:lnTo>
                <a:lnTo>
                  <a:pt x="2835" y="659"/>
                </a:lnTo>
                <a:lnTo>
                  <a:pt x="2778" y="597"/>
                </a:lnTo>
                <a:lnTo>
                  <a:pt x="2716" y="540"/>
                </a:lnTo>
                <a:lnTo>
                  <a:pt x="2652" y="487"/>
                </a:lnTo>
                <a:lnTo>
                  <a:pt x="2583" y="438"/>
                </a:lnTo>
                <a:lnTo>
                  <a:pt x="2512" y="393"/>
                </a:lnTo>
                <a:lnTo>
                  <a:pt x="2437" y="353"/>
                </a:lnTo>
                <a:lnTo>
                  <a:pt x="2359" y="318"/>
                </a:lnTo>
                <a:lnTo>
                  <a:pt x="2280" y="288"/>
                </a:lnTo>
                <a:lnTo>
                  <a:pt x="2197" y="264"/>
                </a:lnTo>
                <a:lnTo>
                  <a:pt x="2112" y="244"/>
                </a:lnTo>
                <a:lnTo>
                  <a:pt x="2025" y="231"/>
                </a:lnTo>
                <a:lnTo>
                  <a:pt x="1872" y="492"/>
                </a:lnTo>
                <a:lnTo>
                  <a:pt x="1717" y="231"/>
                </a:lnTo>
                <a:lnTo>
                  <a:pt x="1630" y="244"/>
                </a:lnTo>
                <a:lnTo>
                  <a:pt x="1545" y="264"/>
                </a:lnTo>
                <a:lnTo>
                  <a:pt x="1463" y="288"/>
                </a:lnTo>
                <a:lnTo>
                  <a:pt x="1383" y="318"/>
                </a:lnTo>
                <a:lnTo>
                  <a:pt x="1305" y="354"/>
                </a:lnTo>
                <a:lnTo>
                  <a:pt x="1230" y="394"/>
                </a:lnTo>
                <a:lnTo>
                  <a:pt x="1159" y="439"/>
                </a:lnTo>
                <a:lnTo>
                  <a:pt x="1091" y="488"/>
                </a:lnTo>
                <a:lnTo>
                  <a:pt x="1026" y="541"/>
                </a:lnTo>
                <a:lnTo>
                  <a:pt x="964" y="598"/>
                </a:lnTo>
                <a:lnTo>
                  <a:pt x="907" y="660"/>
                </a:lnTo>
                <a:lnTo>
                  <a:pt x="854" y="725"/>
                </a:lnTo>
                <a:lnTo>
                  <a:pt x="805" y="794"/>
                </a:lnTo>
                <a:lnTo>
                  <a:pt x="765" y="748"/>
                </a:lnTo>
                <a:lnTo>
                  <a:pt x="724" y="707"/>
                </a:lnTo>
                <a:lnTo>
                  <a:pt x="682" y="672"/>
                </a:lnTo>
                <a:lnTo>
                  <a:pt x="640" y="641"/>
                </a:lnTo>
                <a:lnTo>
                  <a:pt x="693" y="571"/>
                </a:lnTo>
                <a:lnTo>
                  <a:pt x="751" y="503"/>
                </a:lnTo>
                <a:lnTo>
                  <a:pt x="812" y="439"/>
                </a:lnTo>
                <a:lnTo>
                  <a:pt x="876" y="378"/>
                </a:lnTo>
                <a:lnTo>
                  <a:pt x="944" y="321"/>
                </a:lnTo>
                <a:lnTo>
                  <a:pt x="1016" y="268"/>
                </a:lnTo>
                <a:lnTo>
                  <a:pt x="1090" y="220"/>
                </a:lnTo>
                <a:lnTo>
                  <a:pt x="1167" y="176"/>
                </a:lnTo>
                <a:lnTo>
                  <a:pt x="1248" y="136"/>
                </a:lnTo>
                <a:lnTo>
                  <a:pt x="1331" y="101"/>
                </a:lnTo>
                <a:lnTo>
                  <a:pt x="1415" y="71"/>
                </a:lnTo>
                <a:lnTo>
                  <a:pt x="1502" y="46"/>
                </a:lnTo>
                <a:lnTo>
                  <a:pt x="1592" y="27"/>
                </a:lnTo>
                <a:lnTo>
                  <a:pt x="1683" y="12"/>
                </a:lnTo>
                <a:lnTo>
                  <a:pt x="1776" y="3"/>
                </a:lnTo>
                <a:lnTo>
                  <a:pt x="18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5F19A-E0CF-7868-E2A6-656A9F272C60}"/>
              </a:ext>
            </a:extLst>
          </p:cNvPr>
          <p:cNvSpPr txBox="1"/>
          <p:nvPr/>
        </p:nvSpPr>
        <p:spPr>
          <a:xfrm>
            <a:off x="279069" y="219694"/>
            <a:ext cx="5308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额外实现：</a:t>
            </a:r>
            <a:r>
              <a:rPr lang="en-US" altLang="zh-CN" sz="2400" dirty="0" err="1">
                <a:latin typeface="方正姚体" panose="02010601030101010101" pitchFamily="2" charset="-122"/>
                <a:ea typeface="方正姚体" panose="02010601030101010101" pitchFamily="2" charset="-122"/>
              </a:rPr>
              <a:t>Multi+Exec</a:t>
            </a:r>
            <a:endParaRPr lang="zh-CN" altLang="en-US" sz="2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0903B8C-513F-1558-5AB7-228B24517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22" y="0"/>
            <a:ext cx="6097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846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13">
            <a:extLst>
              <a:ext uri="{FF2B5EF4-FFF2-40B4-BE49-F238E27FC236}">
                <a16:creationId xmlns:a16="http://schemas.microsoft.com/office/drawing/2014/main" id="{557A0266-60B5-4C29-A6BE-C44A3A5212AA}"/>
              </a:ext>
            </a:extLst>
          </p:cNvPr>
          <p:cNvSpPr>
            <a:spLocks noEditPoints="1"/>
          </p:cNvSpPr>
          <p:nvPr/>
        </p:nvSpPr>
        <p:spPr bwMode="auto">
          <a:xfrm>
            <a:off x="2325673" y="2096855"/>
            <a:ext cx="282041" cy="263991"/>
          </a:xfrm>
          <a:custGeom>
            <a:avLst/>
            <a:gdLst>
              <a:gd name="T0" fmla="*/ 2221 w 3375"/>
              <a:gd name="T1" fmla="*/ 1236 h 3159"/>
              <a:gd name="T2" fmla="*/ 2242 w 3375"/>
              <a:gd name="T3" fmla="*/ 1252 h 3159"/>
              <a:gd name="T4" fmla="*/ 2246 w 3375"/>
              <a:gd name="T5" fmla="*/ 1178 h 3159"/>
              <a:gd name="T6" fmla="*/ 2443 w 3375"/>
              <a:gd name="T7" fmla="*/ 1830 h 3159"/>
              <a:gd name="T8" fmla="*/ 1518 w 3375"/>
              <a:gd name="T9" fmla="*/ 982 h 3159"/>
              <a:gd name="T10" fmla="*/ 1704 w 3375"/>
              <a:gd name="T11" fmla="*/ 1062 h 3159"/>
              <a:gd name="T12" fmla="*/ 1771 w 3375"/>
              <a:gd name="T13" fmla="*/ 1272 h 3159"/>
              <a:gd name="T14" fmla="*/ 1664 w 3375"/>
              <a:gd name="T15" fmla="*/ 1457 h 3159"/>
              <a:gd name="T16" fmla="*/ 1501 w 3375"/>
              <a:gd name="T17" fmla="*/ 1570 h 3159"/>
              <a:gd name="T18" fmla="*/ 1787 w 3375"/>
              <a:gd name="T19" fmla="*/ 1655 h 3159"/>
              <a:gd name="T20" fmla="*/ 1208 w 3375"/>
              <a:gd name="T21" fmla="*/ 1662 h 3159"/>
              <a:gd name="T22" fmla="*/ 1331 w 3375"/>
              <a:gd name="T23" fmla="*/ 1466 h 3159"/>
              <a:gd name="T24" fmla="*/ 1494 w 3375"/>
              <a:gd name="T25" fmla="*/ 1347 h 3159"/>
              <a:gd name="T26" fmla="*/ 1558 w 3375"/>
              <a:gd name="T27" fmla="*/ 1236 h 3159"/>
              <a:gd name="T28" fmla="*/ 1470 w 3375"/>
              <a:gd name="T29" fmla="*/ 1173 h 3159"/>
              <a:gd name="T30" fmla="*/ 1358 w 3375"/>
              <a:gd name="T31" fmla="*/ 1243 h 3159"/>
              <a:gd name="T32" fmla="*/ 1203 w 3375"/>
              <a:gd name="T33" fmla="*/ 1144 h 3159"/>
              <a:gd name="T34" fmla="*/ 1300 w 3375"/>
              <a:gd name="T35" fmla="*/ 1038 h 3159"/>
              <a:gd name="T36" fmla="*/ 422 w 3375"/>
              <a:gd name="T37" fmla="*/ 734 h 3159"/>
              <a:gd name="T38" fmla="*/ 646 w 3375"/>
              <a:gd name="T39" fmla="*/ 863 h 3159"/>
              <a:gd name="T40" fmla="*/ 822 w 3375"/>
              <a:gd name="T41" fmla="*/ 1130 h 3159"/>
              <a:gd name="T42" fmla="*/ 827 w 3375"/>
              <a:gd name="T43" fmla="*/ 1309 h 3159"/>
              <a:gd name="T44" fmla="*/ 726 w 3375"/>
              <a:gd name="T45" fmla="*/ 1446 h 3159"/>
              <a:gd name="T46" fmla="*/ 639 w 3375"/>
              <a:gd name="T47" fmla="*/ 1590 h 3159"/>
              <a:gd name="T48" fmla="*/ 738 w 3375"/>
              <a:gd name="T49" fmla="*/ 1805 h 3159"/>
              <a:gd name="T50" fmla="*/ 955 w 3375"/>
              <a:gd name="T51" fmla="*/ 2061 h 3159"/>
              <a:gd name="T52" fmla="*/ 1210 w 3375"/>
              <a:gd name="T53" fmla="*/ 2306 h 3159"/>
              <a:gd name="T54" fmla="*/ 1454 w 3375"/>
              <a:gd name="T55" fmla="*/ 2483 h 3159"/>
              <a:gd name="T56" fmla="*/ 1636 w 3375"/>
              <a:gd name="T57" fmla="*/ 2506 h 3159"/>
              <a:gd name="T58" fmla="*/ 1770 w 3375"/>
              <a:gd name="T59" fmla="*/ 2381 h 3159"/>
              <a:gd name="T60" fmla="*/ 1919 w 3375"/>
              <a:gd name="T61" fmla="*/ 2316 h 3159"/>
              <a:gd name="T62" fmla="*/ 2131 w 3375"/>
              <a:gd name="T63" fmla="*/ 2388 h 3159"/>
              <a:gd name="T64" fmla="*/ 2384 w 3375"/>
              <a:gd name="T65" fmla="*/ 2614 h 3159"/>
              <a:gd name="T66" fmla="*/ 2412 w 3375"/>
              <a:gd name="T67" fmla="*/ 2819 h 3159"/>
              <a:gd name="T68" fmla="*/ 2291 w 3375"/>
              <a:gd name="T69" fmla="*/ 2989 h 3159"/>
              <a:gd name="T70" fmla="*/ 2131 w 3375"/>
              <a:gd name="T71" fmla="*/ 3129 h 3159"/>
              <a:gd name="T72" fmla="*/ 1830 w 3375"/>
              <a:gd name="T73" fmla="*/ 3144 h 3159"/>
              <a:gd name="T74" fmla="*/ 1384 w 3375"/>
              <a:gd name="T75" fmla="*/ 2974 h 3159"/>
              <a:gd name="T76" fmla="*/ 859 w 3375"/>
              <a:gd name="T77" fmla="*/ 2602 h 3159"/>
              <a:gd name="T78" fmla="*/ 372 w 3375"/>
              <a:gd name="T79" fmla="*/ 2070 h 3159"/>
              <a:gd name="T80" fmla="*/ 89 w 3375"/>
              <a:gd name="T81" fmla="*/ 1571 h 3159"/>
              <a:gd name="T82" fmla="*/ 0 w 3375"/>
              <a:gd name="T83" fmla="*/ 1179 h 3159"/>
              <a:gd name="T84" fmla="*/ 86 w 3375"/>
              <a:gd name="T85" fmla="*/ 956 h 3159"/>
              <a:gd name="T86" fmla="*/ 239 w 3375"/>
              <a:gd name="T87" fmla="*/ 807 h 3159"/>
              <a:gd name="T88" fmla="*/ 422 w 3375"/>
              <a:gd name="T89" fmla="*/ 734 h 3159"/>
              <a:gd name="T90" fmla="*/ 2434 w 3375"/>
              <a:gd name="T91" fmla="*/ 110 h 3159"/>
              <a:gd name="T92" fmla="*/ 2966 w 3375"/>
              <a:gd name="T93" fmla="*/ 475 h 3159"/>
              <a:gd name="T94" fmla="*/ 3298 w 3375"/>
              <a:gd name="T95" fmla="*/ 1030 h 3159"/>
              <a:gd name="T96" fmla="*/ 3364 w 3375"/>
              <a:gd name="T97" fmla="*/ 1692 h 3159"/>
              <a:gd name="T98" fmla="*/ 3155 w 3375"/>
              <a:gd name="T99" fmla="*/ 2287 h 3159"/>
              <a:gd name="T100" fmla="*/ 2733 w 3375"/>
              <a:gd name="T101" fmla="*/ 2737 h 3159"/>
              <a:gd name="T102" fmla="*/ 2574 w 3375"/>
              <a:gd name="T103" fmla="*/ 2633 h 3159"/>
              <a:gd name="T104" fmla="*/ 2907 w 3375"/>
              <a:gd name="T105" fmla="*/ 2260 h 3159"/>
              <a:gd name="T106" fmla="*/ 3132 w 3375"/>
              <a:gd name="T107" fmla="*/ 1742 h 3159"/>
              <a:gd name="T108" fmla="*/ 3057 w 3375"/>
              <a:gd name="T109" fmla="*/ 1016 h 3159"/>
              <a:gd name="T110" fmla="*/ 2716 w 3375"/>
              <a:gd name="T111" fmla="*/ 540 h 3159"/>
              <a:gd name="T112" fmla="*/ 2197 w 3375"/>
              <a:gd name="T113" fmla="*/ 264 h 3159"/>
              <a:gd name="T114" fmla="*/ 1463 w 3375"/>
              <a:gd name="T115" fmla="*/ 288 h 3159"/>
              <a:gd name="T116" fmla="*/ 964 w 3375"/>
              <a:gd name="T117" fmla="*/ 598 h 3159"/>
              <a:gd name="T118" fmla="*/ 640 w 3375"/>
              <a:gd name="T119" fmla="*/ 641 h 3159"/>
              <a:gd name="T120" fmla="*/ 1090 w 3375"/>
              <a:gd name="T121" fmla="*/ 220 h 3159"/>
              <a:gd name="T122" fmla="*/ 1683 w 3375"/>
              <a:gd name="T123" fmla="*/ 12 h 3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75" h="3159">
                <a:moveTo>
                  <a:pt x="2246" y="1178"/>
                </a:moveTo>
                <a:lnTo>
                  <a:pt x="2246" y="1180"/>
                </a:lnTo>
                <a:lnTo>
                  <a:pt x="2243" y="1186"/>
                </a:lnTo>
                <a:lnTo>
                  <a:pt x="2240" y="1197"/>
                </a:lnTo>
                <a:lnTo>
                  <a:pt x="2235" y="1208"/>
                </a:lnTo>
                <a:lnTo>
                  <a:pt x="2229" y="1222"/>
                </a:lnTo>
                <a:lnTo>
                  <a:pt x="2221" y="1236"/>
                </a:lnTo>
                <a:lnTo>
                  <a:pt x="2214" y="1251"/>
                </a:lnTo>
                <a:lnTo>
                  <a:pt x="2206" y="1264"/>
                </a:lnTo>
                <a:lnTo>
                  <a:pt x="2079" y="1456"/>
                </a:lnTo>
                <a:lnTo>
                  <a:pt x="2079" y="1458"/>
                </a:lnTo>
                <a:lnTo>
                  <a:pt x="2242" y="1458"/>
                </a:lnTo>
                <a:lnTo>
                  <a:pt x="2242" y="1271"/>
                </a:lnTo>
                <a:lnTo>
                  <a:pt x="2242" y="1252"/>
                </a:lnTo>
                <a:lnTo>
                  <a:pt x="2243" y="1233"/>
                </a:lnTo>
                <a:lnTo>
                  <a:pt x="2245" y="1216"/>
                </a:lnTo>
                <a:lnTo>
                  <a:pt x="2246" y="1201"/>
                </a:lnTo>
                <a:lnTo>
                  <a:pt x="2247" y="1188"/>
                </a:lnTo>
                <a:lnTo>
                  <a:pt x="2248" y="1181"/>
                </a:lnTo>
                <a:lnTo>
                  <a:pt x="2249" y="1178"/>
                </a:lnTo>
                <a:lnTo>
                  <a:pt x="2246" y="1178"/>
                </a:lnTo>
                <a:close/>
                <a:moveTo>
                  <a:pt x="2194" y="995"/>
                </a:moveTo>
                <a:lnTo>
                  <a:pt x="2443" y="995"/>
                </a:lnTo>
                <a:lnTo>
                  <a:pt x="2443" y="1458"/>
                </a:lnTo>
                <a:lnTo>
                  <a:pt x="2543" y="1458"/>
                </a:lnTo>
                <a:lnTo>
                  <a:pt x="2543" y="1627"/>
                </a:lnTo>
                <a:lnTo>
                  <a:pt x="2443" y="1627"/>
                </a:lnTo>
                <a:lnTo>
                  <a:pt x="2443" y="1830"/>
                </a:lnTo>
                <a:lnTo>
                  <a:pt x="2242" y="1830"/>
                </a:lnTo>
                <a:lnTo>
                  <a:pt x="2242" y="1627"/>
                </a:lnTo>
                <a:lnTo>
                  <a:pt x="1872" y="1627"/>
                </a:lnTo>
                <a:lnTo>
                  <a:pt x="1872" y="1503"/>
                </a:lnTo>
                <a:lnTo>
                  <a:pt x="2194" y="995"/>
                </a:lnTo>
                <a:close/>
                <a:moveTo>
                  <a:pt x="1489" y="981"/>
                </a:moveTo>
                <a:lnTo>
                  <a:pt x="1518" y="982"/>
                </a:lnTo>
                <a:lnTo>
                  <a:pt x="1547" y="986"/>
                </a:lnTo>
                <a:lnTo>
                  <a:pt x="1576" y="992"/>
                </a:lnTo>
                <a:lnTo>
                  <a:pt x="1605" y="1000"/>
                </a:lnTo>
                <a:lnTo>
                  <a:pt x="1632" y="1011"/>
                </a:lnTo>
                <a:lnTo>
                  <a:pt x="1658" y="1026"/>
                </a:lnTo>
                <a:lnTo>
                  <a:pt x="1682" y="1042"/>
                </a:lnTo>
                <a:lnTo>
                  <a:pt x="1704" y="1062"/>
                </a:lnTo>
                <a:lnTo>
                  <a:pt x="1724" y="1083"/>
                </a:lnTo>
                <a:lnTo>
                  <a:pt x="1741" y="1109"/>
                </a:lnTo>
                <a:lnTo>
                  <a:pt x="1755" y="1136"/>
                </a:lnTo>
                <a:lnTo>
                  <a:pt x="1765" y="1167"/>
                </a:lnTo>
                <a:lnTo>
                  <a:pt x="1771" y="1200"/>
                </a:lnTo>
                <a:lnTo>
                  <a:pt x="1773" y="1236"/>
                </a:lnTo>
                <a:lnTo>
                  <a:pt x="1771" y="1272"/>
                </a:lnTo>
                <a:lnTo>
                  <a:pt x="1765" y="1305"/>
                </a:lnTo>
                <a:lnTo>
                  <a:pt x="1755" y="1336"/>
                </a:lnTo>
                <a:lnTo>
                  <a:pt x="1742" y="1364"/>
                </a:lnTo>
                <a:lnTo>
                  <a:pt x="1725" y="1390"/>
                </a:lnTo>
                <a:lnTo>
                  <a:pt x="1707" y="1414"/>
                </a:lnTo>
                <a:lnTo>
                  <a:pt x="1686" y="1437"/>
                </a:lnTo>
                <a:lnTo>
                  <a:pt x="1664" y="1457"/>
                </a:lnTo>
                <a:lnTo>
                  <a:pt x="1640" y="1477"/>
                </a:lnTo>
                <a:lnTo>
                  <a:pt x="1617" y="1494"/>
                </a:lnTo>
                <a:lnTo>
                  <a:pt x="1592" y="1510"/>
                </a:lnTo>
                <a:lnTo>
                  <a:pt x="1569" y="1527"/>
                </a:lnTo>
                <a:lnTo>
                  <a:pt x="1545" y="1542"/>
                </a:lnTo>
                <a:lnTo>
                  <a:pt x="1523" y="1556"/>
                </a:lnTo>
                <a:lnTo>
                  <a:pt x="1501" y="1570"/>
                </a:lnTo>
                <a:lnTo>
                  <a:pt x="1483" y="1584"/>
                </a:lnTo>
                <a:lnTo>
                  <a:pt x="1466" y="1597"/>
                </a:lnTo>
                <a:lnTo>
                  <a:pt x="1452" y="1611"/>
                </a:lnTo>
                <a:lnTo>
                  <a:pt x="1441" y="1625"/>
                </a:lnTo>
                <a:lnTo>
                  <a:pt x="1435" y="1639"/>
                </a:lnTo>
                <a:lnTo>
                  <a:pt x="1432" y="1655"/>
                </a:lnTo>
                <a:lnTo>
                  <a:pt x="1787" y="1655"/>
                </a:lnTo>
                <a:lnTo>
                  <a:pt x="1787" y="1830"/>
                </a:lnTo>
                <a:lnTo>
                  <a:pt x="1209" y="1830"/>
                </a:lnTo>
                <a:lnTo>
                  <a:pt x="1204" y="1798"/>
                </a:lnTo>
                <a:lnTo>
                  <a:pt x="1201" y="1768"/>
                </a:lnTo>
                <a:lnTo>
                  <a:pt x="1199" y="1740"/>
                </a:lnTo>
                <a:lnTo>
                  <a:pt x="1202" y="1699"/>
                </a:lnTo>
                <a:lnTo>
                  <a:pt x="1208" y="1662"/>
                </a:lnTo>
                <a:lnTo>
                  <a:pt x="1217" y="1627"/>
                </a:lnTo>
                <a:lnTo>
                  <a:pt x="1230" y="1594"/>
                </a:lnTo>
                <a:lnTo>
                  <a:pt x="1247" y="1565"/>
                </a:lnTo>
                <a:lnTo>
                  <a:pt x="1265" y="1537"/>
                </a:lnTo>
                <a:lnTo>
                  <a:pt x="1286" y="1513"/>
                </a:lnTo>
                <a:lnTo>
                  <a:pt x="1307" y="1489"/>
                </a:lnTo>
                <a:lnTo>
                  <a:pt x="1331" y="1466"/>
                </a:lnTo>
                <a:lnTo>
                  <a:pt x="1355" y="1446"/>
                </a:lnTo>
                <a:lnTo>
                  <a:pt x="1380" y="1428"/>
                </a:lnTo>
                <a:lnTo>
                  <a:pt x="1404" y="1409"/>
                </a:lnTo>
                <a:lnTo>
                  <a:pt x="1428" y="1393"/>
                </a:lnTo>
                <a:lnTo>
                  <a:pt x="1451" y="1377"/>
                </a:lnTo>
                <a:lnTo>
                  <a:pt x="1474" y="1361"/>
                </a:lnTo>
                <a:lnTo>
                  <a:pt x="1494" y="1347"/>
                </a:lnTo>
                <a:lnTo>
                  <a:pt x="1513" y="1332"/>
                </a:lnTo>
                <a:lnTo>
                  <a:pt x="1528" y="1317"/>
                </a:lnTo>
                <a:lnTo>
                  <a:pt x="1541" y="1303"/>
                </a:lnTo>
                <a:lnTo>
                  <a:pt x="1551" y="1288"/>
                </a:lnTo>
                <a:lnTo>
                  <a:pt x="1558" y="1272"/>
                </a:lnTo>
                <a:lnTo>
                  <a:pt x="1560" y="1256"/>
                </a:lnTo>
                <a:lnTo>
                  <a:pt x="1558" y="1236"/>
                </a:lnTo>
                <a:lnTo>
                  <a:pt x="1551" y="1219"/>
                </a:lnTo>
                <a:lnTo>
                  <a:pt x="1542" y="1205"/>
                </a:lnTo>
                <a:lnTo>
                  <a:pt x="1531" y="1192"/>
                </a:lnTo>
                <a:lnTo>
                  <a:pt x="1518" y="1184"/>
                </a:lnTo>
                <a:lnTo>
                  <a:pt x="1502" y="1178"/>
                </a:lnTo>
                <a:lnTo>
                  <a:pt x="1486" y="1175"/>
                </a:lnTo>
                <a:lnTo>
                  <a:pt x="1470" y="1173"/>
                </a:lnTo>
                <a:lnTo>
                  <a:pt x="1447" y="1176"/>
                </a:lnTo>
                <a:lnTo>
                  <a:pt x="1427" y="1182"/>
                </a:lnTo>
                <a:lnTo>
                  <a:pt x="1408" y="1192"/>
                </a:lnTo>
                <a:lnTo>
                  <a:pt x="1392" y="1205"/>
                </a:lnTo>
                <a:lnTo>
                  <a:pt x="1379" y="1218"/>
                </a:lnTo>
                <a:lnTo>
                  <a:pt x="1366" y="1231"/>
                </a:lnTo>
                <a:lnTo>
                  <a:pt x="1358" y="1243"/>
                </a:lnTo>
                <a:lnTo>
                  <a:pt x="1351" y="1253"/>
                </a:lnTo>
                <a:lnTo>
                  <a:pt x="1348" y="1260"/>
                </a:lnTo>
                <a:lnTo>
                  <a:pt x="1346" y="1262"/>
                </a:lnTo>
                <a:lnTo>
                  <a:pt x="1195" y="1161"/>
                </a:lnTo>
                <a:lnTo>
                  <a:pt x="1196" y="1159"/>
                </a:lnTo>
                <a:lnTo>
                  <a:pt x="1199" y="1153"/>
                </a:lnTo>
                <a:lnTo>
                  <a:pt x="1203" y="1144"/>
                </a:lnTo>
                <a:lnTo>
                  <a:pt x="1210" y="1132"/>
                </a:lnTo>
                <a:lnTo>
                  <a:pt x="1219" y="1119"/>
                </a:lnTo>
                <a:lnTo>
                  <a:pt x="1230" y="1103"/>
                </a:lnTo>
                <a:lnTo>
                  <a:pt x="1244" y="1087"/>
                </a:lnTo>
                <a:lnTo>
                  <a:pt x="1260" y="1071"/>
                </a:lnTo>
                <a:lnTo>
                  <a:pt x="1278" y="1054"/>
                </a:lnTo>
                <a:lnTo>
                  <a:pt x="1300" y="1038"/>
                </a:lnTo>
                <a:lnTo>
                  <a:pt x="1324" y="1023"/>
                </a:lnTo>
                <a:lnTo>
                  <a:pt x="1351" y="1008"/>
                </a:lnTo>
                <a:lnTo>
                  <a:pt x="1381" y="997"/>
                </a:lnTo>
                <a:lnTo>
                  <a:pt x="1413" y="989"/>
                </a:lnTo>
                <a:lnTo>
                  <a:pt x="1449" y="983"/>
                </a:lnTo>
                <a:lnTo>
                  <a:pt x="1489" y="981"/>
                </a:lnTo>
                <a:close/>
                <a:moveTo>
                  <a:pt x="422" y="734"/>
                </a:moveTo>
                <a:lnTo>
                  <a:pt x="452" y="738"/>
                </a:lnTo>
                <a:lnTo>
                  <a:pt x="482" y="746"/>
                </a:lnTo>
                <a:lnTo>
                  <a:pt x="513" y="758"/>
                </a:lnTo>
                <a:lnTo>
                  <a:pt x="545" y="775"/>
                </a:lnTo>
                <a:lnTo>
                  <a:pt x="578" y="799"/>
                </a:lnTo>
                <a:lnTo>
                  <a:pt x="612" y="827"/>
                </a:lnTo>
                <a:lnTo>
                  <a:pt x="646" y="863"/>
                </a:lnTo>
                <a:lnTo>
                  <a:pt x="682" y="905"/>
                </a:lnTo>
                <a:lnTo>
                  <a:pt x="716" y="948"/>
                </a:lnTo>
                <a:lnTo>
                  <a:pt x="746" y="990"/>
                </a:lnTo>
                <a:lnTo>
                  <a:pt x="771" y="1028"/>
                </a:lnTo>
                <a:lnTo>
                  <a:pt x="792" y="1065"/>
                </a:lnTo>
                <a:lnTo>
                  <a:pt x="809" y="1098"/>
                </a:lnTo>
                <a:lnTo>
                  <a:pt x="822" y="1130"/>
                </a:lnTo>
                <a:lnTo>
                  <a:pt x="833" y="1161"/>
                </a:lnTo>
                <a:lnTo>
                  <a:pt x="839" y="1188"/>
                </a:lnTo>
                <a:lnTo>
                  <a:pt x="842" y="1215"/>
                </a:lnTo>
                <a:lnTo>
                  <a:pt x="843" y="1240"/>
                </a:lnTo>
                <a:lnTo>
                  <a:pt x="841" y="1264"/>
                </a:lnTo>
                <a:lnTo>
                  <a:pt x="836" y="1288"/>
                </a:lnTo>
                <a:lnTo>
                  <a:pt x="827" y="1309"/>
                </a:lnTo>
                <a:lnTo>
                  <a:pt x="818" y="1329"/>
                </a:lnTo>
                <a:lnTo>
                  <a:pt x="807" y="1350"/>
                </a:lnTo>
                <a:lnTo>
                  <a:pt x="794" y="1369"/>
                </a:lnTo>
                <a:lnTo>
                  <a:pt x="778" y="1389"/>
                </a:lnTo>
                <a:lnTo>
                  <a:pt x="762" y="1408"/>
                </a:lnTo>
                <a:lnTo>
                  <a:pt x="745" y="1428"/>
                </a:lnTo>
                <a:lnTo>
                  <a:pt x="726" y="1446"/>
                </a:lnTo>
                <a:lnTo>
                  <a:pt x="707" y="1465"/>
                </a:lnTo>
                <a:lnTo>
                  <a:pt x="687" y="1485"/>
                </a:lnTo>
                <a:lnTo>
                  <a:pt x="667" y="1505"/>
                </a:lnTo>
                <a:lnTo>
                  <a:pt x="653" y="1523"/>
                </a:lnTo>
                <a:lnTo>
                  <a:pt x="643" y="1543"/>
                </a:lnTo>
                <a:lnTo>
                  <a:pt x="639" y="1566"/>
                </a:lnTo>
                <a:lnTo>
                  <a:pt x="639" y="1590"/>
                </a:lnTo>
                <a:lnTo>
                  <a:pt x="643" y="1616"/>
                </a:lnTo>
                <a:lnTo>
                  <a:pt x="650" y="1644"/>
                </a:lnTo>
                <a:lnTo>
                  <a:pt x="662" y="1674"/>
                </a:lnTo>
                <a:lnTo>
                  <a:pt x="677" y="1705"/>
                </a:lnTo>
                <a:lnTo>
                  <a:pt x="694" y="1737"/>
                </a:lnTo>
                <a:lnTo>
                  <a:pt x="715" y="1770"/>
                </a:lnTo>
                <a:lnTo>
                  <a:pt x="738" y="1805"/>
                </a:lnTo>
                <a:lnTo>
                  <a:pt x="764" y="1840"/>
                </a:lnTo>
                <a:lnTo>
                  <a:pt x="793" y="1876"/>
                </a:lnTo>
                <a:lnTo>
                  <a:pt x="822" y="1912"/>
                </a:lnTo>
                <a:lnTo>
                  <a:pt x="853" y="1949"/>
                </a:lnTo>
                <a:lnTo>
                  <a:pt x="887" y="1986"/>
                </a:lnTo>
                <a:lnTo>
                  <a:pt x="920" y="2023"/>
                </a:lnTo>
                <a:lnTo>
                  <a:pt x="955" y="2061"/>
                </a:lnTo>
                <a:lnTo>
                  <a:pt x="990" y="2096"/>
                </a:lnTo>
                <a:lnTo>
                  <a:pt x="1026" y="2133"/>
                </a:lnTo>
                <a:lnTo>
                  <a:pt x="1063" y="2169"/>
                </a:lnTo>
                <a:lnTo>
                  <a:pt x="1099" y="2205"/>
                </a:lnTo>
                <a:lnTo>
                  <a:pt x="1136" y="2240"/>
                </a:lnTo>
                <a:lnTo>
                  <a:pt x="1173" y="2273"/>
                </a:lnTo>
                <a:lnTo>
                  <a:pt x="1210" y="2306"/>
                </a:lnTo>
                <a:lnTo>
                  <a:pt x="1247" y="2338"/>
                </a:lnTo>
                <a:lnTo>
                  <a:pt x="1284" y="2367"/>
                </a:lnTo>
                <a:lnTo>
                  <a:pt x="1319" y="2395"/>
                </a:lnTo>
                <a:lnTo>
                  <a:pt x="1354" y="2421"/>
                </a:lnTo>
                <a:lnTo>
                  <a:pt x="1389" y="2444"/>
                </a:lnTo>
                <a:lnTo>
                  <a:pt x="1423" y="2465"/>
                </a:lnTo>
                <a:lnTo>
                  <a:pt x="1454" y="2483"/>
                </a:lnTo>
                <a:lnTo>
                  <a:pt x="1486" y="2497"/>
                </a:lnTo>
                <a:lnTo>
                  <a:pt x="1516" y="2509"/>
                </a:lnTo>
                <a:lnTo>
                  <a:pt x="1543" y="2517"/>
                </a:lnTo>
                <a:lnTo>
                  <a:pt x="1570" y="2521"/>
                </a:lnTo>
                <a:lnTo>
                  <a:pt x="1593" y="2520"/>
                </a:lnTo>
                <a:lnTo>
                  <a:pt x="1616" y="2516"/>
                </a:lnTo>
                <a:lnTo>
                  <a:pt x="1636" y="2506"/>
                </a:lnTo>
                <a:lnTo>
                  <a:pt x="1654" y="2492"/>
                </a:lnTo>
                <a:lnTo>
                  <a:pt x="1674" y="2472"/>
                </a:lnTo>
                <a:lnTo>
                  <a:pt x="1694" y="2452"/>
                </a:lnTo>
                <a:lnTo>
                  <a:pt x="1713" y="2433"/>
                </a:lnTo>
                <a:lnTo>
                  <a:pt x="1733" y="2414"/>
                </a:lnTo>
                <a:lnTo>
                  <a:pt x="1751" y="2397"/>
                </a:lnTo>
                <a:lnTo>
                  <a:pt x="1770" y="2381"/>
                </a:lnTo>
                <a:lnTo>
                  <a:pt x="1790" y="2365"/>
                </a:lnTo>
                <a:lnTo>
                  <a:pt x="1809" y="2352"/>
                </a:lnTo>
                <a:lnTo>
                  <a:pt x="1830" y="2341"/>
                </a:lnTo>
                <a:lnTo>
                  <a:pt x="1850" y="2332"/>
                </a:lnTo>
                <a:lnTo>
                  <a:pt x="1873" y="2324"/>
                </a:lnTo>
                <a:lnTo>
                  <a:pt x="1895" y="2319"/>
                </a:lnTo>
                <a:lnTo>
                  <a:pt x="1919" y="2316"/>
                </a:lnTo>
                <a:lnTo>
                  <a:pt x="1944" y="2317"/>
                </a:lnTo>
                <a:lnTo>
                  <a:pt x="1971" y="2320"/>
                </a:lnTo>
                <a:lnTo>
                  <a:pt x="1999" y="2326"/>
                </a:lnTo>
                <a:lnTo>
                  <a:pt x="2029" y="2337"/>
                </a:lnTo>
                <a:lnTo>
                  <a:pt x="2061" y="2350"/>
                </a:lnTo>
                <a:lnTo>
                  <a:pt x="2095" y="2367"/>
                </a:lnTo>
                <a:lnTo>
                  <a:pt x="2131" y="2388"/>
                </a:lnTo>
                <a:lnTo>
                  <a:pt x="2170" y="2413"/>
                </a:lnTo>
                <a:lnTo>
                  <a:pt x="2211" y="2443"/>
                </a:lnTo>
                <a:lnTo>
                  <a:pt x="2255" y="2477"/>
                </a:lnTo>
                <a:lnTo>
                  <a:pt x="2297" y="2513"/>
                </a:lnTo>
                <a:lnTo>
                  <a:pt x="2332" y="2547"/>
                </a:lnTo>
                <a:lnTo>
                  <a:pt x="2360" y="2581"/>
                </a:lnTo>
                <a:lnTo>
                  <a:pt x="2384" y="2614"/>
                </a:lnTo>
                <a:lnTo>
                  <a:pt x="2401" y="2647"/>
                </a:lnTo>
                <a:lnTo>
                  <a:pt x="2414" y="2677"/>
                </a:lnTo>
                <a:lnTo>
                  <a:pt x="2422" y="2707"/>
                </a:lnTo>
                <a:lnTo>
                  <a:pt x="2425" y="2737"/>
                </a:lnTo>
                <a:lnTo>
                  <a:pt x="2424" y="2765"/>
                </a:lnTo>
                <a:lnTo>
                  <a:pt x="2419" y="2793"/>
                </a:lnTo>
                <a:lnTo>
                  <a:pt x="2412" y="2819"/>
                </a:lnTo>
                <a:lnTo>
                  <a:pt x="2400" y="2846"/>
                </a:lnTo>
                <a:lnTo>
                  <a:pt x="2387" y="2872"/>
                </a:lnTo>
                <a:lnTo>
                  <a:pt x="2371" y="2896"/>
                </a:lnTo>
                <a:lnTo>
                  <a:pt x="2352" y="2920"/>
                </a:lnTo>
                <a:lnTo>
                  <a:pt x="2333" y="2943"/>
                </a:lnTo>
                <a:lnTo>
                  <a:pt x="2312" y="2967"/>
                </a:lnTo>
                <a:lnTo>
                  <a:pt x="2291" y="2989"/>
                </a:lnTo>
                <a:lnTo>
                  <a:pt x="2269" y="3011"/>
                </a:lnTo>
                <a:lnTo>
                  <a:pt x="2247" y="3032"/>
                </a:lnTo>
                <a:lnTo>
                  <a:pt x="2224" y="3054"/>
                </a:lnTo>
                <a:lnTo>
                  <a:pt x="2203" y="3074"/>
                </a:lnTo>
                <a:lnTo>
                  <a:pt x="2183" y="3093"/>
                </a:lnTo>
                <a:lnTo>
                  <a:pt x="2160" y="3113"/>
                </a:lnTo>
                <a:lnTo>
                  <a:pt x="2131" y="3129"/>
                </a:lnTo>
                <a:lnTo>
                  <a:pt x="2100" y="3142"/>
                </a:lnTo>
                <a:lnTo>
                  <a:pt x="2064" y="3151"/>
                </a:lnTo>
                <a:lnTo>
                  <a:pt x="2024" y="3157"/>
                </a:lnTo>
                <a:lnTo>
                  <a:pt x="1980" y="3159"/>
                </a:lnTo>
                <a:lnTo>
                  <a:pt x="1933" y="3158"/>
                </a:lnTo>
                <a:lnTo>
                  <a:pt x="1883" y="3153"/>
                </a:lnTo>
                <a:lnTo>
                  <a:pt x="1830" y="3144"/>
                </a:lnTo>
                <a:lnTo>
                  <a:pt x="1773" y="3131"/>
                </a:lnTo>
                <a:lnTo>
                  <a:pt x="1714" y="3115"/>
                </a:lnTo>
                <a:lnTo>
                  <a:pt x="1652" y="3094"/>
                </a:lnTo>
                <a:lnTo>
                  <a:pt x="1588" y="3071"/>
                </a:lnTo>
                <a:lnTo>
                  <a:pt x="1522" y="3042"/>
                </a:lnTo>
                <a:lnTo>
                  <a:pt x="1453" y="3011"/>
                </a:lnTo>
                <a:lnTo>
                  <a:pt x="1384" y="2974"/>
                </a:lnTo>
                <a:lnTo>
                  <a:pt x="1312" y="2934"/>
                </a:lnTo>
                <a:lnTo>
                  <a:pt x="1240" y="2889"/>
                </a:lnTo>
                <a:lnTo>
                  <a:pt x="1165" y="2841"/>
                </a:lnTo>
                <a:lnTo>
                  <a:pt x="1089" y="2788"/>
                </a:lnTo>
                <a:lnTo>
                  <a:pt x="1014" y="2729"/>
                </a:lnTo>
                <a:lnTo>
                  <a:pt x="937" y="2668"/>
                </a:lnTo>
                <a:lnTo>
                  <a:pt x="859" y="2602"/>
                </a:lnTo>
                <a:lnTo>
                  <a:pt x="781" y="2531"/>
                </a:lnTo>
                <a:lnTo>
                  <a:pt x="704" y="2455"/>
                </a:lnTo>
                <a:lnTo>
                  <a:pt x="629" y="2378"/>
                </a:lnTo>
                <a:lnTo>
                  <a:pt x="557" y="2300"/>
                </a:lnTo>
                <a:lnTo>
                  <a:pt x="491" y="2222"/>
                </a:lnTo>
                <a:lnTo>
                  <a:pt x="430" y="2145"/>
                </a:lnTo>
                <a:lnTo>
                  <a:pt x="372" y="2070"/>
                </a:lnTo>
                <a:lnTo>
                  <a:pt x="319" y="1994"/>
                </a:lnTo>
                <a:lnTo>
                  <a:pt x="270" y="1921"/>
                </a:lnTo>
                <a:lnTo>
                  <a:pt x="225" y="1847"/>
                </a:lnTo>
                <a:lnTo>
                  <a:pt x="185" y="1775"/>
                </a:lnTo>
                <a:lnTo>
                  <a:pt x="148" y="1706"/>
                </a:lnTo>
                <a:lnTo>
                  <a:pt x="117" y="1637"/>
                </a:lnTo>
                <a:lnTo>
                  <a:pt x="89" y="1571"/>
                </a:lnTo>
                <a:lnTo>
                  <a:pt x="64" y="1507"/>
                </a:lnTo>
                <a:lnTo>
                  <a:pt x="44" y="1446"/>
                </a:lnTo>
                <a:lnTo>
                  <a:pt x="28" y="1387"/>
                </a:lnTo>
                <a:lnTo>
                  <a:pt x="15" y="1330"/>
                </a:lnTo>
                <a:lnTo>
                  <a:pt x="6" y="1276"/>
                </a:lnTo>
                <a:lnTo>
                  <a:pt x="1" y="1226"/>
                </a:lnTo>
                <a:lnTo>
                  <a:pt x="0" y="1179"/>
                </a:lnTo>
                <a:lnTo>
                  <a:pt x="2" y="1135"/>
                </a:lnTo>
                <a:lnTo>
                  <a:pt x="8" y="1095"/>
                </a:lnTo>
                <a:lnTo>
                  <a:pt x="17" y="1059"/>
                </a:lnTo>
                <a:lnTo>
                  <a:pt x="30" y="1028"/>
                </a:lnTo>
                <a:lnTo>
                  <a:pt x="46" y="1000"/>
                </a:lnTo>
                <a:lnTo>
                  <a:pt x="65" y="977"/>
                </a:lnTo>
                <a:lnTo>
                  <a:pt x="86" y="956"/>
                </a:lnTo>
                <a:lnTo>
                  <a:pt x="106" y="935"/>
                </a:lnTo>
                <a:lnTo>
                  <a:pt x="127" y="912"/>
                </a:lnTo>
                <a:lnTo>
                  <a:pt x="148" y="891"/>
                </a:lnTo>
                <a:lnTo>
                  <a:pt x="171" y="868"/>
                </a:lnTo>
                <a:lnTo>
                  <a:pt x="192" y="847"/>
                </a:lnTo>
                <a:lnTo>
                  <a:pt x="216" y="826"/>
                </a:lnTo>
                <a:lnTo>
                  <a:pt x="239" y="807"/>
                </a:lnTo>
                <a:lnTo>
                  <a:pt x="263" y="789"/>
                </a:lnTo>
                <a:lnTo>
                  <a:pt x="288" y="773"/>
                </a:lnTo>
                <a:lnTo>
                  <a:pt x="314" y="759"/>
                </a:lnTo>
                <a:lnTo>
                  <a:pt x="340" y="749"/>
                </a:lnTo>
                <a:lnTo>
                  <a:pt x="367" y="740"/>
                </a:lnTo>
                <a:lnTo>
                  <a:pt x="395" y="735"/>
                </a:lnTo>
                <a:lnTo>
                  <a:pt x="422" y="734"/>
                </a:lnTo>
                <a:close/>
                <a:moveTo>
                  <a:pt x="1872" y="0"/>
                </a:moveTo>
                <a:lnTo>
                  <a:pt x="1970" y="4"/>
                </a:lnTo>
                <a:lnTo>
                  <a:pt x="2067" y="13"/>
                </a:lnTo>
                <a:lnTo>
                  <a:pt x="2162" y="29"/>
                </a:lnTo>
                <a:lnTo>
                  <a:pt x="2255" y="50"/>
                </a:lnTo>
                <a:lnTo>
                  <a:pt x="2346" y="77"/>
                </a:lnTo>
                <a:lnTo>
                  <a:pt x="2434" y="110"/>
                </a:lnTo>
                <a:lnTo>
                  <a:pt x="2520" y="147"/>
                </a:lnTo>
                <a:lnTo>
                  <a:pt x="2603" y="190"/>
                </a:lnTo>
                <a:lnTo>
                  <a:pt x="2683" y="238"/>
                </a:lnTo>
                <a:lnTo>
                  <a:pt x="2758" y="291"/>
                </a:lnTo>
                <a:lnTo>
                  <a:pt x="2832" y="348"/>
                </a:lnTo>
                <a:lnTo>
                  <a:pt x="2900" y="409"/>
                </a:lnTo>
                <a:lnTo>
                  <a:pt x="2966" y="475"/>
                </a:lnTo>
                <a:lnTo>
                  <a:pt x="3027" y="544"/>
                </a:lnTo>
                <a:lnTo>
                  <a:pt x="3085" y="617"/>
                </a:lnTo>
                <a:lnTo>
                  <a:pt x="3137" y="693"/>
                </a:lnTo>
                <a:lnTo>
                  <a:pt x="3185" y="773"/>
                </a:lnTo>
                <a:lnTo>
                  <a:pt x="3228" y="855"/>
                </a:lnTo>
                <a:lnTo>
                  <a:pt x="3266" y="941"/>
                </a:lnTo>
                <a:lnTo>
                  <a:pt x="3298" y="1030"/>
                </a:lnTo>
                <a:lnTo>
                  <a:pt x="3325" y="1120"/>
                </a:lnTo>
                <a:lnTo>
                  <a:pt x="3346" y="1213"/>
                </a:lnTo>
                <a:lnTo>
                  <a:pt x="3363" y="1308"/>
                </a:lnTo>
                <a:lnTo>
                  <a:pt x="3372" y="1405"/>
                </a:lnTo>
                <a:lnTo>
                  <a:pt x="3375" y="1504"/>
                </a:lnTo>
                <a:lnTo>
                  <a:pt x="3372" y="1598"/>
                </a:lnTo>
                <a:lnTo>
                  <a:pt x="3364" y="1692"/>
                </a:lnTo>
                <a:lnTo>
                  <a:pt x="3349" y="1783"/>
                </a:lnTo>
                <a:lnTo>
                  <a:pt x="3329" y="1873"/>
                </a:lnTo>
                <a:lnTo>
                  <a:pt x="3304" y="1960"/>
                </a:lnTo>
                <a:lnTo>
                  <a:pt x="3274" y="2046"/>
                </a:lnTo>
                <a:lnTo>
                  <a:pt x="3239" y="2129"/>
                </a:lnTo>
                <a:lnTo>
                  <a:pt x="3199" y="2209"/>
                </a:lnTo>
                <a:lnTo>
                  <a:pt x="3155" y="2287"/>
                </a:lnTo>
                <a:lnTo>
                  <a:pt x="3106" y="2361"/>
                </a:lnTo>
                <a:lnTo>
                  <a:pt x="3054" y="2433"/>
                </a:lnTo>
                <a:lnTo>
                  <a:pt x="2997" y="2500"/>
                </a:lnTo>
                <a:lnTo>
                  <a:pt x="2936" y="2565"/>
                </a:lnTo>
                <a:lnTo>
                  <a:pt x="2872" y="2626"/>
                </a:lnTo>
                <a:lnTo>
                  <a:pt x="2803" y="2683"/>
                </a:lnTo>
                <a:lnTo>
                  <a:pt x="2733" y="2737"/>
                </a:lnTo>
                <a:lnTo>
                  <a:pt x="2658" y="2785"/>
                </a:lnTo>
                <a:lnTo>
                  <a:pt x="2580" y="2830"/>
                </a:lnTo>
                <a:lnTo>
                  <a:pt x="2586" y="2797"/>
                </a:lnTo>
                <a:lnTo>
                  <a:pt x="2590" y="2763"/>
                </a:lnTo>
                <a:lnTo>
                  <a:pt x="2591" y="2728"/>
                </a:lnTo>
                <a:lnTo>
                  <a:pt x="2585" y="2680"/>
                </a:lnTo>
                <a:lnTo>
                  <a:pt x="2574" y="2633"/>
                </a:lnTo>
                <a:lnTo>
                  <a:pt x="2557" y="2587"/>
                </a:lnTo>
                <a:lnTo>
                  <a:pt x="2623" y="2541"/>
                </a:lnTo>
                <a:lnTo>
                  <a:pt x="2687" y="2492"/>
                </a:lnTo>
                <a:lnTo>
                  <a:pt x="2747" y="2440"/>
                </a:lnTo>
                <a:lnTo>
                  <a:pt x="2803" y="2383"/>
                </a:lnTo>
                <a:lnTo>
                  <a:pt x="2856" y="2323"/>
                </a:lnTo>
                <a:lnTo>
                  <a:pt x="2907" y="2260"/>
                </a:lnTo>
                <a:lnTo>
                  <a:pt x="2952" y="2194"/>
                </a:lnTo>
                <a:lnTo>
                  <a:pt x="2994" y="2124"/>
                </a:lnTo>
                <a:lnTo>
                  <a:pt x="3030" y="2052"/>
                </a:lnTo>
                <a:lnTo>
                  <a:pt x="3063" y="1978"/>
                </a:lnTo>
                <a:lnTo>
                  <a:pt x="3091" y="1901"/>
                </a:lnTo>
                <a:lnTo>
                  <a:pt x="3114" y="1822"/>
                </a:lnTo>
                <a:lnTo>
                  <a:pt x="3132" y="1742"/>
                </a:lnTo>
                <a:lnTo>
                  <a:pt x="3145" y="1659"/>
                </a:lnTo>
                <a:lnTo>
                  <a:pt x="2883" y="1504"/>
                </a:lnTo>
                <a:lnTo>
                  <a:pt x="3145" y="1350"/>
                </a:lnTo>
                <a:lnTo>
                  <a:pt x="3132" y="1263"/>
                </a:lnTo>
                <a:lnTo>
                  <a:pt x="3112" y="1178"/>
                </a:lnTo>
                <a:lnTo>
                  <a:pt x="3088" y="1096"/>
                </a:lnTo>
                <a:lnTo>
                  <a:pt x="3057" y="1016"/>
                </a:lnTo>
                <a:lnTo>
                  <a:pt x="3022" y="939"/>
                </a:lnTo>
                <a:lnTo>
                  <a:pt x="2982" y="864"/>
                </a:lnTo>
                <a:lnTo>
                  <a:pt x="2937" y="793"/>
                </a:lnTo>
                <a:lnTo>
                  <a:pt x="2888" y="724"/>
                </a:lnTo>
                <a:lnTo>
                  <a:pt x="2835" y="659"/>
                </a:lnTo>
                <a:lnTo>
                  <a:pt x="2778" y="597"/>
                </a:lnTo>
                <a:lnTo>
                  <a:pt x="2716" y="540"/>
                </a:lnTo>
                <a:lnTo>
                  <a:pt x="2652" y="487"/>
                </a:lnTo>
                <a:lnTo>
                  <a:pt x="2583" y="438"/>
                </a:lnTo>
                <a:lnTo>
                  <a:pt x="2512" y="393"/>
                </a:lnTo>
                <a:lnTo>
                  <a:pt x="2437" y="353"/>
                </a:lnTo>
                <a:lnTo>
                  <a:pt x="2359" y="318"/>
                </a:lnTo>
                <a:lnTo>
                  <a:pt x="2280" y="288"/>
                </a:lnTo>
                <a:lnTo>
                  <a:pt x="2197" y="264"/>
                </a:lnTo>
                <a:lnTo>
                  <a:pt x="2112" y="244"/>
                </a:lnTo>
                <a:lnTo>
                  <a:pt x="2025" y="231"/>
                </a:lnTo>
                <a:lnTo>
                  <a:pt x="1872" y="492"/>
                </a:lnTo>
                <a:lnTo>
                  <a:pt x="1717" y="231"/>
                </a:lnTo>
                <a:lnTo>
                  <a:pt x="1630" y="244"/>
                </a:lnTo>
                <a:lnTo>
                  <a:pt x="1545" y="264"/>
                </a:lnTo>
                <a:lnTo>
                  <a:pt x="1463" y="288"/>
                </a:lnTo>
                <a:lnTo>
                  <a:pt x="1383" y="318"/>
                </a:lnTo>
                <a:lnTo>
                  <a:pt x="1305" y="354"/>
                </a:lnTo>
                <a:lnTo>
                  <a:pt x="1230" y="394"/>
                </a:lnTo>
                <a:lnTo>
                  <a:pt x="1159" y="439"/>
                </a:lnTo>
                <a:lnTo>
                  <a:pt x="1091" y="488"/>
                </a:lnTo>
                <a:lnTo>
                  <a:pt x="1026" y="541"/>
                </a:lnTo>
                <a:lnTo>
                  <a:pt x="964" y="598"/>
                </a:lnTo>
                <a:lnTo>
                  <a:pt x="907" y="660"/>
                </a:lnTo>
                <a:lnTo>
                  <a:pt x="854" y="725"/>
                </a:lnTo>
                <a:lnTo>
                  <a:pt x="805" y="794"/>
                </a:lnTo>
                <a:lnTo>
                  <a:pt x="765" y="748"/>
                </a:lnTo>
                <a:lnTo>
                  <a:pt x="724" y="707"/>
                </a:lnTo>
                <a:lnTo>
                  <a:pt x="682" y="672"/>
                </a:lnTo>
                <a:lnTo>
                  <a:pt x="640" y="641"/>
                </a:lnTo>
                <a:lnTo>
                  <a:pt x="693" y="571"/>
                </a:lnTo>
                <a:lnTo>
                  <a:pt x="751" y="503"/>
                </a:lnTo>
                <a:lnTo>
                  <a:pt x="812" y="439"/>
                </a:lnTo>
                <a:lnTo>
                  <a:pt x="876" y="378"/>
                </a:lnTo>
                <a:lnTo>
                  <a:pt x="944" y="321"/>
                </a:lnTo>
                <a:lnTo>
                  <a:pt x="1016" y="268"/>
                </a:lnTo>
                <a:lnTo>
                  <a:pt x="1090" y="220"/>
                </a:lnTo>
                <a:lnTo>
                  <a:pt x="1167" y="176"/>
                </a:lnTo>
                <a:lnTo>
                  <a:pt x="1248" y="136"/>
                </a:lnTo>
                <a:lnTo>
                  <a:pt x="1331" y="101"/>
                </a:lnTo>
                <a:lnTo>
                  <a:pt x="1415" y="71"/>
                </a:lnTo>
                <a:lnTo>
                  <a:pt x="1502" y="46"/>
                </a:lnTo>
                <a:lnTo>
                  <a:pt x="1592" y="27"/>
                </a:lnTo>
                <a:lnTo>
                  <a:pt x="1683" y="12"/>
                </a:lnTo>
                <a:lnTo>
                  <a:pt x="1776" y="3"/>
                </a:lnTo>
                <a:lnTo>
                  <a:pt x="18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5F19A-E0CF-7868-E2A6-656A9F272C60}"/>
              </a:ext>
            </a:extLst>
          </p:cNvPr>
          <p:cNvSpPr txBox="1"/>
          <p:nvPr/>
        </p:nvSpPr>
        <p:spPr>
          <a:xfrm>
            <a:off x="279069" y="219694"/>
            <a:ext cx="5308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额外实现：</a:t>
            </a:r>
            <a:r>
              <a:rPr lang="en-US" altLang="zh-CN" sz="2400" dirty="0">
                <a:latin typeface="方正姚体" panose="02010601030101010101" pitchFamily="2" charset="-122"/>
                <a:ea typeface="方正姚体" panose="02010601030101010101" pitchFamily="2" charset="-122"/>
              </a:rPr>
              <a:t>Watch</a:t>
            </a:r>
            <a:endParaRPr lang="zh-CN" altLang="en-US" sz="2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920FBA5-E481-2772-1F20-77FBDA82A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662" y="0"/>
            <a:ext cx="5327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696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C3A00CE-A493-4519-8C94-3C201E7914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7" t="26797" r="1203" b="38154"/>
          <a:stretch/>
        </p:blipFill>
        <p:spPr>
          <a:xfrm>
            <a:off x="0" y="1123478"/>
            <a:ext cx="12192001" cy="5734522"/>
          </a:xfrm>
          <a:custGeom>
            <a:avLst/>
            <a:gdLst>
              <a:gd name="connsiteX0" fmla="*/ 3716938 w 12192001"/>
              <a:gd name="connsiteY0" fmla="*/ 0 h 5734522"/>
              <a:gd name="connsiteX1" fmla="*/ 12192001 w 12192001"/>
              <a:gd name="connsiteY1" fmla="*/ 0 h 5734522"/>
              <a:gd name="connsiteX2" fmla="*/ 12192001 w 12192001"/>
              <a:gd name="connsiteY2" fmla="*/ 5734522 h 5734522"/>
              <a:gd name="connsiteX3" fmla="*/ 0 w 12192001"/>
              <a:gd name="connsiteY3" fmla="*/ 5734522 h 5734522"/>
              <a:gd name="connsiteX4" fmla="*/ 0 w 12192001"/>
              <a:gd name="connsiteY4" fmla="*/ 3272351 h 5734522"/>
              <a:gd name="connsiteX5" fmla="*/ 2645 w 12192001"/>
              <a:gd name="connsiteY5" fmla="*/ 3271740 h 5734522"/>
              <a:gd name="connsiteX6" fmla="*/ 279400 w 12192001"/>
              <a:gd name="connsiteY6" fmla="*/ 3219922 h 5734522"/>
              <a:gd name="connsiteX7" fmla="*/ 1358900 w 12192001"/>
              <a:gd name="connsiteY7" fmla="*/ 3029422 h 5734522"/>
              <a:gd name="connsiteX8" fmla="*/ 2197100 w 12192001"/>
              <a:gd name="connsiteY8" fmla="*/ 2851622 h 5734522"/>
              <a:gd name="connsiteX9" fmla="*/ 2578100 w 12192001"/>
              <a:gd name="connsiteY9" fmla="*/ 2762722 h 5734522"/>
              <a:gd name="connsiteX10" fmla="*/ 2946400 w 12192001"/>
              <a:gd name="connsiteY10" fmla="*/ 2711922 h 5734522"/>
              <a:gd name="connsiteX11" fmla="*/ 3276600 w 12192001"/>
              <a:gd name="connsiteY11" fmla="*/ 2623022 h 5734522"/>
              <a:gd name="connsiteX12" fmla="*/ 3860800 w 12192001"/>
              <a:gd name="connsiteY12" fmla="*/ 2496022 h 5734522"/>
              <a:gd name="connsiteX13" fmla="*/ 4368800 w 12192001"/>
              <a:gd name="connsiteY13" fmla="*/ 2292822 h 5734522"/>
              <a:gd name="connsiteX14" fmla="*/ 4724401 w 12192001"/>
              <a:gd name="connsiteY14" fmla="*/ 2127722 h 5734522"/>
              <a:gd name="connsiteX15" fmla="*/ 4838700 w 12192001"/>
              <a:gd name="connsiteY15" fmla="*/ 2038822 h 5734522"/>
              <a:gd name="connsiteX16" fmla="*/ 4953000 w 12192001"/>
              <a:gd name="connsiteY16" fmla="*/ 1962622 h 5734522"/>
              <a:gd name="connsiteX17" fmla="*/ 5130800 w 12192001"/>
              <a:gd name="connsiteY17" fmla="*/ 1772122 h 5734522"/>
              <a:gd name="connsiteX18" fmla="*/ 5194300 w 12192001"/>
              <a:gd name="connsiteY18" fmla="*/ 1657822 h 5734522"/>
              <a:gd name="connsiteX19" fmla="*/ 5257800 w 12192001"/>
              <a:gd name="connsiteY19" fmla="*/ 1556222 h 5734522"/>
              <a:gd name="connsiteX20" fmla="*/ 5321300 w 12192001"/>
              <a:gd name="connsiteY20" fmla="*/ 1340322 h 5734522"/>
              <a:gd name="connsiteX21" fmla="*/ 5308601 w 12192001"/>
              <a:gd name="connsiteY21" fmla="*/ 984722 h 5734522"/>
              <a:gd name="connsiteX22" fmla="*/ 5257800 w 12192001"/>
              <a:gd name="connsiteY22" fmla="*/ 857722 h 5734522"/>
              <a:gd name="connsiteX23" fmla="*/ 5130800 w 12192001"/>
              <a:gd name="connsiteY23" fmla="*/ 641822 h 5734522"/>
              <a:gd name="connsiteX24" fmla="*/ 4597400 w 12192001"/>
              <a:gd name="connsiteY24" fmla="*/ 273522 h 5734522"/>
              <a:gd name="connsiteX25" fmla="*/ 4152900 w 12192001"/>
              <a:gd name="connsiteY25" fmla="*/ 108422 h 5734522"/>
              <a:gd name="connsiteX26" fmla="*/ 3746500 w 12192001"/>
              <a:gd name="connsiteY26" fmla="*/ 6822 h 5734522"/>
              <a:gd name="connsiteX27" fmla="*/ 0 w 12192001"/>
              <a:gd name="connsiteY27" fmla="*/ 0 h 5734522"/>
              <a:gd name="connsiteX28" fmla="*/ 283869 w 12192001"/>
              <a:gd name="connsiteY28" fmla="*/ 0 h 5734522"/>
              <a:gd name="connsiteX29" fmla="*/ 266700 w 12192001"/>
              <a:gd name="connsiteY29" fmla="*/ 6822 h 5734522"/>
              <a:gd name="connsiteX30" fmla="*/ 165100 w 12192001"/>
              <a:gd name="connsiteY30" fmla="*/ 57622 h 5734522"/>
              <a:gd name="connsiteX31" fmla="*/ 50800 w 12192001"/>
              <a:gd name="connsiteY31" fmla="*/ 95722 h 5734522"/>
              <a:gd name="connsiteX32" fmla="*/ 5446 w 12192001"/>
              <a:gd name="connsiteY32" fmla="*/ 119418 h 5734522"/>
              <a:gd name="connsiteX33" fmla="*/ 0 w 12192001"/>
              <a:gd name="connsiteY33" fmla="*/ 122807 h 573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2192001" h="5734522">
                <a:moveTo>
                  <a:pt x="3716938" y="0"/>
                </a:moveTo>
                <a:lnTo>
                  <a:pt x="12192001" y="0"/>
                </a:lnTo>
                <a:lnTo>
                  <a:pt x="12192001" y="5734522"/>
                </a:lnTo>
                <a:lnTo>
                  <a:pt x="0" y="5734522"/>
                </a:lnTo>
                <a:lnTo>
                  <a:pt x="0" y="3272351"/>
                </a:lnTo>
                <a:lnTo>
                  <a:pt x="2645" y="3271740"/>
                </a:lnTo>
                <a:cubicBezTo>
                  <a:pt x="60371" y="3259157"/>
                  <a:pt x="147116" y="3242385"/>
                  <a:pt x="279400" y="3219922"/>
                </a:cubicBezTo>
                <a:cubicBezTo>
                  <a:pt x="482958" y="3185356"/>
                  <a:pt x="1095479" y="3085299"/>
                  <a:pt x="1358900" y="3029422"/>
                </a:cubicBezTo>
                <a:cubicBezTo>
                  <a:pt x="1638300" y="2970155"/>
                  <a:pt x="1918955" y="2916523"/>
                  <a:pt x="2197100" y="2851622"/>
                </a:cubicBezTo>
                <a:cubicBezTo>
                  <a:pt x="2324100" y="2821989"/>
                  <a:pt x="2449898" y="2786624"/>
                  <a:pt x="2578100" y="2762722"/>
                </a:cubicBezTo>
                <a:cubicBezTo>
                  <a:pt x="2699930" y="2740008"/>
                  <a:pt x="2824878" y="2736226"/>
                  <a:pt x="2946400" y="2711922"/>
                </a:cubicBezTo>
                <a:cubicBezTo>
                  <a:pt x="3058172" y="2689568"/>
                  <a:pt x="3165276" y="2647513"/>
                  <a:pt x="3276600" y="2623022"/>
                </a:cubicBezTo>
                <a:cubicBezTo>
                  <a:pt x="3588735" y="2554352"/>
                  <a:pt x="3564396" y="2601197"/>
                  <a:pt x="3860800" y="2496022"/>
                </a:cubicBezTo>
                <a:cubicBezTo>
                  <a:pt x="4032678" y="2435033"/>
                  <a:pt x="4199467" y="2360555"/>
                  <a:pt x="4368800" y="2292822"/>
                </a:cubicBezTo>
                <a:cubicBezTo>
                  <a:pt x="4515217" y="2234255"/>
                  <a:pt x="4592410" y="2211716"/>
                  <a:pt x="4724401" y="2127722"/>
                </a:cubicBezTo>
                <a:cubicBezTo>
                  <a:pt x="4765121" y="2101808"/>
                  <a:pt x="4799571" y="2067082"/>
                  <a:pt x="4838700" y="2038822"/>
                </a:cubicBezTo>
                <a:cubicBezTo>
                  <a:pt x="4875821" y="2012012"/>
                  <a:pt x="4917653" y="1991731"/>
                  <a:pt x="4953000" y="1962622"/>
                </a:cubicBezTo>
                <a:cubicBezTo>
                  <a:pt x="4985956" y="1935481"/>
                  <a:pt x="5101858" y="1814220"/>
                  <a:pt x="5130800" y="1772122"/>
                </a:cubicBezTo>
                <a:cubicBezTo>
                  <a:pt x="5155493" y="1736206"/>
                  <a:pt x="5172202" y="1695389"/>
                  <a:pt x="5194300" y="1657822"/>
                </a:cubicBezTo>
                <a:cubicBezTo>
                  <a:pt x="5214550" y="1623399"/>
                  <a:pt x="5239940" y="1591943"/>
                  <a:pt x="5257800" y="1556222"/>
                </a:cubicBezTo>
                <a:cubicBezTo>
                  <a:pt x="5295790" y="1480243"/>
                  <a:pt x="5302960" y="1422850"/>
                  <a:pt x="5321300" y="1340322"/>
                </a:cubicBezTo>
                <a:cubicBezTo>
                  <a:pt x="5317067" y="1221789"/>
                  <a:pt x="5324074" y="1102317"/>
                  <a:pt x="5308601" y="984722"/>
                </a:cubicBezTo>
                <a:cubicBezTo>
                  <a:pt x="5302653" y="939517"/>
                  <a:pt x="5276318" y="899387"/>
                  <a:pt x="5257800" y="857722"/>
                </a:cubicBezTo>
                <a:cubicBezTo>
                  <a:pt x="5231704" y="799006"/>
                  <a:pt x="5173362" y="686235"/>
                  <a:pt x="5130800" y="641822"/>
                </a:cubicBezTo>
                <a:cubicBezTo>
                  <a:pt x="4976711" y="481033"/>
                  <a:pt x="4805572" y="359239"/>
                  <a:pt x="4597400" y="273522"/>
                </a:cubicBezTo>
                <a:cubicBezTo>
                  <a:pt x="4425843" y="202881"/>
                  <a:pt x="4332922" y="158828"/>
                  <a:pt x="4152900" y="108422"/>
                </a:cubicBezTo>
                <a:cubicBezTo>
                  <a:pt x="4018436" y="70772"/>
                  <a:pt x="3882142" y="39979"/>
                  <a:pt x="3746500" y="6822"/>
                </a:cubicBezTo>
                <a:close/>
                <a:moveTo>
                  <a:pt x="0" y="0"/>
                </a:moveTo>
                <a:lnTo>
                  <a:pt x="283869" y="0"/>
                </a:lnTo>
                <a:lnTo>
                  <a:pt x="266700" y="6822"/>
                </a:lnTo>
                <a:cubicBezTo>
                  <a:pt x="232833" y="23755"/>
                  <a:pt x="200112" y="43205"/>
                  <a:pt x="165100" y="57622"/>
                </a:cubicBezTo>
                <a:cubicBezTo>
                  <a:pt x="127964" y="72913"/>
                  <a:pt x="87594" y="79625"/>
                  <a:pt x="50800" y="95722"/>
                </a:cubicBezTo>
                <a:cubicBezTo>
                  <a:pt x="35166" y="102562"/>
                  <a:pt x="20155" y="110706"/>
                  <a:pt x="5446" y="119418"/>
                </a:cubicBezTo>
                <a:lnTo>
                  <a:pt x="0" y="122807"/>
                </a:lnTo>
                <a:close/>
              </a:path>
            </a:pathLst>
          </a:cu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52DC2D9-5C79-4AD2-B670-3CFF6C6D2A20}"/>
              </a:ext>
            </a:extLst>
          </p:cNvPr>
          <p:cNvSpPr/>
          <p:nvPr/>
        </p:nvSpPr>
        <p:spPr>
          <a:xfrm>
            <a:off x="1929739" y="3806073"/>
            <a:ext cx="4166261" cy="4334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120E277-E688-80CA-978F-3502FFEF1E34}"/>
              </a:ext>
            </a:extLst>
          </p:cNvPr>
          <p:cNvGrpSpPr/>
          <p:nvPr/>
        </p:nvGrpSpPr>
        <p:grpSpPr>
          <a:xfrm>
            <a:off x="910986" y="1243179"/>
            <a:ext cx="472440" cy="859155"/>
            <a:chOff x="2996838" y="1041298"/>
            <a:chExt cx="472440" cy="859155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55ED6EC2-97CF-45B7-9501-87DD39052F5E}"/>
                </a:ext>
              </a:extLst>
            </p:cNvPr>
            <p:cNvCxnSpPr/>
            <p:nvPr/>
          </p:nvCxnSpPr>
          <p:spPr>
            <a:xfrm>
              <a:off x="2996838" y="1048441"/>
              <a:ext cx="472440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F274831-F383-483D-A701-29005E8AFE5A}"/>
                </a:ext>
              </a:extLst>
            </p:cNvPr>
            <p:cNvCxnSpPr/>
            <p:nvPr/>
          </p:nvCxnSpPr>
          <p:spPr>
            <a:xfrm>
              <a:off x="2996838" y="1041298"/>
              <a:ext cx="0" cy="859155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5D32B4D-ECA4-8F8C-FA09-0C05F381E9E5}"/>
              </a:ext>
            </a:extLst>
          </p:cNvPr>
          <p:cNvGrpSpPr/>
          <p:nvPr/>
        </p:nvGrpSpPr>
        <p:grpSpPr>
          <a:xfrm>
            <a:off x="7976553" y="2198914"/>
            <a:ext cx="443051" cy="762000"/>
            <a:chOff x="3808315" y="3596376"/>
            <a:chExt cx="419016" cy="76200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7D3FD29-C327-4F2A-9FE9-96FACC968CD9}"/>
                </a:ext>
              </a:extLst>
            </p:cNvPr>
            <p:cNvCxnSpPr/>
            <p:nvPr/>
          </p:nvCxnSpPr>
          <p:spPr>
            <a:xfrm rot="10800000">
              <a:off x="3808315" y="4348851"/>
              <a:ext cx="419016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CADDD712-CA8F-4FF4-9589-2056498A148D}"/>
                </a:ext>
              </a:extLst>
            </p:cNvPr>
            <p:cNvCxnSpPr/>
            <p:nvPr/>
          </p:nvCxnSpPr>
          <p:spPr>
            <a:xfrm rot="10800000">
              <a:off x="4227331" y="3596376"/>
              <a:ext cx="0" cy="76200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84F1E623-A14D-2989-4BED-13BEF31CF208}"/>
              </a:ext>
            </a:extLst>
          </p:cNvPr>
          <p:cNvSpPr txBox="1"/>
          <p:nvPr/>
        </p:nvSpPr>
        <p:spPr>
          <a:xfrm>
            <a:off x="1383426" y="1849014"/>
            <a:ext cx="6929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方正姚体" panose="02010601030101010101" pitchFamily="2" charset="-122"/>
                <a:ea typeface="方正姚体" panose="02010601030101010101" pitchFamily="2" charset="-122"/>
              </a:rPr>
              <a:t>感谢您的聆听与指导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98563D8-FE8A-0054-F294-2A376F3801CF}"/>
              </a:ext>
            </a:extLst>
          </p:cNvPr>
          <p:cNvSpPr txBox="1"/>
          <p:nvPr/>
        </p:nvSpPr>
        <p:spPr>
          <a:xfrm>
            <a:off x="2351315" y="3806073"/>
            <a:ext cx="5539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第二组：高晨昊  曾楚芮  刘子鸣</a:t>
            </a:r>
          </a:p>
        </p:txBody>
      </p:sp>
    </p:spTree>
    <p:extLst>
      <p:ext uri="{BB962C8B-B14F-4D97-AF65-F5344CB8AC3E}">
        <p14:creationId xmlns:p14="http://schemas.microsoft.com/office/powerpoint/2010/main" val="1247443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501</Words>
  <Application>Microsoft Macintosh PowerPoint</Application>
  <PresentationFormat>宽屏</PresentationFormat>
  <Paragraphs>72</Paragraphs>
  <Slides>17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方正姚体</vt:lpstr>
      <vt:lpstr>思源黑体 CN Light</vt:lpstr>
      <vt:lpstr>思源黑体 CN Medium</vt:lpstr>
      <vt:lpstr>印品黑体</vt:lpstr>
      <vt:lpstr>Cascadia Code</vt:lpstr>
      <vt:lpstr>Arial</vt:lpstr>
      <vt:lpstr>Calibri</vt:lpstr>
      <vt:lpstr>Lucida Handwriting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华佑泉美</dc:creator>
  <cp:lastModifiedBy>chenhao gao</cp:lastModifiedBy>
  <cp:revision>41</cp:revision>
  <dcterms:created xsi:type="dcterms:W3CDTF">2019-04-12T06:15:06Z</dcterms:created>
  <dcterms:modified xsi:type="dcterms:W3CDTF">2023-09-14T17:44:21Z</dcterms:modified>
</cp:coreProperties>
</file>